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20"/>
  </p:notesMasterIdLst>
  <p:sldIdLst>
    <p:sldId id="333" r:id="rId5"/>
    <p:sldId id="335" r:id="rId6"/>
    <p:sldId id="338" r:id="rId7"/>
    <p:sldId id="350" r:id="rId8"/>
    <p:sldId id="351" r:id="rId9"/>
    <p:sldId id="339" r:id="rId10"/>
    <p:sldId id="340" r:id="rId11"/>
    <p:sldId id="341" r:id="rId12"/>
    <p:sldId id="342" r:id="rId13"/>
    <p:sldId id="343" r:id="rId14"/>
    <p:sldId id="344" r:id="rId15"/>
    <p:sldId id="346" r:id="rId16"/>
    <p:sldId id="347" r:id="rId17"/>
    <p:sldId id="348" r:id="rId18"/>
    <p:sldId id="34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8623" autoAdjust="0"/>
  </p:normalViewPr>
  <p:slideViewPr>
    <p:cSldViewPr snapToGrid="0">
      <p:cViewPr varScale="1">
        <p:scale>
          <a:sx n="99" d="100"/>
          <a:sy n="99" d="100"/>
        </p:scale>
        <p:origin x="516" y="7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B987B-6643-43AA-9B56-509B80CCD0F3}"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D42F3-CDD5-4B19-B3DB-7C5223465AF0}" type="slidenum">
              <a:rPr lang="en-US" smtClean="0"/>
              <a:t>‹#›</a:t>
            </a:fld>
            <a:endParaRPr lang="en-US" dirty="0"/>
          </a:p>
        </p:txBody>
      </p:sp>
    </p:spTree>
    <p:extLst>
      <p:ext uri="{BB962C8B-B14F-4D97-AF65-F5344CB8AC3E}">
        <p14:creationId xmlns:p14="http://schemas.microsoft.com/office/powerpoint/2010/main" val="4810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122453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14449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70EF2-8400-5A62-25A9-A64ADD853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8611B-F5D8-C85B-62A4-9A391BEB7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23A14-078B-D72D-C69F-1C6119DA75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897DBA-43FF-E064-9162-626C4306805C}"/>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50014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ECA90-3E1E-A639-0A11-5BF7381E5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FAD0F-D74D-57CC-670A-C18104C7DB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602C8-1ED3-D9C1-8A46-58A388EC76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67B146-6D1C-2FE7-1F48-3D43D2C55AAA}"/>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505198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08106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FD056-8020-1888-D349-E2AFCAA96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5E7B7-3FDA-F3F7-339A-655DA90D5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B8A45-6C40-044A-E8C0-A60EB68023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77B82D-CCD8-B583-A9CD-173E30CE8917}"/>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700483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5DDEE-FFFE-206E-53A9-9881759F3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4CBE5-1F42-6261-9FD2-E4675E264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ABAC8-690D-9D8B-A895-F10AA7A6F2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DBC321-CE2A-1135-D5C5-B465199BB1ED}"/>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708478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6BD7E-791D-225E-3E87-F5965AF0A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05679-B07F-D7CE-1A19-BE0A1276D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1B726-0D63-881A-539B-D0C9FBDF81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B30112-40D5-BCA9-6BD2-4B215B89B62D}"/>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907424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353D3-CC07-7838-EC77-CC2979F50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09FA0-B0CE-1D98-5CF7-B6EE67DB0E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AB83F0-008D-3BF7-7534-BB460CC285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F80E1E-E6D8-BB25-C1D8-E6C33FF04905}"/>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029217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70DAD-C025-F7FF-D336-BCF91E652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CB2ED-E7BF-7C36-6E32-77E2C6553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BD7A0-F02F-69C1-05F4-B41955E654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98D586-710D-9970-4850-AC9EEF83B2A5}"/>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90315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11561-167A-17E0-C063-1E5EBF385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E049D-55FC-7606-DD62-E634ED781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304FD-8E9B-BFFF-AD91-791C4168D6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022B8-67A0-CDB6-E4AB-2581DD43226A}"/>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2788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637E0-5ACF-1211-86E3-EB00CAE63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3FC5E-91E4-B129-0010-B01848248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CF908-6BFA-365C-3A8E-376DE13563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A9FA38-40D6-2D97-3072-EEC58545C286}"/>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36744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5A178-C9BE-1B5F-DBD8-91BA616C9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DEF8C-9623-8176-1285-02F9AD26A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81594D-B632-E4B0-F5EA-DF5BFB65DF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DE19EE-CC75-8B11-E51E-C3CFD011D106}"/>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85395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12E4B-E121-A9AA-6722-812336501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6B3B1-E134-3D86-2C32-77E3E69508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58A41F-E367-F7CB-D694-3600246C1C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095A28-4960-AC58-B97A-A2E85D84701F}"/>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32129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6675745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87D9900-95AD-EC4F-B7E1-959F052103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50000"/>
          <a:stretch>
            <a:fillRect/>
          </a:stretch>
        </p:blipFill>
        <p:spPr>
          <a:xfrm>
            <a:off x="999081" y="2"/>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6" name="Graphic 5">
            <a:extLst>
              <a:ext uri="{FF2B5EF4-FFF2-40B4-BE49-F238E27FC236}">
                <a16:creationId xmlns:a16="http://schemas.microsoft.com/office/drawing/2014/main" id="{F600C6AD-400C-F5F8-0A07-09147BFB8CE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27924"/>
          <a:stretch>
            <a:fillRect/>
          </a:stretch>
        </p:blipFill>
        <p:spPr>
          <a:xfrm>
            <a:off x="0" y="191268"/>
            <a:ext cx="2916372"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7" name="Graphic 6">
            <a:extLst>
              <a:ext uri="{FF2B5EF4-FFF2-40B4-BE49-F238E27FC236}">
                <a16:creationId xmlns:a16="http://schemas.microsoft.com/office/drawing/2014/main" id="{3301EBB8-0583-30D5-D5C9-6064F992C3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rcRect l="12529" b="23302"/>
          <a:stretch>
            <a:fillRect/>
          </a:stretch>
        </p:blipFill>
        <p:spPr>
          <a:xfrm>
            <a:off x="0" y="3632200"/>
            <a:ext cx="3839210" cy="3261166"/>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pic>
        <p:nvPicPr>
          <p:cNvPr id="9" name="Graphic 8">
            <a:extLst>
              <a:ext uri="{FF2B5EF4-FFF2-40B4-BE49-F238E27FC236}">
                <a16:creationId xmlns:a16="http://schemas.microsoft.com/office/drawing/2014/main" id="{4E425898-E19E-D66B-9FE6-55FE52BAB78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441049" y="602835"/>
            <a:ext cx="202311" cy="219456"/>
          </a:xfrm>
          <a:prstGeom prst="rect">
            <a:avLst/>
          </a:prstGeom>
        </p:spPr>
      </p:pic>
      <p:sp>
        <p:nvSpPr>
          <p:cNvPr id="2" name="Title 1">
            <a:extLst>
              <a:ext uri="{FF2B5EF4-FFF2-40B4-BE49-F238E27FC236}">
                <a16:creationId xmlns:a16="http://schemas.microsoft.com/office/drawing/2014/main" id="{5E5783E0-630B-D6BD-1914-F6A39C57307F}"/>
              </a:ext>
            </a:extLst>
          </p:cNvPr>
          <p:cNvSpPr>
            <a:spLocks noGrp="1"/>
          </p:cNvSpPr>
          <p:nvPr>
            <p:ph type="title" hasCustomPrompt="1"/>
          </p:nvPr>
        </p:nvSpPr>
        <p:spPr>
          <a:xfrm>
            <a:off x="3330801" y="1140460"/>
            <a:ext cx="8001256" cy="5166360"/>
          </a:xfrm>
        </p:spPr>
        <p:txBody>
          <a:bodyPr anchor="ctr"/>
          <a:lstStyle>
            <a:lvl1pPr>
              <a:lnSpc>
                <a:spcPct val="75000"/>
              </a:lnSpc>
              <a:spcBef>
                <a:spcPts val="600"/>
              </a:spcBef>
              <a:spcAft>
                <a:spcPts val="1200"/>
              </a:spcAft>
              <a:defRPr sz="7200" baseline="0"/>
            </a:lvl1pPr>
          </a:lstStyle>
          <a:p>
            <a:r>
              <a:rPr lang="en-US" dirty="0"/>
              <a:t>Click to add title</a:t>
            </a:r>
          </a:p>
        </p:txBody>
      </p:sp>
    </p:spTree>
    <p:extLst>
      <p:ext uri="{BB962C8B-B14F-4D97-AF65-F5344CB8AC3E}">
        <p14:creationId xmlns:p14="http://schemas.microsoft.com/office/powerpoint/2010/main" val="38109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7" y="1091885"/>
            <a:ext cx="5130734" cy="5048973"/>
          </a:xfrm>
        </p:spPr>
        <p:txBody>
          <a:bodyPr>
            <a:normAutofit/>
          </a:bodyPr>
          <a:lstStyle>
            <a:lvl1pPr marL="457200" indent="-457200">
              <a:lnSpc>
                <a:spcPct val="90000"/>
              </a:lnSpc>
              <a:spcBef>
                <a:spcPts val="600"/>
              </a:spcBef>
              <a:spcAft>
                <a:spcPts val="1200"/>
              </a:spcAft>
              <a:buClr>
                <a:schemeClr val="bg1"/>
              </a:buClr>
              <a:buFont typeface="+mj-lt"/>
              <a:buAutoNum type="arabicPeriod"/>
              <a:defRPr sz="2800" b="0"/>
            </a:lvl1pPr>
            <a:lvl2pPr marL="800100" indent="-342900">
              <a:lnSpc>
                <a:spcPct val="90000"/>
              </a:lnSpc>
              <a:spcBef>
                <a:spcPts val="600"/>
              </a:spcBef>
              <a:spcAft>
                <a:spcPts val="1200"/>
              </a:spcAft>
              <a:buClr>
                <a:schemeClr val="bg1"/>
              </a:buClr>
              <a:buFont typeface="+mj-lt"/>
              <a:buAutoNum type="arabicPeriod"/>
              <a:defRPr sz="2400" b="0"/>
            </a:lvl2pPr>
            <a:lvl3pPr marL="1257300" indent="-342900">
              <a:lnSpc>
                <a:spcPct val="90000"/>
              </a:lnSpc>
              <a:spcBef>
                <a:spcPts val="600"/>
              </a:spcBef>
              <a:spcAft>
                <a:spcPts val="1200"/>
              </a:spcAft>
              <a:buClr>
                <a:schemeClr val="bg1"/>
              </a:buClr>
              <a:buFont typeface="+mj-lt"/>
              <a:buAutoNum type="arabicPeriod"/>
              <a:defRPr sz="2000" b="0"/>
            </a:lvl3pPr>
            <a:lvl4pPr marL="1714500" indent="-342900">
              <a:lnSpc>
                <a:spcPct val="90000"/>
              </a:lnSpc>
              <a:spcBef>
                <a:spcPts val="600"/>
              </a:spcBef>
              <a:spcAft>
                <a:spcPts val="1200"/>
              </a:spcAft>
              <a:buClr>
                <a:schemeClr val="bg1"/>
              </a:buClr>
              <a:buFont typeface="+mj-lt"/>
              <a:buAutoNum type="arabicPeriod"/>
              <a:defRPr sz="1800" b="0"/>
            </a:lvl4pPr>
            <a:lvl5pPr marL="2057400" indent="-228600">
              <a:lnSpc>
                <a:spcPct val="90000"/>
              </a:lnSpc>
              <a:spcBef>
                <a:spcPts val="600"/>
              </a:spcBef>
              <a:spcAft>
                <a:spcPts val="1200"/>
              </a:spcAft>
              <a:buClr>
                <a:schemeClr val="bg1"/>
              </a:buClr>
              <a:buFont typeface="+mj-lt"/>
              <a:buAutoNum type="arabicPeriod"/>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01231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7472374" cy="1913892"/>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566723" y="3152220"/>
            <a:ext cx="6977077" cy="3264017"/>
          </a:xfrm>
        </p:spPr>
        <p:txBody>
          <a:bodyPr>
            <a:normAutofit/>
          </a:bodyPr>
          <a:lstStyle>
            <a:lvl1pPr marL="0" indent="0">
              <a:lnSpc>
                <a:spcPct val="90000"/>
              </a:lnSpc>
              <a:spcBef>
                <a:spcPts val="600"/>
              </a:spcBef>
              <a:spcAft>
                <a:spcPts val="1200"/>
              </a:spcAft>
              <a:buClr>
                <a:schemeClr val="bg1"/>
              </a:buClr>
              <a:buFont typeface="+mj-lt"/>
              <a:buNone/>
              <a:defRPr sz="2800" b="0"/>
            </a:lvl1pPr>
            <a:lvl2pPr marL="457200" indent="0">
              <a:lnSpc>
                <a:spcPct val="90000"/>
              </a:lnSpc>
              <a:spcBef>
                <a:spcPts val="600"/>
              </a:spcBef>
              <a:spcAft>
                <a:spcPts val="1200"/>
              </a:spcAft>
              <a:buClr>
                <a:schemeClr val="bg1"/>
              </a:buClr>
              <a:buFont typeface="+mj-lt"/>
              <a:buNone/>
              <a:defRPr sz="2400" b="0"/>
            </a:lvl2pPr>
            <a:lvl3pPr marL="914400" indent="0">
              <a:lnSpc>
                <a:spcPct val="90000"/>
              </a:lnSpc>
              <a:spcBef>
                <a:spcPts val="600"/>
              </a:spcBef>
              <a:spcAft>
                <a:spcPts val="1200"/>
              </a:spcAft>
              <a:buClr>
                <a:schemeClr val="bg1"/>
              </a:buClr>
              <a:buFont typeface="+mj-lt"/>
              <a:buNone/>
              <a:defRPr sz="2000" b="0"/>
            </a:lvl3pPr>
            <a:lvl4pPr marL="1371600" indent="0">
              <a:lnSpc>
                <a:spcPct val="90000"/>
              </a:lnSpc>
              <a:spcBef>
                <a:spcPts val="600"/>
              </a:spcBef>
              <a:spcAft>
                <a:spcPts val="1200"/>
              </a:spcAft>
              <a:buClr>
                <a:schemeClr val="bg1"/>
              </a:buClr>
              <a:buFont typeface="+mj-lt"/>
              <a:buNone/>
              <a:defRPr sz="1800" b="0"/>
            </a:lvl4pPr>
            <a:lvl5pPr marL="1828800" indent="0">
              <a:lnSpc>
                <a:spcPct val="90000"/>
              </a:lnSpc>
              <a:spcBef>
                <a:spcPts val="600"/>
              </a:spcBef>
              <a:spcAft>
                <a:spcPts val="12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
        <p:nvSpPr>
          <p:cNvPr id="5" name="Picture Placeholder 4">
            <a:extLst>
              <a:ext uri="{FF2B5EF4-FFF2-40B4-BE49-F238E27FC236}">
                <a16:creationId xmlns:a16="http://schemas.microsoft.com/office/drawing/2014/main" id="{7CD50F62-7F43-2FBB-55E3-23F629397003}"/>
              </a:ext>
            </a:extLst>
          </p:cNvPr>
          <p:cNvSpPr>
            <a:spLocks noGrp="1"/>
          </p:cNvSpPr>
          <p:nvPr>
            <p:ph type="pic" sz="quarter" idx="11"/>
          </p:nvPr>
        </p:nvSpPr>
        <p:spPr>
          <a:xfrm>
            <a:off x="8039100" y="1096963"/>
            <a:ext cx="4152900" cy="5761037"/>
          </a:xfrm>
        </p:spPr>
        <p:txBody>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43464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18A9A4E-F149-44F8-9FAE-8ABA2BD261F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50000"/>
          <a:stretch>
            <a:fillRect/>
          </a:stretch>
        </p:blipFill>
        <p:spPr>
          <a:xfrm flipV="1">
            <a:off x="1881504" y="4663441"/>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10" name="Graphic 9">
            <a:extLst>
              <a:ext uri="{FF2B5EF4-FFF2-40B4-BE49-F238E27FC236}">
                <a16:creationId xmlns:a16="http://schemas.microsoft.com/office/drawing/2014/main" id="{444170C3-9FB6-324B-DD88-972B181F50E9}"/>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9956" r="-1"/>
          <a:stretch/>
        </p:blipFill>
        <p:spPr>
          <a:xfrm flipH="1">
            <a:off x="10185174" y="1234440"/>
            <a:ext cx="2024907"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11" name="Graphic 10">
            <a:extLst>
              <a:ext uri="{FF2B5EF4-FFF2-40B4-BE49-F238E27FC236}">
                <a16:creationId xmlns:a16="http://schemas.microsoft.com/office/drawing/2014/main" id="{91091CD0-1D83-5BBE-A26C-2D7EAF85896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2529" t="-1" b="51667"/>
          <a:stretch/>
        </p:blipFill>
        <p:spPr>
          <a:xfrm flipV="1">
            <a:off x="0" y="-1"/>
            <a:ext cx="3839210" cy="2055127"/>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5" y="1097237"/>
            <a:ext cx="11076631" cy="2885630"/>
          </a:xfrm>
        </p:spPr>
        <p:txBody>
          <a:bodyPr lIns="0" rIns="0"/>
          <a:lstStyle>
            <a:lvl1pPr>
              <a:defRPr sz="7200" spc="-150" baseline="0"/>
            </a:lvl1pPr>
          </a:lstStyle>
          <a:p>
            <a:r>
              <a:rPr lang="en-US" dirty="0"/>
              <a:t>Click to add title</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305300" y="4059067"/>
            <a:ext cx="7338056" cy="2692254"/>
          </a:xfrm>
        </p:spPr>
        <p:txBody>
          <a:bodyPr>
            <a:normAutofit/>
          </a:bodyPr>
          <a:lstStyle>
            <a:lvl1pPr marL="0" indent="0">
              <a:lnSpc>
                <a:spcPct val="100000"/>
              </a:lnSpc>
              <a:spcBef>
                <a:spcPts val="1000"/>
              </a:spcBef>
              <a:spcAft>
                <a:spcPts val="600"/>
              </a:spcAft>
              <a:buClr>
                <a:schemeClr val="bg1"/>
              </a:buClr>
              <a:buFont typeface="+mj-lt"/>
              <a:buNone/>
              <a:defRPr sz="2800" b="0"/>
            </a:lvl1pPr>
            <a:lvl2pPr marL="457200" indent="0">
              <a:lnSpc>
                <a:spcPct val="100000"/>
              </a:lnSpc>
              <a:spcBef>
                <a:spcPts val="1000"/>
              </a:spcBef>
              <a:spcAft>
                <a:spcPts val="600"/>
              </a:spcAft>
              <a:buClr>
                <a:schemeClr val="bg1"/>
              </a:buClr>
              <a:buFont typeface="+mj-lt"/>
              <a:buNone/>
              <a:defRPr sz="2400" b="0"/>
            </a:lvl2pPr>
            <a:lvl3pPr marL="914400" indent="0">
              <a:lnSpc>
                <a:spcPct val="100000"/>
              </a:lnSpc>
              <a:spcBef>
                <a:spcPts val="1000"/>
              </a:spcBef>
              <a:spcAft>
                <a:spcPts val="600"/>
              </a:spcAft>
              <a:buClr>
                <a:schemeClr val="bg1"/>
              </a:buClr>
              <a:buFont typeface="+mj-lt"/>
              <a:buNone/>
              <a:defRPr sz="2000" b="0"/>
            </a:lvl3pPr>
            <a:lvl4pPr marL="1371600" indent="0">
              <a:lnSpc>
                <a:spcPct val="100000"/>
              </a:lnSpc>
              <a:spcBef>
                <a:spcPts val="1000"/>
              </a:spcBef>
              <a:spcAft>
                <a:spcPts val="600"/>
              </a:spcAft>
              <a:buClr>
                <a:schemeClr val="bg1"/>
              </a:buClr>
              <a:buFont typeface="+mj-lt"/>
              <a:buNone/>
              <a:defRPr sz="1800" b="0"/>
            </a:lvl4pPr>
            <a:lvl5pPr marL="1828800" indent="0">
              <a:lnSpc>
                <a:spcPct val="100000"/>
              </a:lnSpc>
              <a:spcBef>
                <a:spcPts val="1000"/>
              </a:spcBef>
              <a:spcAft>
                <a:spcPts val="6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745156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6" y="1091885"/>
            <a:ext cx="5273043" cy="5056747"/>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800" b="0"/>
            </a:lvl1pPr>
            <a:lvl2pPr marL="800100" indent="-342900">
              <a:lnSpc>
                <a:spcPct val="100000"/>
              </a:lnSpc>
              <a:spcBef>
                <a:spcPts val="600"/>
              </a:spcBef>
              <a:spcAft>
                <a:spcPts val="1200"/>
              </a:spcAft>
              <a:buClr>
                <a:schemeClr val="bg1"/>
              </a:buClr>
              <a:buFont typeface="Arial" panose="020B0604020202020204" pitchFamily="34" charset="0"/>
              <a:buChar char="•"/>
              <a:defRPr sz="2400" b="0"/>
            </a:lvl2pPr>
            <a:lvl3pPr marL="1257300" indent="-342900">
              <a:lnSpc>
                <a:spcPct val="100000"/>
              </a:lnSpc>
              <a:spcBef>
                <a:spcPts val="600"/>
              </a:spcBef>
              <a:spcAft>
                <a:spcPts val="1200"/>
              </a:spcAft>
              <a:buClr>
                <a:schemeClr val="bg1"/>
              </a:buClr>
              <a:buFont typeface="Arial" panose="020B0604020202020204" pitchFamily="34" charset="0"/>
              <a:buChar char="•"/>
              <a:defRPr sz="2000" b="0"/>
            </a:lvl3pPr>
            <a:lvl4pPr marL="1714500" indent="-342900">
              <a:lnSpc>
                <a:spcPct val="100000"/>
              </a:lnSpc>
              <a:spcBef>
                <a:spcPts val="600"/>
              </a:spcBef>
              <a:spcAft>
                <a:spcPts val="1200"/>
              </a:spcAft>
              <a:buClr>
                <a:schemeClr val="bg1"/>
              </a:buClr>
              <a:buFont typeface="Arial" panose="020B0604020202020204" pitchFamily="34" charset="0"/>
              <a:buChar char="•"/>
              <a:defRPr sz="1800" b="0"/>
            </a:lvl4pPr>
            <a:lvl5pPr marL="2114550" indent="-285750">
              <a:lnSpc>
                <a:spcPct val="100000"/>
              </a:lnSpc>
              <a:spcBef>
                <a:spcPts val="600"/>
              </a:spcBef>
              <a:spcAft>
                <a:spcPts val="1200"/>
              </a:spcAft>
              <a:buClr>
                <a:schemeClr val="bg1"/>
              </a:buClr>
              <a:buFont typeface="Arial" panose="020B0604020202020204" pitchFamily="34" charset="0"/>
              <a:buChar char="•"/>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3110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658165" y="3870960"/>
            <a:ext cx="11533835" cy="2941320"/>
          </a:xfrm>
        </p:spPr>
        <p:txBody>
          <a:bodyPr lIns="0" tIns="0" rIns="0" bIns="0" anchor="ctr"/>
          <a:lstStyle>
            <a:lvl1pPr>
              <a:lnSpc>
                <a:spcPct val="75000"/>
              </a:lnSpc>
              <a:spcBef>
                <a:spcPts val="1000"/>
              </a:spcBef>
              <a:spcAft>
                <a:spcPts val="600"/>
              </a:spcAft>
              <a:defRPr sz="7200" spc="0" baseline="0"/>
            </a:lvl1pPr>
          </a:lstStyle>
          <a:p>
            <a:r>
              <a:rPr lang="en-US" dirty="0"/>
              <a:t>Click to add title</a:t>
            </a:r>
          </a:p>
        </p:txBody>
      </p:sp>
      <p:sp>
        <p:nvSpPr>
          <p:cNvPr id="5" name="Picture Placeholder 4">
            <a:extLst>
              <a:ext uri="{FF2B5EF4-FFF2-40B4-BE49-F238E27FC236}">
                <a16:creationId xmlns:a16="http://schemas.microsoft.com/office/drawing/2014/main" id="{7C506222-0BCA-9701-399C-0CF92FA23167}"/>
              </a:ext>
            </a:extLst>
          </p:cNvPr>
          <p:cNvSpPr>
            <a:spLocks noGrp="1"/>
          </p:cNvSpPr>
          <p:nvPr>
            <p:ph type="pic" sz="quarter" idx="10"/>
          </p:nvPr>
        </p:nvSpPr>
        <p:spPr>
          <a:xfrm>
            <a:off x="0" y="0"/>
            <a:ext cx="11112500" cy="3771900"/>
          </a:xfrm>
        </p:spPr>
        <p:txBody>
          <a:bodyPr/>
          <a:lstStyle>
            <a:lvl1pPr algn="ctr">
              <a:defRPr/>
            </a:lvl1pPr>
          </a:lstStyle>
          <a:p>
            <a:r>
              <a:rPr lang="en-US"/>
              <a:t>Click icon to add picture</a:t>
            </a:r>
            <a:endParaRPr lang="en-US" dirty="0"/>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456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 Cont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5" name="Picture Placeholder 4">
            <a:extLst>
              <a:ext uri="{FF2B5EF4-FFF2-40B4-BE49-F238E27FC236}">
                <a16:creationId xmlns:a16="http://schemas.microsoft.com/office/drawing/2014/main" id="{1F0DABCC-5F7F-4B44-B780-46F5D46079D2}"/>
              </a:ext>
            </a:extLst>
          </p:cNvPr>
          <p:cNvSpPr>
            <a:spLocks noGrp="1"/>
          </p:cNvSpPr>
          <p:nvPr>
            <p:ph type="pic" sz="quarter" idx="11"/>
          </p:nvPr>
        </p:nvSpPr>
        <p:spPr>
          <a:xfrm>
            <a:off x="0" y="2433638"/>
            <a:ext cx="5821363" cy="3967162"/>
          </a:xfrm>
        </p:spPr>
        <p:txBody>
          <a:bodyPr/>
          <a:lstStyle>
            <a:lvl1pPr algn="ctr">
              <a:defRPr/>
            </a:lvl1pPr>
          </a:lstStyle>
          <a:p>
            <a:r>
              <a:rPr lang="en-US"/>
              <a:t>Click icon to add picture</a:t>
            </a:r>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57926" y="2433005"/>
            <a:ext cx="5303523" cy="3967795"/>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000" b="0"/>
            </a:lvl1pPr>
            <a:lvl2pPr marL="800100" indent="-342900">
              <a:lnSpc>
                <a:spcPct val="100000"/>
              </a:lnSpc>
              <a:spcBef>
                <a:spcPts val="600"/>
              </a:spcBef>
              <a:spcAft>
                <a:spcPts val="1200"/>
              </a:spcAft>
              <a:buClr>
                <a:schemeClr val="bg1"/>
              </a:buClr>
              <a:buFont typeface="Arial" panose="020B0604020202020204" pitchFamily="34" charset="0"/>
              <a:buChar char="•"/>
              <a:defRPr sz="1800" b="0"/>
            </a:lvl2pPr>
            <a:lvl3pPr marL="1257300" indent="-342900">
              <a:lnSpc>
                <a:spcPct val="100000"/>
              </a:lnSpc>
              <a:spcBef>
                <a:spcPts val="600"/>
              </a:spcBef>
              <a:spcAft>
                <a:spcPts val="1200"/>
              </a:spcAft>
              <a:buClr>
                <a:schemeClr val="bg1"/>
              </a:buClr>
              <a:buFont typeface="Arial" panose="020B0604020202020204" pitchFamily="34" charset="0"/>
              <a:buChar char="•"/>
              <a:defRPr sz="1600" b="0"/>
            </a:lvl3pPr>
            <a:lvl4pPr marL="1714500" indent="-342900">
              <a:lnSpc>
                <a:spcPct val="100000"/>
              </a:lnSpc>
              <a:spcBef>
                <a:spcPts val="600"/>
              </a:spcBef>
              <a:spcAft>
                <a:spcPts val="1200"/>
              </a:spcAft>
              <a:buClr>
                <a:schemeClr val="bg1"/>
              </a:buClr>
              <a:buFont typeface="Arial" panose="020B0604020202020204" pitchFamily="34" charset="0"/>
              <a:buChar char="•"/>
              <a:defRPr sz="1400" b="0"/>
            </a:lvl4pPr>
            <a:lvl5pPr marL="2114550" indent="-285750">
              <a:lnSpc>
                <a:spcPct val="10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057114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66726" y="2392441"/>
            <a:ext cx="5303523" cy="3967795"/>
          </a:xfrm>
        </p:spPr>
        <p:txBody>
          <a:bodyPr>
            <a:normAutofit/>
          </a:bodyPr>
          <a:lstStyle>
            <a:lvl1pPr marL="347472" indent="-347472">
              <a:lnSpc>
                <a:spcPct val="90000"/>
              </a:lnSpc>
              <a:spcBef>
                <a:spcPts val="600"/>
              </a:spcBef>
              <a:spcAft>
                <a:spcPts val="1200"/>
              </a:spcAft>
              <a:buClr>
                <a:schemeClr val="bg1"/>
              </a:buClr>
              <a:buFont typeface="Arial" panose="020B0604020202020204" pitchFamily="34" charset="0"/>
              <a:buChar char="•"/>
              <a:defRPr sz="2000" b="0"/>
            </a:lvl1pPr>
            <a:lvl2pPr marL="800100" indent="-342900">
              <a:lnSpc>
                <a:spcPct val="90000"/>
              </a:lnSpc>
              <a:spcBef>
                <a:spcPts val="600"/>
              </a:spcBef>
              <a:spcAft>
                <a:spcPts val="1200"/>
              </a:spcAft>
              <a:buClr>
                <a:schemeClr val="bg1"/>
              </a:buClr>
              <a:buFont typeface="Arial" panose="020B0604020202020204" pitchFamily="34" charset="0"/>
              <a:buChar char="•"/>
              <a:defRPr sz="1800" b="0"/>
            </a:lvl2pPr>
            <a:lvl3pPr marL="1257300" indent="-342900">
              <a:lnSpc>
                <a:spcPct val="90000"/>
              </a:lnSpc>
              <a:spcBef>
                <a:spcPts val="600"/>
              </a:spcBef>
              <a:spcAft>
                <a:spcPts val="1200"/>
              </a:spcAft>
              <a:buClr>
                <a:schemeClr val="bg1"/>
              </a:buClr>
              <a:buFont typeface="Arial" panose="020B0604020202020204" pitchFamily="34" charset="0"/>
              <a:buChar char="•"/>
              <a:defRPr sz="1600" b="0"/>
            </a:lvl3pPr>
            <a:lvl4pPr marL="1714500" indent="-342900">
              <a:lnSpc>
                <a:spcPct val="90000"/>
              </a:lnSpc>
              <a:spcBef>
                <a:spcPts val="600"/>
              </a:spcBef>
              <a:spcAft>
                <a:spcPts val="1200"/>
              </a:spcAft>
              <a:buClr>
                <a:schemeClr val="bg1"/>
              </a:buClr>
              <a:buFont typeface="Arial" panose="020B0604020202020204" pitchFamily="34" charset="0"/>
              <a:buChar char="•"/>
              <a:defRPr sz="1400" b="0"/>
            </a:lvl4pPr>
            <a:lvl5pPr marL="2114550" indent="-285750">
              <a:lnSpc>
                <a:spcPct val="9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67472" y="2392441"/>
            <a:ext cx="5303523"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02954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ntent 1">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345663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701538" y="2392441"/>
            <a:ext cx="6969458"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76522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94358" y="2417765"/>
            <a:ext cx="6680202" cy="3967795"/>
          </a:xfrm>
        </p:spPr>
        <p:txBody>
          <a:bodyPr lIns="45720">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740664" indent="-283464">
              <a:lnSpc>
                <a:spcPct val="120000"/>
              </a:lnSpc>
              <a:spcBef>
                <a:spcPts val="500"/>
              </a:spcBef>
              <a:spcAft>
                <a:spcPts val="600"/>
              </a:spcAft>
              <a:buClr>
                <a:schemeClr val="bg1"/>
              </a:buClr>
              <a:buFont typeface="Arial" panose="020B0604020202020204" pitchFamily="34" charset="0"/>
              <a:buChar char="•"/>
              <a:defRPr sz="2000" b="0"/>
            </a:lvl2pPr>
            <a:lvl3pPr marL="1257300" indent="-342900">
              <a:lnSpc>
                <a:spcPct val="120000"/>
              </a:lnSpc>
              <a:spcBef>
                <a:spcPts val="1000"/>
              </a:spcBef>
              <a:spcAft>
                <a:spcPts val="600"/>
              </a:spcAft>
              <a:buClr>
                <a:schemeClr val="bg1"/>
              </a:buClr>
              <a:buFont typeface="Arial" panose="020B0604020202020204" pitchFamily="34" charset="0"/>
              <a:buChar char="•"/>
              <a:defRPr sz="2000" b="0"/>
            </a:lvl3pPr>
            <a:lvl4pPr marL="1714500" indent="-342900">
              <a:lnSpc>
                <a:spcPct val="120000"/>
              </a:lnSpc>
              <a:spcBef>
                <a:spcPts val="1000"/>
              </a:spcBef>
              <a:spcAft>
                <a:spcPts val="600"/>
              </a:spcAft>
              <a:buClr>
                <a:schemeClr val="bg1"/>
              </a:buClr>
              <a:buFont typeface="Arial" panose="020B0604020202020204" pitchFamily="34" charset="0"/>
              <a:buChar char="•"/>
              <a:defRPr sz="2000" b="0"/>
            </a:lvl4pPr>
            <a:lvl5pPr marL="2114550" indent="-285750">
              <a:lnSpc>
                <a:spcPct val="120000"/>
              </a:lnSpc>
              <a:spcBef>
                <a:spcPts val="1000"/>
              </a:spcBef>
              <a:spcAft>
                <a:spcPts val="6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7823200" y="2417763"/>
            <a:ext cx="3838248" cy="3967794"/>
          </a:xfrm>
        </p:spPr>
        <p:txBody>
          <a:body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16722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566724" y="2417763"/>
            <a:ext cx="11094724" cy="3967794"/>
          </a:xfrm>
        </p:spPr>
        <p:txBody>
          <a:bodyPr/>
          <a:lstStyle>
            <a:lvl1pPr>
              <a:defRPr/>
            </a:lvl1p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14987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Content 2">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697707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8005773" y="2392440"/>
            <a:ext cx="3655675" cy="3967795"/>
          </a:xfrm>
        </p:spPr>
        <p:txBody>
          <a:bodyPr>
            <a:normAutofit/>
          </a:bodyPr>
          <a:lstStyle>
            <a:lvl1pPr marL="0" indent="0">
              <a:lnSpc>
                <a:spcPct val="120000"/>
              </a:lnSpc>
              <a:spcBef>
                <a:spcPts val="600"/>
              </a:spcBef>
              <a:spcAft>
                <a:spcPts val="1200"/>
              </a:spcAft>
              <a:buClr>
                <a:schemeClr val="bg1"/>
              </a:buClr>
              <a:buFont typeface="Arial" panose="020B0604020202020204" pitchFamily="34" charset="0"/>
              <a:buNone/>
              <a:defRPr sz="2000" b="0"/>
            </a:lvl1pPr>
            <a:lvl2pPr marL="347472" indent="-342900">
              <a:lnSpc>
                <a:spcPct val="120000"/>
              </a:lnSpc>
              <a:spcBef>
                <a:spcPts val="600"/>
              </a:spcBef>
              <a:spcAft>
                <a:spcPts val="1200"/>
              </a:spcAft>
              <a:buClr>
                <a:schemeClr val="bg1"/>
              </a:buClr>
              <a:buFont typeface="Arial" panose="020B0604020202020204" pitchFamily="34" charset="0"/>
              <a:buChar char="•"/>
              <a:defRPr sz="2000" b="0"/>
            </a:lvl2pPr>
            <a:lvl3pPr marL="713232" indent="-342900">
              <a:lnSpc>
                <a:spcPct val="120000"/>
              </a:lnSpc>
              <a:spcBef>
                <a:spcPts val="600"/>
              </a:spcBef>
              <a:spcAft>
                <a:spcPts val="1200"/>
              </a:spcAft>
              <a:buClr>
                <a:schemeClr val="bg1"/>
              </a:buClr>
              <a:buFont typeface="Arial" panose="020B0604020202020204" pitchFamily="34" charset="0"/>
              <a:buChar char="•"/>
              <a:defRPr sz="2000" b="0"/>
            </a:lvl3pPr>
            <a:lvl4pPr marL="1078992" indent="-342900">
              <a:lnSpc>
                <a:spcPct val="120000"/>
              </a:lnSpc>
              <a:spcBef>
                <a:spcPts val="600"/>
              </a:spcBef>
              <a:spcAft>
                <a:spcPts val="1200"/>
              </a:spcAft>
              <a:buClr>
                <a:schemeClr val="bg1"/>
              </a:buClr>
              <a:buFont typeface="Arial" panose="020B0604020202020204" pitchFamily="34" charset="0"/>
              <a:buChar char="•"/>
              <a:defRPr sz="2000" b="0"/>
            </a:lvl4pPr>
            <a:lvl5pPr marL="1837944" indent="-285750">
              <a:lnSpc>
                <a:spcPct val="12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193373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19982B1-35C2-DE4A-CC6C-C7EF3864FDD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pic>
        <p:nvPicPr>
          <p:cNvPr id="3" name="Graphic 2">
            <a:extLst>
              <a:ext uri="{FF2B5EF4-FFF2-40B4-BE49-F238E27FC236}">
                <a16:creationId xmlns:a16="http://schemas.microsoft.com/office/drawing/2014/main" id="{11330D7F-AB80-0985-7B65-80D66CC841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r="51653" b="49194"/>
          <a:stretch>
            <a:fillRect/>
          </a:stretch>
        </p:blipFill>
        <p:spPr>
          <a:xfrm>
            <a:off x="10095411" y="4663440"/>
            <a:ext cx="2121988" cy="2229926"/>
          </a:xfrm>
          <a:custGeom>
            <a:avLst/>
            <a:gdLst>
              <a:gd name="connsiteX0" fmla="*/ 0 w 2121988"/>
              <a:gd name="connsiteY0" fmla="*/ 0 h 2229926"/>
              <a:gd name="connsiteX1" fmla="*/ 2121988 w 2121988"/>
              <a:gd name="connsiteY1" fmla="*/ 0 h 2229926"/>
              <a:gd name="connsiteX2" fmla="*/ 2121988 w 2121988"/>
              <a:gd name="connsiteY2" fmla="*/ 2229926 h 2229926"/>
              <a:gd name="connsiteX3" fmla="*/ 0 w 2121988"/>
              <a:gd name="connsiteY3" fmla="*/ 2229926 h 2229926"/>
            </a:gdLst>
            <a:ahLst/>
            <a:cxnLst>
              <a:cxn ang="0">
                <a:pos x="connsiteX0" y="connsiteY0"/>
              </a:cxn>
              <a:cxn ang="0">
                <a:pos x="connsiteX1" y="connsiteY1"/>
              </a:cxn>
              <a:cxn ang="0">
                <a:pos x="connsiteX2" y="connsiteY2"/>
              </a:cxn>
              <a:cxn ang="0">
                <a:pos x="connsiteX3" y="connsiteY3"/>
              </a:cxn>
            </a:cxnLst>
            <a:rect l="l" t="t" r="r" b="b"/>
            <a:pathLst>
              <a:path w="2121988" h="2229926">
                <a:moveTo>
                  <a:pt x="0" y="0"/>
                </a:moveTo>
                <a:lnTo>
                  <a:pt x="2121988" y="0"/>
                </a:lnTo>
                <a:lnTo>
                  <a:pt x="2121988" y="2229926"/>
                </a:lnTo>
                <a:lnTo>
                  <a:pt x="0" y="2229926"/>
                </a:lnTo>
                <a:close/>
              </a:path>
            </a:pathLst>
          </a:custGeom>
        </p:spPr>
      </p:pic>
      <p:pic>
        <p:nvPicPr>
          <p:cNvPr id="4" name="Graphic 3">
            <a:extLst>
              <a:ext uri="{FF2B5EF4-FFF2-40B4-BE49-F238E27FC236}">
                <a16:creationId xmlns:a16="http://schemas.microsoft.com/office/drawing/2014/main" id="{355AA66F-C4B1-E34A-8E6B-F893310B2E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rcRect t="50000"/>
          <a:stretch>
            <a:fillRect/>
          </a:stretch>
        </p:blipFill>
        <p:spPr>
          <a:xfrm>
            <a:off x="6228080" y="2"/>
            <a:ext cx="4046220" cy="2194559"/>
          </a:xfrm>
          <a:custGeom>
            <a:avLst/>
            <a:gdLst>
              <a:gd name="connsiteX0" fmla="*/ 0 w 4046220"/>
              <a:gd name="connsiteY0" fmla="*/ 0 h 2194559"/>
              <a:gd name="connsiteX1" fmla="*/ 4046220 w 4046220"/>
              <a:gd name="connsiteY1" fmla="*/ 0 h 2194559"/>
              <a:gd name="connsiteX2" fmla="*/ 4046220 w 4046220"/>
              <a:gd name="connsiteY2" fmla="*/ 2194559 h 2194559"/>
              <a:gd name="connsiteX3" fmla="*/ 0 w 40462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046220" h="2194559">
                <a:moveTo>
                  <a:pt x="0" y="0"/>
                </a:moveTo>
                <a:lnTo>
                  <a:pt x="4046220" y="0"/>
                </a:lnTo>
                <a:lnTo>
                  <a:pt x="4046220" y="2194559"/>
                </a:lnTo>
                <a:lnTo>
                  <a:pt x="0" y="2194559"/>
                </a:lnTo>
                <a:close/>
              </a:path>
            </a:pathLst>
          </a:custGeom>
        </p:spPr>
      </p:pic>
      <p:pic>
        <p:nvPicPr>
          <p:cNvPr id="5" name="Graphic 4">
            <a:extLst>
              <a:ext uri="{FF2B5EF4-FFF2-40B4-BE49-F238E27FC236}">
                <a16:creationId xmlns:a16="http://schemas.microsoft.com/office/drawing/2014/main" id="{55700ADD-BC9D-410F-D6AC-1D0E4F1043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rcRect l="50000" b="30164"/>
          <a:stretch>
            <a:fillRect/>
          </a:stretch>
        </p:blipFill>
        <p:spPr>
          <a:xfrm>
            <a:off x="0" y="3923964"/>
            <a:ext cx="2194560" cy="2969402"/>
          </a:xfrm>
          <a:custGeom>
            <a:avLst/>
            <a:gdLst>
              <a:gd name="connsiteX0" fmla="*/ 0 w 2194560"/>
              <a:gd name="connsiteY0" fmla="*/ 0 h 2969402"/>
              <a:gd name="connsiteX1" fmla="*/ 2194560 w 2194560"/>
              <a:gd name="connsiteY1" fmla="*/ 0 h 2969402"/>
              <a:gd name="connsiteX2" fmla="*/ 2194560 w 2194560"/>
              <a:gd name="connsiteY2" fmla="*/ 2969402 h 2969402"/>
              <a:gd name="connsiteX3" fmla="*/ 0 w 2194560"/>
              <a:gd name="connsiteY3" fmla="*/ 2969402 h 2969402"/>
            </a:gdLst>
            <a:ahLst/>
            <a:cxnLst>
              <a:cxn ang="0">
                <a:pos x="connsiteX0" y="connsiteY0"/>
              </a:cxn>
              <a:cxn ang="0">
                <a:pos x="connsiteX1" y="connsiteY1"/>
              </a:cxn>
              <a:cxn ang="0">
                <a:pos x="connsiteX2" y="connsiteY2"/>
              </a:cxn>
              <a:cxn ang="0">
                <a:pos x="connsiteX3" y="connsiteY3"/>
              </a:cxn>
            </a:cxnLst>
            <a:rect l="l" t="t" r="r" b="b"/>
            <a:pathLst>
              <a:path w="2194560" h="2969402">
                <a:moveTo>
                  <a:pt x="0" y="0"/>
                </a:moveTo>
                <a:lnTo>
                  <a:pt x="2194560" y="0"/>
                </a:lnTo>
                <a:lnTo>
                  <a:pt x="2194560" y="2969402"/>
                </a:lnTo>
                <a:lnTo>
                  <a:pt x="0" y="2969402"/>
                </a:lnTo>
                <a:close/>
              </a:path>
            </a:pathLst>
          </a:custGeom>
        </p:spPr>
      </p:pic>
      <p:sp>
        <p:nvSpPr>
          <p:cNvPr id="8" name="Title 7">
            <a:extLst>
              <a:ext uri="{FF2B5EF4-FFF2-40B4-BE49-F238E27FC236}">
                <a16:creationId xmlns:a16="http://schemas.microsoft.com/office/drawing/2014/main" id="{F9091067-F6AB-B1C8-2F06-423B82E6EE67}"/>
              </a:ext>
            </a:extLst>
          </p:cNvPr>
          <p:cNvSpPr>
            <a:spLocks noGrp="1"/>
          </p:cNvSpPr>
          <p:nvPr>
            <p:ph type="title" hasCustomPrompt="1"/>
          </p:nvPr>
        </p:nvSpPr>
        <p:spPr>
          <a:xfrm>
            <a:off x="444807" y="1049447"/>
            <a:ext cx="5910270" cy="5094386"/>
          </a:xfrm>
        </p:spPr>
        <p:txBody>
          <a:bodyPr rIns="0" anchor="ctr"/>
          <a:lstStyle>
            <a:lvl1pPr>
              <a:defRPr sz="7200"/>
            </a:lvl1pPr>
          </a:lstStyle>
          <a:p>
            <a:r>
              <a:rPr lang="en-US" dirty="0"/>
              <a:t>Click to add title</a:t>
            </a:r>
          </a:p>
        </p:txBody>
      </p:sp>
      <p:sp>
        <p:nvSpPr>
          <p:cNvPr id="10" name="Content Placeholder 9">
            <a:extLst>
              <a:ext uri="{FF2B5EF4-FFF2-40B4-BE49-F238E27FC236}">
                <a16:creationId xmlns:a16="http://schemas.microsoft.com/office/drawing/2014/main" id="{6D4F7BB3-A204-D529-DD36-39D4311F354A}"/>
              </a:ext>
            </a:extLst>
          </p:cNvPr>
          <p:cNvSpPr>
            <a:spLocks noGrp="1"/>
          </p:cNvSpPr>
          <p:nvPr>
            <p:ph sz="quarter" idx="10" hasCustomPrompt="1"/>
          </p:nvPr>
        </p:nvSpPr>
        <p:spPr>
          <a:xfrm>
            <a:off x="6355077" y="1049447"/>
            <a:ext cx="4922837" cy="5094386"/>
          </a:xfrm>
        </p:spPr>
        <p:txBody>
          <a:bodyPr anchor="ctr">
            <a:normAutofit/>
          </a:bodyPr>
          <a:lstStyle>
            <a:lvl1pPr>
              <a:lnSpc>
                <a:spcPct val="100000"/>
              </a:lnSpc>
              <a:spcBef>
                <a:spcPts val="1000"/>
              </a:spcBef>
              <a:defRPr sz="2800" b="0"/>
            </a:lvl1pPr>
            <a:lvl2pPr>
              <a:lnSpc>
                <a:spcPct val="100000"/>
              </a:lnSpc>
              <a:spcBef>
                <a:spcPts val="1000"/>
              </a:spcBef>
              <a:defRPr sz="2400" b="0"/>
            </a:lvl2pPr>
            <a:lvl3pPr>
              <a:lnSpc>
                <a:spcPct val="100000"/>
              </a:lnSpc>
              <a:spcBef>
                <a:spcPts val="1000"/>
              </a:spcBef>
              <a:defRPr sz="2000" b="0"/>
            </a:lvl3pPr>
            <a:lvl4pPr>
              <a:lnSpc>
                <a:spcPct val="100000"/>
              </a:lnSpc>
              <a:spcBef>
                <a:spcPts val="1000"/>
              </a:spcBef>
              <a:defRPr sz="1800" b="0"/>
            </a:lvl4pPr>
            <a:lvl5pPr>
              <a:lnSpc>
                <a:spcPct val="100000"/>
              </a:lnSpc>
              <a:spcBef>
                <a:spcPts val="1000"/>
              </a:spcBef>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33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806" y="1432518"/>
            <a:ext cx="7958331" cy="223760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2611808" y="3696004"/>
            <a:ext cx="7796540" cy="23798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D88E8CDA-4B53-1285-4909-D3A5FB6B365D}"/>
              </a:ext>
            </a:extLst>
          </p:cNvPr>
          <p:cNvSpPr>
            <a:spLocks noGrp="1"/>
          </p:cNvSpPr>
          <p:nvPr>
            <p:ph type="ftr" sz="quarter" idx="3"/>
          </p:nvPr>
        </p:nvSpPr>
        <p:spPr>
          <a:xfrm>
            <a:off x="563671" y="459077"/>
            <a:ext cx="2267211" cy="480363"/>
          </a:xfrm>
          <a:prstGeom prst="rect">
            <a:avLst/>
          </a:prstGeom>
        </p:spPr>
        <p:txBody>
          <a:bodyPr vert="horz" lIns="0" tIns="0" rIns="91440" bIns="18288" rtlCol="0" anchor="ctr"/>
          <a:lstStyle>
            <a:lvl1pPr algn="l">
              <a:defRPr sz="1200" b="1" i="0">
                <a:solidFill>
                  <a:schemeClr val="bg1"/>
                </a:solidFill>
                <a:latin typeface="Kalinga" panose="020B0502040204020203" pitchFamily="34" charset="0"/>
                <a:cs typeface="Kalinga" panose="020B0502040204020203" pitchFamily="34" charset="0"/>
              </a:defRPr>
            </a:lvl1pPr>
          </a:lstStyle>
          <a:p>
            <a:r>
              <a:rPr lang="en-US"/>
              <a:t>PRESENTATION TITLE</a:t>
            </a:r>
            <a:endParaRPr lang="en-US" dirty="0"/>
          </a:p>
        </p:txBody>
      </p:sp>
      <p:sp>
        <p:nvSpPr>
          <p:cNvPr id="12" name="Slide Number Placeholder 5">
            <a:extLst>
              <a:ext uri="{FF2B5EF4-FFF2-40B4-BE49-F238E27FC236}">
                <a16:creationId xmlns:a16="http://schemas.microsoft.com/office/drawing/2014/main" id="{100A2341-0273-5256-69F5-7D63AFB93302}"/>
              </a:ext>
            </a:extLst>
          </p:cNvPr>
          <p:cNvSpPr>
            <a:spLocks noGrp="1"/>
          </p:cNvSpPr>
          <p:nvPr>
            <p:ph type="sldNum" sz="quarter" idx="4"/>
          </p:nvPr>
        </p:nvSpPr>
        <p:spPr>
          <a:xfrm>
            <a:off x="10359025" y="459081"/>
            <a:ext cx="789138" cy="480364"/>
          </a:xfrm>
          <a:prstGeom prst="rect">
            <a:avLst/>
          </a:prstGeom>
        </p:spPr>
        <p:txBody>
          <a:bodyPr vert="horz" lIns="0" tIns="0" rIns="0" bIns="0" rtlCol="0" anchor="t"/>
          <a:lstStyle>
            <a:lvl1pPr algn="r">
              <a:defRPr sz="4000" b="1" i="0">
                <a:solidFill>
                  <a:schemeClr val="bg1"/>
                </a:solidFill>
                <a:latin typeface="Kalinga" panose="020B0502040204020203" pitchFamily="34" charset="0"/>
                <a:cs typeface="Kalinga" panose="020B0502040204020203" pitchFamily="34" charset="0"/>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0" r:id="rId1"/>
    <p:sldLayoutId id="2147483676"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79" r:id="rId13"/>
  </p:sldLayoutIdLst>
  <p:hf hdr="0" dt="0"/>
  <p:txStyles>
    <p:titleStyle>
      <a:lvl1pPr algn="l" defTabSz="914400" rtl="0" eaLnBrk="1" latinLnBrk="0" hangingPunct="1">
        <a:lnSpc>
          <a:spcPct val="90000"/>
        </a:lnSpc>
        <a:spcBef>
          <a:spcPct val="0"/>
        </a:spcBef>
        <a:buNone/>
        <a:defRPr sz="8000" b="1" i="0" kern="1200" cap="none" spc="-300">
          <a:solidFill>
            <a:schemeClr val="bg1"/>
          </a:solidFill>
          <a:effectLst/>
          <a:latin typeface="+mj-lt"/>
          <a:ea typeface="+mj-ea"/>
          <a:cs typeface="Kalinga" panose="020B0502040204020203" pitchFamily="34" charset="0"/>
        </a:defRPr>
      </a:lvl1pPr>
    </p:titleStyle>
    <p:bodyStyle>
      <a:lvl1pPr marL="0" indent="0"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None/>
        <a:defRPr sz="2000" b="1" i="0" kern="1200" spc="0">
          <a:solidFill>
            <a:schemeClr val="bg1"/>
          </a:solidFill>
          <a:effectLst/>
          <a:latin typeface="+mn-lt"/>
          <a:ea typeface="+mn-ea"/>
          <a:cs typeface="Kalinga" panose="020B0502040204020203" pitchFamily="34" charset="0"/>
        </a:defRPr>
      </a:lvl1pPr>
      <a:lvl2pPr marL="4572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b="1" i="0" kern="1200" spc="0">
          <a:solidFill>
            <a:schemeClr val="bg1"/>
          </a:solidFill>
          <a:effectLst/>
          <a:latin typeface="+mn-lt"/>
          <a:ea typeface="+mn-ea"/>
          <a:cs typeface="Kalinga" panose="020B0502040204020203" pitchFamily="34" charset="0"/>
        </a:defRPr>
      </a:lvl2pPr>
      <a:lvl3pPr marL="9144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b="1" i="0" kern="1200" spc="0">
          <a:solidFill>
            <a:schemeClr val="bg1"/>
          </a:solidFill>
          <a:effectLst/>
          <a:latin typeface="+mn-lt"/>
          <a:ea typeface="+mn-ea"/>
          <a:cs typeface="Kalinga" panose="020B0502040204020203" pitchFamily="34" charset="0"/>
        </a:defRPr>
      </a:lvl3pPr>
      <a:lvl4pPr marL="13716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400" b="1" i="0" kern="1200" spc="0">
          <a:solidFill>
            <a:schemeClr val="bg1"/>
          </a:solidFill>
          <a:effectLst/>
          <a:latin typeface="+mn-lt"/>
          <a:ea typeface="+mn-ea"/>
          <a:cs typeface="Kalinga" panose="020B0502040204020203" pitchFamily="34" charset="0"/>
        </a:defRPr>
      </a:lvl4pPr>
      <a:lvl5pPr marL="18288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200" b="1" i="0" kern="1200" spc="0">
          <a:solidFill>
            <a:schemeClr val="bg1"/>
          </a:solidFill>
          <a:effectLst/>
          <a:latin typeface="+mn-lt"/>
          <a:ea typeface="+mn-ea"/>
          <a:cs typeface="Kalinga" panose="020B0502040204020203" pitchFamily="34" charset="0"/>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www.vecteezy.com/vector-art/17550965-stress-management-meditation-or-relaxation-to-reduce-anxiety-control-emotion-during-problem-solving-or-frustration-work-concept-woman-in-lotus-meditation-on-chaos-mess-line-with-positive-energy"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hyperlink" Target="https://www.vecteezy.com/free-photos/maple-leaf-water"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hyperlink" Target="https://wengzf20.github.io/blo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hyperlink" Target="https://creativecommons.org/licenses/by-nc-nd/3.0/" TargetMode="External"/><Relationship Id="rId4" Type="http://schemas.openxmlformats.org/officeDocument/2006/relationships/hyperlink" Target="https://feelslikehomeblog.com/product/40-printable-positive-affirmations-for-christians-with-anxiety/"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hyperlink" Target="https://www.freepik.com/premium-ai-image/zen-garden-meditation-stone-sand-wave-background_115261541.ht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hyperlink" Target="https://openclipart.org/detail/544/gerald-g-balance-scale-by-gerald_g"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nydiasyogatherapy.com/free-video-training-programs/#videos"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hyperlink" Target="https://open.spotify.com/show/6AZ2VyITjVYFvygseqcLpp?si=72c96a40ba88418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DD8-0A72-E913-2448-3BA8443C37E6}"/>
              </a:ext>
            </a:extLst>
          </p:cNvPr>
          <p:cNvSpPr>
            <a:spLocks noGrp="1"/>
          </p:cNvSpPr>
          <p:nvPr>
            <p:ph type="title"/>
          </p:nvPr>
        </p:nvSpPr>
        <p:spPr>
          <a:xfrm>
            <a:off x="2595154" y="992777"/>
            <a:ext cx="8736903" cy="5314043"/>
          </a:xfrm>
        </p:spPr>
        <p:txBody>
          <a:bodyPr/>
          <a:lstStyle/>
          <a:p>
            <a:pPr algn="r"/>
            <a:r>
              <a:rPr lang="en-US" dirty="0"/>
              <a:t>Coping &amp; </a:t>
            </a:r>
            <a:br>
              <a:rPr lang="en-US" dirty="0"/>
            </a:br>
            <a:r>
              <a:rPr lang="en-US" dirty="0"/>
              <a:t>Resilience</a:t>
            </a:r>
            <a:endParaRPr lang="en-US" sz="4400" dirty="0"/>
          </a:p>
        </p:txBody>
      </p:sp>
    </p:spTree>
    <p:extLst>
      <p:ext uri="{BB962C8B-B14F-4D97-AF65-F5344CB8AC3E}">
        <p14:creationId xmlns:p14="http://schemas.microsoft.com/office/powerpoint/2010/main" val="3609250935"/>
      </p:ext>
    </p:extLst>
  </p:cSld>
  <p:clrMapOvr>
    <a:masterClrMapping/>
  </p:clrMapOvr>
  <mc:AlternateContent xmlns:mc="http://schemas.openxmlformats.org/markup-compatibility/2006" xmlns:p14="http://schemas.microsoft.com/office/powerpoint/2010/main">
    <mc:Choice Requires="p14">
      <p:transition spd="slow" p14:dur="2000" advTm="5190"/>
    </mc:Choice>
    <mc:Fallback xmlns="">
      <p:transition spd="slow" advTm="519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D52B27-02F8-EBC5-95E8-FA2C9309CF92}"/>
              </a:ext>
            </a:extLst>
          </p:cNvPr>
          <p:cNvSpPr>
            <a:spLocks noGrp="1"/>
          </p:cNvSpPr>
          <p:nvPr>
            <p:ph type="title"/>
          </p:nvPr>
        </p:nvSpPr>
        <p:spPr>
          <a:xfrm>
            <a:off x="576273" y="863457"/>
            <a:ext cx="11094723" cy="714145"/>
          </a:xfrm>
        </p:spPr>
        <p:txBody>
          <a:bodyPr/>
          <a:lstStyle/>
          <a:p>
            <a:r>
              <a:rPr lang="en-US" dirty="0"/>
              <a:t>Important Terminology</a:t>
            </a:r>
          </a:p>
        </p:txBody>
      </p:sp>
      <p:sp>
        <p:nvSpPr>
          <p:cNvPr id="3" name="Slide Number Placeholder 2">
            <a:extLst>
              <a:ext uri="{FF2B5EF4-FFF2-40B4-BE49-F238E27FC236}">
                <a16:creationId xmlns:a16="http://schemas.microsoft.com/office/drawing/2014/main" id="{0506C7ED-17F5-ED13-FA36-7B9792E1B76F}"/>
              </a:ext>
            </a:extLst>
          </p:cNvPr>
          <p:cNvSpPr>
            <a:spLocks noGrp="1"/>
          </p:cNvSpPr>
          <p:nvPr>
            <p:ph type="sldNum" sz="quarter" idx="4"/>
          </p:nvPr>
        </p:nvSpPr>
        <p:spPr/>
        <p:txBody>
          <a:bodyPr/>
          <a:lstStyle/>
          <a:p>
            <a:fld id="{6D22F896-40B5-4ADD-8801-0D06FADFA095}" type="slidenum">
              <a:rPr lang="en-US" smtClean="0"/>
              <a:pPr/>
              <a:t>2</a:t>
            </a:fld>
            <a:endParaRPr lang="en-US" dirty="0"/>
          </a:p>
        </p:txBody>
      </p:sp>
      <p:sp>
        <p:nvSpPr>
          <p:cNvPr id="6" name="Content Placeholder 5">
            <a:extLst>
              <a:ext uri="{FF2B5EF4-FFF2-40B4-BE49-F238E27FC236}">
                <a16:creationId xmlns:a16="http://schemas.microsoft.com/office/drawing/2014/main" id="{F8309AD3-BA7B-1441-8C13-31CC66AF1FD8}"/>
              </a:ext>
            </a:extLst>
          </p:cNvPr>
          <p:cNvSpPr>
            <a:spLocks noGrp="1"/>
          </p:cNvSpPr>
          <p:nvPr>
            <p:ph sz="quarter" idx="10"/>
          </p:nvPr>
        </p:nvSpPr>
        <p:spPr>
          <a:xfrm>
            <a:off x="566726" y="1793965"/>
            <a:ext cx="11104270" cy="4566271"/>
          </a:xfrm>
        </p:spPr>
        <p:txBody>
          <a:bodyPr>
            <a:normAutofit/>
          </a:bodyPr>
          <a:lstStyle/>
          <a:p>
            <a:pPr marL="342900" indent="-342900">
              <a:buFont typeface="Arial" panose="020B0604020202020204" pitchFamily="34" charset="0"/>
              <a:buChar char="•"/>
            </a:pPr>
            <a:r>
              <a:rPr lang="en-US" b="1" u="sng" dirty="0"/>
              <a:t>Stress moderators</a:t>
            </a:r>
            <a:r>
              <a:rPr lang="en-US" dirty="0"/>
              <a:t> – factors that modify how stress is experienced</a:t>
            </a:r>
          </a:p>
          <a:p>
            <a:pPr marL="690372" lvl="1"/>
            <a:r>
              <a:rPr lang="en-US" dirty="0"/>
              <a:t>Ex: coping skills, financial security, social support</a:t>
            </a:r>
          </a:p>
          <a:p>
            <a:pPr marL="342900" indent="-342900">
              <a:buFont typeface="Arial" panose="020B0604020202020204" pitchFamily="34" charset="0"/>
              <a:buChar char="•"/>
            </a:pPr>
            <a:r>
              <a:rPr lang="en-US" b="1" u="sng" dirty="0"/>
              <a:t>Coping</a:t>
            </a:r>
            <a:r>
              <a:rPr lang="en-US" dirty="0"/>
              <a:t>– managing the internal and external demands of stressful situations using thoughts and behaviors</a:t>
            </a:r>
          </a:p>
          <a:p>
            <a:pPr marL="690372" lvl="1"/>
            <a:r>
              <a:rPr lang="en-US" dirty="0"/>
              <a:t>Coping strategies can be helpful or maladaptive</a:t>
            </a:r>
          </a:p>
          <a:p>
            <a:pPr marL="342900" indent="-342900">
              <a:buFont typeface="Arial" panose="020B0604020202020204" pitchFamily="34" charset="0"/>
              <a:buChar char="•"/>
            </a:pPr>
            <a:r>
              <a:rPr lang="en-US" b="1" u="sng" dirty="0"/>
              <a:t>Negative affectivity</a:t>
            </a:r>
            <a:r>
              <a:rPr lang="en-US" dirty="0"/>
              <a:t> (also called neuroticism) – a pervasive negative mood marked by anxiety, depression, and hostility; often leads to increased distress and worse health outcomes</a:t>
            </a:r>
          </a:p>
          <a:p>
            <a:pPr marL="342900" indent="-342900">
              <a:buFont typeface="Arial" panose="020B0604020202020204" pitchFamily="34" charset="0"/>
              <a:buChar char="•"/>
            </a:pPr>
            <a:r>
              <a:rPr lang="en-US" b="1" u="sng" dirty="0"/>
              <a:t>Resilience</a:t>
            </a:r>
            <a:r>
              <a:rPr lang="en-US" dirty="0"/>
              <a:t> – the psychological fortitude that helps a person respond, adapt, and recover from stress</a:t>
            </a:r>
            <a:endParaRPr lang="en-US" b="1" u="sng"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721716398"/>
      </p:ext>
    </p:extLst>
  </p:cSld>
  <p:clrMapOvr>
    <a:masterClrMapping/>
  </p:clrMapOvr>
  <mc:AlternateContent xmlns:mc="http://schemas.openxmlformats.org/markup-compatibility/2006" xmlns:p14="http://schemas.microsoft.com/office/powerpoint/2010/main">
    <mc:Choice Requires="p14">
      <p:transition spd="slow" p14:dur="2000" advTm="176971"/>
    </mc:Choice>
    <mc:Fallback xmlns="">
      <p:transition spd="slow" advTm="17697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FE1A-95DC-8D54-31DA-385A003CD76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BC25640-FB83-5DDE-56CF-91DD8ECB12D3}"/>
              </a:ext>
            </a:extLst>
          </p:cNvPr>
          <p:cNvSpPr>
            <a:spLocks noGrp="1"/>
          </p:cNvSpPr>
          <p:nvPr>
            <p:ph type="title"/>
          </p:nvPr>
        </p:nvSpPr>
        <p:spPr>
          <a:xfrm>
            <a:off x="576273" y="863457"/>
            <a:ext cx="11094723" cy="714145"/>
          </a:xfrm>
        </p:spPr>
        <p:txBody>
          <a:bodyPr/>
          <a:lstStyle/>
          <a:p>
            <a:r>
              <a:rPr lang="en-US" dirty="0"/>
              <a:t>Coping Style</a:t>
            </a:r>
          </a:p>
        </p:txBody>
      </p:sp>
      <p:sp>
        <p:nvSpPr>
          <p:cNvPr id="3" name="Slide Number Placeholder 2">
            <a:extLst>
              <a:ext uri="{FF2B5EF4-FFF2-40B4-BE49-F238E27FC236}">
                <a16:creationId xmlns:a16="http://schemas.microsoft.com/office/drawing/2014/main" id="{D4EE1F7F-9B7A-CB35-C110-B7D18E995CAF}"/>
              </a:ext>
            </a:extLst>
          </p:cNvPr>
          <p:cNvSpPr>
            <a:spLocks noGrp="1"/>
          </p:cNvSpPr>
          <p:nvPr>
            <p:ph type="sldNum" sz="quarter" idx="4"/>
          </p:nvPr>
        </p:nvSpPr>
        <p:spPr/>
        <p:txBody>
          <a:bodyPr/>
          <a:lstStyle/>
          <a:p>
            <a:fld id="{6D22F896-40B5-4ADD-8801-0D06FADFA095}" type="slidenum">
              <a:rPr lang="en-US" smtClean="0"/>
              <a:pPr/>
              <a:t>3</a:t>
            </a:fld>
            <a:endParaRPr lang="en-US" dirty="0"/>
          </a:p>
        </p:txBody>
      </p:sp>
      <p:sp>
        <p:nvSpPr>
          <p:cNvPr id="6" name="Content Placeholder 5">
            <a:extLst>
              <a:ext uri="{FF2B5EF4-FFF2-40B4-BE49-F238E27FC236}">
                <a16:creationId xmlns:a16="http://schemas.microsoft.com/office/drawing/2014/main" id="{FCAB580F-AD7F-F139-2971-6D6363B0BF52}"/>
              </a:ext>
            </a:extLst>
          </p:cNvPr>
          <p:cNvSpPr>
            <a:spLocks noGrp="1"/>
          </p:cNvSpPr>
          <p:nvPr>
            <p:ph sz="quarter" idx="10"/>
          </p:nvPr>
        </p:nvSpPr>
        <p:spPr>
          <a:xfrm>
            <a:off x="566726" y="1793965"/>
            <a:ext cx="11104270" cy="4566271"/>
          </a:xfrm>
        </p:spPr>
        <p:txBody>
          <a:bodyPr>
            <a:normAutofit fontScale="92500" lnSpcReduction="20000"/>
          </a:bodyPr>
          <a:lstStyle/>
          <a:p>
            <a:pPr marL="342900" indent="-342900">
              <a:buFont typeface="Arial" panose="020B0604020202020204" pitchFamily="34" charset="0"/>
              <a:buChar char="•"/>
            </a:pPr>
            <a:r>
              <a:rPr lang="en-US" b="1" u="sng" dirty="0"/>
              <a:t>Coping style</a:t>
            </a:r>
            <a:r>
              <a:rPr lang="en-US" dirty="0"/>
              <a:t> – the approach a person typically utilizes when processing stress</a:t>
            </a:r>
          </a:p>
          <a:p>
            <a:pPr marL="342900" indent="-342900">
              <a:buFont typeface="Arial" panose="020B0604020202020204" pitchFamily="34" charset="0"/>
              <a:buChar char="•"/>
            </a:pPr>
            <a:r>
              <a:rPr lang="en-US" dirty="0"/>
              <a:t>Avoidance-oriented coping vs approach-oriented coping</a:t>
            </a:r>
          </a:p>
          <a:p>
            <a:pPr marL="690372" lvl="1"/>
            <a:r>
              <a:rPr lang="en-US" b="1" u="sng" dirty="0"/>
              <a:t>Avoidance-oriented coping</a:t>
            </a:r>
            <a:r>
              <a:rPr lang="en-US" dirty="0"/>
              <a:t> – a coping style where a person will push away stressor-related thoughts and feelings, deny the existence or seriousness of the stressor, or distract oneself</a:t>
            </a:r>
          </a:p>
          <a:p>
            <a:pPr marL="690372" lvl="1"/>
            <a:r>
              <a:rPr lang="en-US" b="1" u="sng" dirty="0"/>
              <a:t>Approach-oriented coping</a:t>
            </a:r>
            <a:r>
              <a:rPr lang="en-US" dirty="0"/>
              <a:t> – a coping style where a person makes an effort to solve the problem, seek support, and actively reframe the stressor towards the positive</a:t>
            </a:r>
          </a:p>
          <a:p>
            <a:pPr marL="1056132" lvl="2"/>
            <a:r>
              <a:rPr lang="en-US" dirty="0"/>
              <a:t>Leads to better health outcomes</a:t>
            </a:r>
          </a:p>
          <a:p>
            <a:pPr marL="342900" indent="-342900">
              <a:buFont typeface="Arial" panose="020B0604020202020204" pitchFamily="34" charset="0"/>
              <a:buChar char="•"/>
            </a:pPr>
            <a:r>
              <a:rPr lang="en-US" dirty="0"/>
              <a:t>Problem-focused coping vs emotion-focused coping</a:t>
            </a:r>
          </a:p>
          <a:p>
            <a:pPr marL="690372" lvl="1"/>
            <a:r>
              <a:rPr lang="en-US" b="1" u="sng" dirty="0"/>
              <a:t>Problem-focused coping</a:t>
            </a:r>
            <a:r>
              <a:rPr lang="en-US" dirty="0"/>
              <a:t> – attempting to do something constructive about the stressful conditions.</a:t>
            </a:r>
          </a:p>
          <a:p>
            <a:pPr marL="690372" lvl="1"/>
            <a:r>
              <a:rPr lang="en-US" b="1" u="sng" dirty="0"/>
              <a:t>Emotion-focused coping</a:t>
            </a:r>
            <a:r>
              <a:rPr lang="en-US" dirty="0"/>
              <a:t> – regulating emotions experienced because of the stressful event.</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677500673"/>
      </p:ext>
    </p:extLst>
  </p:cSld>
  <p:clrMapOvr>
    <a:masterClrMapping/>
  </p:clrMapOvr>
  <mc:AlternateContent xmlns:mc="http://schemas.openxmlformats.org/markup-compatibility/2006" xmlns:p14="http://schemas.microsoft.com/office/powerpoint/2010/main">
    <mc:Choice Requires="p14">
      <p:transition spd="slow" p14:dur="2000" advTm="181328"/>
    </mc:Choice>
    <mc:Fallback xmlns="">
      <p:transition spd="slow" advTm="18132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EA4B4-CAFA-6B70-C87B-3D603ED46BD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18F0FC-BE3D-D019-F104-B869DCC16EAD}"/>
              </a:ext>
            </a:extLst>
          </p:cNvPr>
          <p:cNvSpPr>
            <a:spLocks noGrp="1"/>
          </p:cNvSpPr>
          <p:nvPr>
            <p:ph type="title"/>
          </p:nvPr>
        </p:nvSpPr>
        <p:spPr>
          <a:xfrm>
            <a:off x="576273" y="863457"/>
            <a:ext cx="11094723" cy="714145"/>
          </a:xfrm>
        </p:spPr>
        <p:txBody>
          <a:bodyPr/>
          <a:lstStyle/>
          <a:p>
            <a:r>
              <a:rPr lang="en-US" dirty="0"/>
              <a:t>Maladaptive Coping Mechanisms</a:t>
            </a:r>
          </a:p>
        </p:txBody>
      </p:sp>
      <p:sp>
        <p:nvSpPr>
          <p:cNvPr id="3" name="Slide Number Placeholder 2">
            <a:extLst>
              <a:ext uri="{FF2B5EF4-FFF2-40B4-BE49-F238E27FC236}">
                <a16:creationId xmlns:a16="http://schemas.microsoft.com/office/drawing/2014/main" id="{6839A43A-5171-A857-37D7-2E653B3B0563}"/>
              </a:ext>
            </a:extLst>
          </p:cNvPr>
          <p:cNvSpPr>
            <a:spLocks noGrp="1"/>
          </p:cNvSpPr>
          <p:nvPr>
            <p:ph type="sldNum" sz="quarter" idx="4"/>
          </p:nvPr>
        </p:nvSpPr>
        <p:spPr/>
        <p:txBody>
          <a:bodyPr/>
          <a:lstStyle/>
          <a:p>
            <a:fld id="{6D22F896-40B5-4ADD-8801-0D06FADFA095}" type="slidenum">
              <a:rPr lang="en-US" smtClean="0"/>
              <a:pPr/>
              <a:t>4</a:t>
            </a:fld>
            <a:endParaRPr lang="en-US" dirty="0"/>
          </a:p>
        </p:txBody>
      </p:sp>
      <p:sp>
        <p:nvSpPr>
          <p:cNvPr id="6" name="Content Placeholder 5">
            <a:extLst>
              <a:ext uri="{FF2B5EF4-FFF2-40B4-BE49-F238E27FC236}">
                <a16:creationId xmlns:a16="http://schemas.microsoft.com/office/drawing/2014/main" id="{2B8CECCB-7CD4-793D-2565-21F084EC5988}"/>
              </a:ext>
            </a:extLst>
          </p:cNvPr>
          <p:cNvSpPr>
            <a:spLocks noGrp="1"/>
          </p:cNvSpPr>
          <p:nvPr>
            <p:ph sz="quarter" idx="10"/>
          </p:nvPr>
        </p:nvSpPr>
        <p:spPr>
          <a:xfrm>
            <a:off x="566726" y="1793965"/>
            <a:ext cx="11104270" cy="4566271"/>
          </a:xfrm>
        </p:spPr>
        <p:txBody>
          <a:bodyPr>
            <a:normAutofit/>
          </a:bodyPr>
          <a:lstStyle/>
          <a:p>
            <a:pPr marL="342900" indent="-342900">
              <a:buFont typeface="Arial" panose="020B0604020202020204" pitchFamily="34" charset="0"/>
              <a:buChar char="•"/>
            </a:pPr>
            <a:r>
              <a:rPr lang="en-US" dirty="0"/>
              <a:t>At the core of the problem, people don’t want to hurt or feel stressed. Many “bad” behaviors are completed because they can provide the fastest relief (even if they only make problems worse in the end). </a:t>
            </a:r>
          </a:p>
          <a:p>
            <a:pPr marL="342900" indent="-342900">
              <a:buFont typeface="Arial" panose="020B0604020202020204" pitchFamily="34" charset="0"/>
              <a:buChar char="•"/>
            </a:pPr>
            <a:r>
              <a:rPr lang="en-US" dirty="0"/>
              <a:t>Common avoidance-oriented coping mechanisms:</a:t>
            </a:r>
          </a:p>
          <a:p>
            <a:pPr marL="690372" lvl="1"/>
            <a:r>
              <a:rPr lang="en-US" dirty="0"/>
              <a:t>Avoiding the person/ scenario/ task</a:t>
            </a:r>
          </a:p>
          <a:p>
            <a:pPr marL="690372" lvl="1"/>
            <a:r>
              <a:rPr lang="en-US" dirty="0"/>
              <a:t>Procrastination </a:t>
            </a:r>
          </a:p>
          <a:p>
            <a:pPr marL="690372" lvl="1"/>
            <a:r>
              <a:rPr lang="en-US" dirty="0"/>
              <a:t>Excessive sleeping or eating</a:t>
            </a:r>
          </a:p>
          <a:p>
            <a:pPr marL="690372" lvl="1"/>
            <a:r>
              <a:rPr lang="en-US" dirty="0"/>
              <a:t>Substance use</a:t>
            </a:r>
          </a:p>
          <a:p>
            <a:pPr marL="690372" lvl="1"/>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211574365"/>
      </p:ext>
    </p:extLst>
  </p:cSld>
  <p:clrMapOvr>
    <a:masterClrMapping/>
  </p:clrMapOvr>
  <mc:AlternateContent xmlns:mc="http://schemas.openxmlformats.org/markup-compatibility/2006" xmlns:p14="http://schemas.microsoft.com/office/powerpoint/2010/main">
    <mc:Choice Requires="p14">
      <p:transition spd="slow" p14:dur="2000" advTm="179980"/>
    </mc:Choice>
    <mc:Fallback xmlns="">
      <p:transition spd="slow" advTm="17998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5DAD0F0-B1FF-AC92-7CEE-A9AACEA24D74}"/>
              </a:ext>
            </a:extLst>
          </p:cNvPr>
          <p:cNvSpPr>
            <a:spLocks noGrp="1"/>
          </p:cNvSpPr>
          <p:nvPr>
            <p:ph type="title"/>
          </p:nvPr>
        </p:nvSpPr>
        <p:spPr>
          <a:xfrm>
            <a:off x="466576" y="4876800"/>
            <a:ext cx="10244966" cy="1889758"/>
          </a:xfrm>
        </p:spPr>
        <p:txBody>
          <a:bodyPr/>
          <a:lstStyle/>
          <a:p>
            <a:r>
              <a:rPr lang="en-US" dirty="0"/>
              <a:t>Healthier Approaches to Coping</a:t>
            </a:r>
          </a:p>
        </p:txBody>
      </p:sp>
      <p:sp>
        <p:nvSpPr>
          <p:cNvPr id="3" name="Slide Number Placeholder 2">
            <a:extLst>
              <a:ext uri="{FF2B5EF4-FFF2-40B4-BE49-F238E27FC236}">
                <a16:creationId xmlns:a16="http://schemas.microsoft.com/office/drawing/2014/main" id="{F35E0995-CAC3-1EAD-CB29-F809D83AFC4B}"/>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5</a:t>
            </a:fld>
            <a:endParaRPr lang="en-US" dirty="0"/>
          </a:p>
        </p:txBody>
      </p:sp>
      <p:pic>
        <p:nvPicPr>
          <p:cNvPr id="11" name="Picture 10">
            <a:extLst>
              <a:ext uri="{FF2B5EF4-FFF2-40B4-BE49-F238E27FC236}">
                <a16:creationId xmlns:a16="http://schemas.microsoft.com/office/drawing/2014/main" id="{9337A098-EADB-CFEF-B336-E0FC4CC9803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516879" y="0"/>
            <a:ext cx="6675121" cy="4450080"/>
          </a:xfrm>
          <a:prstGeom prst="rect">
            <a:avLst/>
          </a:prstGeom>
        </p:spPr>
      </p:pic>
    </p:spTree>
    <p:extLst>
      <p:ext uri="{BB962C8B-B14F-4D97-AF65-F5344CB8AC3E}">
        <p14:creationId xmlns:p14="http://schemas.microsoft.com/office/powerpoint/2010/main" val="1944113167"/>
      </p:ext>
    </p:extLst>
  </p:cSld>
  <p:clrMapOvr>
    <a:masterClrMapping/>
  </p:clrMapOvr>
  <mc:AlternateContent xmlns:mc="http://schemas.openxmlformats.org/markup-compatibility/2006" xmlns:p14="http://schemas.microsoft.com/office/powerpoint/2010/main">
    <mc:Choice Requires="p14">
      <p:transition spd="slow" p14:dur="2000" advTm="16261"/>
    </mc:Choice>
    <mc:Fallback xmlns="">
      <p:transition spd="slow" advTm="1626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71CE8-949D-0E1E-5437-957B4AF6EF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97FA8F2-8200-993D-C146-9A7501AEEB6A}"/>
              </a:ext>
            </a:extLst>
          </p:cNvPr>
          <p:cNvSpPr>
            <a:spLocks noGrp="1"/>
          </p:cNvSpPr>
          <p:nvPr>
            <p:ph type="title"/>
          </p:nvPr>
        </p:nvSpPr>
        <p:spPr>
          <a:xfrm>
            <a:off x="566726" y="1097238"/>
            <a:ext cx="11094723" cy="1207457"/>
          </a:xfrm>
        </p:spPr>
        <p:txBody>
          <a:bodyPr anchor="t">
            <a:normAutofit/>
          </a:bodyPr>
          <a:lstStyle/>
          <a:p>
            <a:r>
              <a:rPr lang="en-US" dirty="0"/>
              <a:t>Mindfulness Meditation</a:t>
            </a:r>
          </a:p>
        </p:txBody>
      </p:sp>
      <p:sp>
        <p:nvSpPr>
          <p:cNvPr id="3" name="Slide Number Placeholder 2">
            <a:extLst>
              <a:ext uri="{FF2B5EF4-FFF2-40B4-BE49-F238E27FC236}">
                <a16:creationId xmlns:a16="http://schemas.microsoft.com/office/drawing/2014/main" id="{B8A6A9CF-2F39-1D94-A089-1C49E85E2C7E}"/>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6</a:t>
            </a:fld>
            <a:endParaRPr lang="en-US"/>
          </a:p>
        </p:txBody>
      </p:sp>
      <p:sp>
        <p:nvSpPr>
          <p:cNvPr id="6" name="Content Placeholder 5">
            <a:extLst>
              <a:ext uri="{FF2B5EF4-FFF2-40B4-BE49-F238E27FC236}">
                <a16:creationId xmlns:a16="http://schemas.microsoft.com/office/drawing/2014/main" id="{4FC19081-1636-B9D3-528B-E8750572601E}"/>
              </a:ext>
            </a:extLst>
          </p:cNvPr>
          <p:cNvSpPr>
            <a:spLocks noGrp="1"/>
          </p:cNvSpPr>
          <p:nvPr>
            <p:ph sz="quarter" idx="11"/>
          </p:nvPr>
        </p:nvSpPr>
        <p:spPr>
          <a:xfrm>
            <a:off x="566726" y="1984817"/>
            <a:ext cx="5303523" cy="4603270"/>
          </a:xfrm>
        </p:spPr>
        <p:txBody>
          <a:bodyPr>
            <a:normAutofit/>
          </a:bodyPr>
          <a:lstStyle/>
          <a:p>
            <a:pPr marL="342900" indent="-342900">
              <a:buFont typeface="Arial" panose="020B0604020202020204" pitchFamily="34" charset="0"/>
              <a:buChar char="•"/>
            </a:pPr>
            <a:r>
              <a:rPr lang="en-US" dirty="0"/>
              <a:t>Teaches individuals to:</a:t>
            </a:r>
          </a:p>
          <a:p>
            <a:pPr marL="795528" lvl="1"/>
            <a:r>
              <a:rPr lang="en-US" sz="2000" dirty="0"/>
              <a:t>Have greater awareness of the present.</a:t>
            </a:r>
          </a:p>
          <a:p>
            <a:pPr marL="795528" lvl="1"/>
            <a:r>
              <a:rPr lang="en-US" sz="2000" dirty="0"/>
              <a:t>Focus on the present and accept it.</a:t>
            </a:r>
          </a:p>
          <a:p>
            <a:pPr marL="342900" indent="-342900">
              <a:buFont typeface="Arial" panose="020B0604020202020204" pitchFamily="34" charset="0"/>
              <a:buChar char="•"/>
            </a:pPr>
            <a:r>
              <a:rPr lang="en-US" dirty="0"/>
              <a:t>Dialectical Behavior Therapy (DBT) – a variation of CBT that incorporates mindfulness training</a:t>
            </a:r>
          </a:p>
          <a:p>
            <a:pPr marL="690372" lvl="1"/>
            <a:r>
              <a:rPr lang="en-US" sz="2000" dirty="0"/>
              <a:t>Developed for treating Borderline Personality Disorder, but has been successful in treating anxiety, depression, PTSD, and substance use disorders </a:t>
            </a:r>
          </a:p>
          <a:p>
            <a:pPr marL="342900" indent="-34290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89051C83-136D-E369-609F-949D7D648916}"/>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rcRect r="11116" b="3"/>
          <a:stretch>
            <a:fillRect/>
          </a:stretch>
        </p:blipFill>
        <p:spPr>
          <a:xfrm>
            <a:off x="6532725" y="1984817"/>
            <a:ext cx="5303523" cy="3967795"/>
          </a:xfrm>
          <a:prstGeom prst="rect">
            <a:avLst/>
          </a:prstGeom>
          <a:noFill/>
        </p:spPr>
      </p:pic>
    </p:spTree>
    <p:extLst>
      <p:ext uri="{BB962C8B-B14F-4D97-AF65-F5344CB8AC3E}">
        <p14:creationId xmlns:p14="http://schemas.microsoft.com/office/powerpoint/2010/main" val="2866914349"/>
      </p:ext>
    </p:extLst>
  </p:cSld>
  <p:clrMapOvr>
    <a:masterClrMapping/>
  </p:clrMapOvr>
  <mc:AlternateContent xmlns:mc="http://schemas.openxmlformats.org/markup-compatibility/2006" xmlns:p14="http://schemas.microsoft.com/office/powerpoint/2010/main">
    <mc:Choice Requires="p14">
      <p:transition spd="slow" p14:dur="2000" advTm="147627"/>
    </mc:Choice>
    <mc:Fallback xmlns="">
      <p:transition spd="slow" advTm="14762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56CD4-E61D-E8C9-550A-A93192B9FF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7EB4520-4F36-C204-69AA-B194B9C4F799}"/>
              </a:ext>
            </a:extLst>
          </p:cNvPr>
          <p:cNvSpPr>
            <a:spLocks noGrp="1"/>
          </p:cNvSpPr>
          <p:nvPr>
            <p:ph type="title"/>
          </p:nvPr>
        </p:nvSpPr>
        <p:spPr>
          <a:xfrm>
            <a:off x="566726" y="1097238"/>
            <a:ext cx="11094723" cy="1207457"/>
          </a:xfrm>
        </p:spPr>
        <p:txBody>
          <a:bodyPr anchor="t">
            <a:normAutofit/>
          </a:bodyPr>
          <a:lstStyle/>
          <a:p>
            <a:r>
              <a:rPr lang="en-US" dirty="0"/>
              <a:t>Acceptance and Commitment Therapy</a:t>
            </a:r>
          </a:p>
        </p:txBody>
      </p:sp>
      <p:sp>
        <p:nvSpPr>
          <p:cNvPr id="3" name="Slide Number Placeholder 2">
            <a:extLst>
              <a:ext uri="{FF2B5EF4-FFF2-40B4-BE49-F238E27FC236}">
                <a16:creationId xmlns:a16="http://schemas.microsoft.com/office/drawing/2014/main" id="{E565F9D1-7A83-9304-5CAB-293E68132A79}"/>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7</a:t>
            </a:fld>
            <a:endParaRPr lang="en-US"/>
          </a:p>
        </p:txBody>
      </p:sp>
      <p:sp>
        <p:nvSpPr>
          <p:cNvPr id="6" name="Content Placeholder 5">
            <a:extLst>
              <a:ext uri="{FF2B5EF4-FFF2-40B4-BE49-F238E27FC236}">
                <a16:creationId xmlns:a16="http://schemas.microsoft.com/office/drawing/2014/main" id="{399DCF20-0787-3268-F7B8-0FDE1A466F9E}"/>
              </a:ext>
            </a:extLst>
          </p:cNvPr>
          <p:cNvSpPr>
            <a:spLocks noGrp="1"/>
          </p:cNvSpPr>
          <p:nvPr>
            <p:ph sz="quarter" idx="11"/>
          </p:nvPr>
        </p:nvSpPr>
        <p:spPr>
          <a:xfrm>
            <a:off x="566727" y="2392441"/>
            <a:ext cx="3950190" cy="3967795"/>
          </a:xfrm>
        </p:spPr>
        <p:txBody>
          <a:bodyPr>
            <a:normAutofit/>
          </a:bodyPr>
          <a:lstStyle/>
          <a:p>
            <a:pPr marL="342900" indent="-342900">
              <a:buFont typeface="Arial" panose="020B0604020202020204" pitchFamily="34" charset="0"/>
              <a:buChar char="•"/>
            </a:pPr>
            <a:r>
              <a:rPr lang="en-US" sz="2400" dirty="0"/>
              <a:t>Promotes flexibility and pursuit of values and goals rather than constant striving to eliminate or escape life’s troubles.</a:t>
            </a:r>
          </a:p>
          <a:p>
            <a:pPr marL="342900" indent="-342900">
              <a:buFont typeface="Arial" panose="020B0604020202020204" pitchFamily="34" charset="0"/>
              <a:buChar char="•"/>
            </a:pPr>
            <a:r>
              <a:rPr lang="en-US" sz="2400" dirty="0"/>
              <a:t>Incorporates mindful awareness and acceptance.</a:t>
            </a:r>
          </a:p>
          <a:p>
            <a:pPr marL="342900" indent="-342900">
              <a:buFont typeface="Arial" panose="020B0604020202020204" pitchFamily="34" charset="0"/>
              <a:buChar char="•"/>
            </a:pPr>
            <a:endParaRPr lang="en-US" sz="2400" dirty="0"/>
          </a:p>
        </p:txBody>
      </p:sp>
      <p:pic>
        <p:nvPicPr>
          <p:cNvPr id="1026" name="Picture 2" descr="Diagram illustrating six core principles of mindfulness and acceptance in a hexagonal layout with connecting lines and circular nodes. Each principle is labeled with a title and brief explanation, including Being Present, Values, Commitment, Self as Context, Defusion, and Acceptance, emphasizing focus, importance, action, identity, thought observation, and emotional willingness.&#10;">
            <a:extLst>
              <a:ext uri="{FF2B5EF4-FFF2-40B4-BE49-F238E27FC236}">
                <a16:creationId xmlns:a16="http://schemas.microsoft.com/office/drawing/2014/main" id="{F55D6BF1-6C38-F32D-BFA0-ADBFC30D2AF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065542" y="2150048"/>
            <a:ext cx="6595907" cy="4122441"/>
          </a:xfrm>
          <a:prstGeom prst="rect">
            <a:avLst/>
          </a:prstGeom>
          <a:solidFill>
            <a:srgbClr val="FFFFFF"/>
          </a:solidFill>
        </p:spPr>
      </p:pic>
    </p:spTree>
    <p:extLst>
      <p:ext uri="{BB962C8B-B14F-4D97-AF65-F5344CB8AC3E}">
        <p14:creationId xmlns:p14="http://schemas.microsoft.com/office/powerpoint/2010/main" val="3830650381"/>
      </p:ext>
    </p:extLst>
  </p:cSld>
  <p:clrMapOvr>
    <a:masterClrMapping/>
  </p:clrMapOvr>
  <mc:AlternateContent xmlns:mc="http://schemas.openxmlformats.org/markup-compatibility/2006" xmlns:p14="http://schemas.microsoft.com/office/powerpoint/2010/main">
    <mc:Choice Requires="p14">
      <p:transition spd="slow" p14:dur="2000" advTm="65467"/>
    </mc:Choice>
    <mc:Fallback xmlns="">
      <p:transition spd="slow" advTm="6546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17CF5-4093-67F1-0CE3-00744EFD00E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31921C8-4747-E6DA-F37F-9E0833634203}"/>
              </a:ext>
            </a:extLst>
          </p:cNvPr>
          <p:cNvSpPr>
            <a:spLocks noGrp="1"/>
          </p:cNvSpPr>
          <p:nvPr>
            <p:ph type="title"/>
          </p:nvPr>
        </p:nvSpPr>
        <p:spPr>
          <a:xfrm>
            <a:off x="566726" y="1097238"/>
            <a:ext cx="11094723" cy="1207457"/>
          </a:xfrm>
        </p:spPr>
        <p:txBody>
          <a:bodyPr anchor="t">
            <a:normAutofit/>
          </a:bodyPr>
          <a:lstStyle/>
          <a:p>
            <a:r>
              <a:rPr lang="en-US" dirty="0"/>
              <a:t>Expressive Writing</a:t>
            </a:r>
          </a:p>
        </p:txBody>
      </p:sp>
      <p:sp>
        <p:nvSpPr>
          <p:cNvPr id="3" name="Slide Number Placeholder 2">
            <a:extLst>
              <a:ext uri="{FF2B5EF4-FFF2-40B4-BE49-F238E27FC236}">
                <a16:creationId xmlns:a16="http://schemas.microsoft.com/office/drawing/2014/main" id="{826917AD-C9F1-5C63-A4BE-1F615BA550A5}"/>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8</a:t>
            </a:fld>
            <a:endParaRPr lang="en-US"/>
          </a:p>
        </p:txBody>
      </p:sp>
      <p:sp>
        <p:nvSpPr>
          <p:cNvPr id="6" name="Content Placeholder 5">
            <a:extLst>
              <a:ext uri="{FF2B5EF4-FFF2-40B4-BE49-F238E27FC236}">
                <a16:creationId xmlns:a16="http://schemas.microsoft.com/office/drawing/2014/main" id="{FCE55103-A690-D9F9-F930-AFB21B755ADD}"/>
              </a:ext>
            </a:extLst>
          </p:cNvPr>
          <p:cNvSpPr>
            <a:spLocks noGrp="1"/>
          </p:cNvSpPr>
          <p:nvPr>
            <p:ph sz="quarter" idx="11"/>
          </p:nvPr>
        </p:nvSpPr>
        <p:spPr>
          <a:xfrm>
            <a:off x="566727" y="2392441"/>
            <a:ext cx="4188154" cy="3967795"/>
          </a:xfrm>
        </p:spPr>
        <p:txBody>
          <a:bodyPr>
            <a:normAutofit/>
          </a:bodyPr>
          <a:lstStyle/>
          <a:p>
            <a:pPr marL="342900" indent="-342900"/>
            <a:r>
              <a:rPr lang="en-US" dirty="0"/>
              <a:t>Writing one’s deepest thoughts and feelings about a traumatic or stressful event.</a:t>
            </a:r>
          </a:p>
          <a:p>
            <a:pPr marL="342900" indent="-342900"/>
            <a:r>
              <a:rPr lang="en-US" dirty="0"/>
              <a:t>Has been shown to improve psychological and physiological indicators of stress and direct indicators of health (for example, wound healing)</a:t>
            </a:r>
          </a:p>
          <a:p>
            <a:pPr marL="342900" indent="-342900"/>
            <a:r>
              <a:rPr lang="en-US" dirty="0"/>
              <a:t>Variation: dream scripts and lucid dreaming</a:t>
            </a:r>
          </a:p>
          <a:p>
            <a:pPr marL="342900" indent="-342900">
              <a:buFont typeface="Arial" panose="020B0604020202020204" pitchFamily="34" charset="0"/>
              <a:buChar char="•"/>
            </a:pPr>
            <a:endParaRPr lang="en-US" dirty="0"/>
          </a:p>
        </p:txBody>
      </p:sp>
      <p:pic>
        <p:nvPicPr>
          <p:cNvPr id="4" name="Content Placeholder 3">
            <a:extLst>
              <a:ext uri="{FF2B5EF4-FFF2-40B4-BE49-F238E27FC236}">
                <a16:creationId xmlns:a16="http://schemas.microsoft.com/office/drawing/2014/main" id="{F70436CA-B562-2BE7-5542-C4578A874501}"/>
              </a:ext>
              <a:ext uri="{C183D7F6-B498-43B3-948B-1728B52AA6E4}">
                <adec:decorative xmlns:adec="http://schemas.microsoft.com/office/drawing/2017/decorative" val="1"/>
              </a:ext>
            </a:extLst>
          </p:cNvPr>
          <p:cNvPicPr>
            <a:picLocks noGrp="1" noChangeAspect="1"/>
          </p:cNvPicPr>
          <p:nvPr>
            <p:ph sz="quarter" idx="10"/>
          </p:nvPr>
        </p:nvPicPr>
        <p:blipFill>
          <a:blip r:embed="rId3">
            <a:extLst>
              <a:ext uri="{837473B0-CC2E-450A-ABE3-18F120FF3D39}">
                <a1611:picAttrSrcUrl xmlns:a1611="http://schemas.microsoft.com/office/drawing/2016/11/main" r:id="rId4"/>
              </a:ext>
            </a:extLst>
          </a:blip>
          <a:stretch>
            <a:fillRect/>
          </a:stretch>
        </p:blipFill>
        <p:spPr>
          <a:xfrm>
            <a:off x="6367463" y="2600693"/>
            <a:ext cx="5303837" cy="3550502"/>
          </a:xfrm>
        </p:spPr>
      </p:pic>
    </p:spTree>
    <p:extLst>
      <p:ext uri="{BB962C8B-B14F-4D97-AF65-F5344CB8AC3E}">
        <p14:creationId xmlns:p14="http://schemas.microsoft.com/office/powerpoint/2010/main" val="1708625117"/>
      </p:ext>
    </p:extLst>
  </p:cSld>
  <p:clrMapOvr>
    <a:masterClrMapping/>
  </p:clrMapOvr>
  <mc:AlternateContent xmlns:mc="http://schemas.openxmlformats.org/markup-compatibility/2006" xmlns:p14="http://schemas.microsoft.com/office/powerpoint/2010/main">
    <mc:Choice Requires="p14">
      <p:transition spd="slow" p14:dur="2000" advTm="236677"/>
    </mc:Choice>
    <mc:Fallback xmlns="">
      <p:transition spd="slow" advTm="23667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5CCCA-E087-0844-4B76-54FA92390F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8599B5C-8FD3-7A96-F1D3-98B847F1A003}"/>
              </a:ext>
            </a:extLst>
          </p:cNvPr>
          <p:cNvSpPr>
            <a:spLocks noGrp="1"/>
          </p:cNvSpPr>
          <p:nvPr>
            <p:ph type="title"/>
          </p:nvPr>
        </p:nvSpPr>
        <p:spPr>
          <a:xfrm>
            <a:off x="566726" y="1097238"/>
            <a:ext cx="11094723" cy="1207457"/>
          </a:xfrm>
        </p:spPr>
        <p:txBody>
          <a:bodyPr anchor="t">
            <a:normAutofit/>
          </a:bodyPr>
          <a:lstStyle/>
          <a:p>
            <a:r>
              <a:rPr lang="en-US" dirty="0"/>
              <a:t>Self-Affirmation</a:t>
            </a:r>
          </a:p>
        </p:txBody>
      </p:sp>
      <p:sp>
        <p:nvSpPr>
          <p:cNvPr id="3" name="Slide Number Placeholder 2">
            <a:extLst>
              <a:ext uri="{FF2B5EF4-FFF2-40B4-BE49-F238E27FC236}">
                <a16:creationId xmlns:a16="http://schemas.microsoft.com/office/drawing/2014/main" id="{1E13A1D4-E09C-5AF7-C07F-C54D8AB00ABC}"/>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9</a:t>
            </a:fld>
            <a:endParaRPr lang="en-US"/>
          </a:p>
        </p:txBody>
      </p:sp>
      <p:sp>
        <p:nvSpPr>
          <p:cNvPr id="6" name="Content Placeholder 5">
            <a:extLst>
              <a:ext uri="{FF2B5EF4-FFF2-40B4-BE49-F238E27FC236}">
                <a16:creationId xmlns:a16="http://schemas.microsoft.com/office/drawing/2014/main" id="{5484676D-BB20-5F7F-8E9B-0DE0EA373C24}"/>
              </a:ext>
            </a:extLst>
          </p:cNvPr>
          <p:cNvSpPr>
            <a:spLocks noGrp="1"/>
          </p:cNvSpPr>
          <p:nvPr>
            <p:ph sz="quarter" idx="11"/>
          </p:nvPr>
        </p:nvSpPr>
        <p:spPr>
          <a:xfrm>
            <a:off x="566726" y="2392441"/>
            <a:ext cx="5303523" cy="3967795"/>
          </a:xfrm>
        </p:spPr>
        <p:txBody>
          <a:bodyPr>
            <a:normAutofit/>
          </a:bodyPr>
          <a:lstStyle/>
          <a:p>
            <a:pPr marL="342900" indent="-342900">
              <a:buFont typeface="Arial" panose="020B0604020202020204" pitchFamily="34" charset="0"/>
              <a:buChar char="•"/>
            </a:pPr>
            <a:r>
              <a:rPr lang="en-US" b="1" u="sng" dirty="0"/>
              <a:t>Self-affirmation</a:t>
            </a:r>
            <a:r>
              <a:rPr lang="en-US" dirty="0"/>
              <a:t> – when people positively affirm their values</a:t>
            </a:r>
          </a:p>
          <a:p>
            <a:pPr marL="342900" indent="-342900">
              <a:buFont typeface="Arial" panose="020B0604020202020204" pitchFamily="34" charset="0"/>
              <a:buChar char="•"/>
            </a:pPr>
            <a:r>
              <a:rPr lang="en-US" dirty="0"/>
              <a:t>Has a wide variety of effects, including:</a:t>
            </a:r>
          </a:p>
          <a:p>
            <a:pPr marL="690372" lvl="1"/>
            <a:r>
              <a:rPr lang="en-US" sz="2000" dirty="0"/>
              <a:t>Helps individuals feel better about themselves.</a:t>
            </a:r>
          </a:p>
          <a:p>
            <a:pPr marL="690372" lvl="1"/>
            <a:r>
              <a:rPr lang="en-US" sz="2000" dirty="0"/>
              <a:t>Lowers physiological activity and distress.</a:t>
            </a:r>
          </a:p>
          <a:p>
            <a:pPr marL="690372" lvl="1"/>
            <a:r>
              <a:rPr lang="en-US" sz="2000" dirty="0"/>
              <a:t>Reduces defensive reactions to health threats.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5AD2C1F8-1411-6AD0-8270-09D0F84EBF79}"/>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rcRect r="10781" b="2"/>
          <a:stretch>
            <a:fillRect/>
          </a:stretch>
        </p:blipFill>
        <p:spPr>
          <a:xfrm>
            <a:off x="6367472" y="2392441"/>
            <a:ext cx="5303523" cy="3967795"/>
          </a:xfrm>
          <a:prstGeom prst="rect">
            <a:avLst/>
          </a:prstGeom>
          <a:noFill/>
        </p:spPr>
      </p:pic>
      <p:sp>
        <p:nvSpPr>
          <p:cNvPr id="7" name="TextBox 6">
            <a:extLst>
              <a:ext uri="{FF2B5EF4-FFF2-40B4-BE49-F238E27FC236}">
                <a16:creationId xmlns:a16="http://schemas.microsoft.com/office/drawing/2014/main" id="{99C044A6-8454-7FC9-504A-3FA3A3FC77B2}"/>
              </a:ext>
            </a:extLst>
          </p:cNvPr>
          <p:cNvSpPr txBox="1"/>
          <p:nvPr/>
        </p:nvSpPr>
        <p:spPr>
          <a:xfrm>
            <a:off x="8801300" y="6160181"/>
            <a:ext cx="2869695"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feelslikehomeblog.com/product/40-printable-positive-affirmations-for-christians-with-anxiety/">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n-US" sz="700">
              <a:solidFill>
                <a:srgbClr val="FFFFFF"/>
              </a:solidFill>
            </a:endParaRPr>
          </a:p>
        </p:txBody>
      </p:sp>
    </p:spTree>
    <p:extLst>
      <p:ext uri="{BB962C8B-B14F-4D97-AF65-F5344CB8AC3E}">
        <p14:creationId xmlns:p14="http://schemas.microsoft.com/office/powerpoint/2010/main" val="2680154314"/>
      </p:ext>
    </p:extLst>
  </p:cSld>
  <p:clrMapOvr>
    <a:masterClrMapping/>
  </p:clrMapOvr>
  <mc:AlternateContent xmlns:mc="http://schemas.openxmlformats.org/markup-compatibility/2006" xmlns:p14="http://schemas.microsoft.com/office/powerpoint/2010/main">
    <mc:Choice Requires="p14">
      <p:transition spd="slow" p14:dur="2000" advTm="156197"/>
    </mc:Choice>
    <mc:Fallback xmlns="">
      <p:transition spd="slow" advTm="15619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FC6D-797F-B346-4731-BF6F506800E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868FD3-C5C3-B7A8-C87A-D3353C95597B}"/>
              </a:ext>
            </a:extLst>
          </p:cNvPr>
          <p:cNvSpPr>
            <a:spLocks noGrp="1"/>
          </p:cNvSpPr>
          <p:nvPr>
            <p:ph type="title"/>
          </p:nvPr>
        </p:nvSpPr>
        <p:spPr>
          <a:xfrm>
            <a:off x="566726" y="1097238"/>
            <a:ext cx="11094723" cy="1207457"/>
          </a:xfrm>
        </p:spPr>
        <p:txBody>
          <a:bodyPr anchor="t">
            <a:normAutofit/>
          </a:bodyPr>
          <a:lstStyle/>
          <a:p>
            <a:r>
              <a:rPr lang="en-US" dirty="0"/>
              <a:t>Relaxation Training</a:t>
            </a:r>
          </a:p>
        </p:txBody>
      </p:sp>
      <p:sp>
        <p:nvSpPr>
          <p:cNvPr id="3" name="Slide Number Placeholder 2">
            <a:extLst>
              <a:ext uri="{FF2B5EF4-FFF2-40B4-BE49-F238E27FC236}">
                <a16:creationId xmlns:a16="http://schemas.microsoft.com/office/drawing/2014/main" id="{D1E1D2F9-13BD-9AEA-238F-E0379B48D80E}"/>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10</a:t>
            </a:fld>
            <a:endParaRPr lang="en-US"/>
          </a:p>
        </p:txBody>
      </p:sp>
      <p:sp>
        <p:nvSpPr>
          <p:cNvPr id="6" name="Content Placeholder 5">
            <a:extLst>
              <a:ext uri="{FF2B5EF4-FFF2-40B4-BE49-F238E27FC236}">
                <a16:creationId xmlns:a16="http://schemas.microsoft.com/office/drawing/2014/main" id="{D87215B9-6A0E-CC25-17AC-6D2EC1E40711}"/>
              </a:ext>
            </a:extLst>
          </p:cNvPr>
          <p:cNvSpPr>
            <a:spLocks noGrp="1"/>
          </p:cNvSpPr>
          <p:nvPr>
            <p:ph sz="quarter" idx="11"/>
          </p:nvPr>
        </p:nvSpPr>
        <p:spPr>
          <a:xfrm>
            <a:off x="566727" y="2392441"/>
            <a:ext cx="4214594" cy="3967795"/>
          </a:xfrm>
        </p:spPr>
        <p:txBody>
          <a:bodyPr>
            <a:normAutofit/>
          </a:bodyPr>
          <a:lstStyle/>
          <a:p>
            <a:pPr marL="342900" indent="-342900">
              <a:buFont typeface="Arial" panose="020B0604020202020204" pitchFamily="34" charset="0"/>
              <a:buChar char="•"/>
            </a:pPr>
            <a:r>
              <a:rPr lang="en-US" b="1" u="sng" dirty="0"/>
              <a:t>Relaxation training</a:t>
            </a:r>
            <a:r>
              <a:rPr lang="en-US" dirty="0"/>
              <a:t> – reducing arousal by influencing the physiological experience of stress</a:t>
            </a:r>
          </a:p>
          <a:p>
            <a:pPr marL="342900" indent="-342900">
              <a:buFont typeface="Arial" panose="020B0604020202020204" pitchFamily="34" charset="0"/>
              <a:buChar char="•"/>
            </a:pPr>
            <a:r>
              <a:rPr lang="en-US" dirty="0"/>
              <a:t>Progressive muscle relaxation</a:t>
            </a:r>
          </a:p>
          <a:p>
            <a:pPr marL="342900" indent="-342900">
              <a:buFont typeface="Arial" panose="020B0604020202020204" pitchFamily="34" charset="0"/>
              <a:buChar char="•"/>
            </a:pPr>
            <a:r>
              <a:rPr lang="en-US" dirty="0"/>
              <a:t>Deep breathing &amp; square breathing</a:t>
            </a:r>
          </a:p>
          <a:p>
            <a:pPr marL="342900" indent="-342900">
              <a:buFont typeface="Arial" panose="020B0604020202020204" pitchFamily="34" charset="0"/>
              <a:buChar char="•"/>
            </a:pPr>
            <a:r>
              <a:rPr lang="en-US" dirty="0"/>
              <a:t>Guided imagery</a:t>
            </a:r>
          </a:p>
          <a:p>
            <a:pPr marL="342900" indent="-342900">
              <a:buFont typeface="Arial" panose="020B0604020202020204" pitchFamily="34" charset="0"/>
              <a:buChar char="•"/>
            </a:pPr>
            <a:r>
              <a:rPr lang="en-US" dirty="0"/>
              <a:t>Yoga </a:t>
            </a:r>
          </a:p>
          <a:p>
            <a:pPr marL="342900" indent="-342900">
              <a:buFont typeface="Arial" panose="020B0604020202020204" pitchFamily="34" charset="0"/>
              <a:buChar char="•"/>
            </a:pPr>
            <a:endParaRPr lang="en-US" dirty="0"/>
          </a:p>
        </p:txBody>
      </p:sp>
      <p:pic>
        <p:nvPicPr>
          <p:cNvPr id="4" name="Content Placeholder 3">
            <a:extLst>
              <a:ext uri="{FF2B5EF4-FFF2-40B4-BE49-F238E27FC236}">
                <a16:creationId xmlns:a16="http://schemas.microsoft.com/office/drawing/2014/main" id="{74762E28-82BE-2182-5B83-EE0A84EDECFB}"/>
              </a:ext>
              <a:ext uri="{C183D7F6-B498-43B3-948B-1728B52AA6E4}">
                <adec:decorative xmlns:adec="http://schemas.microsoft.com/office/drawing/2017/decorative" val="1"/>
              </a:ext>
            </a:extLst>
          </p:cNvPr>
          <p:cNvPicPr>
            <a:picLocks noGrp="1" noChangeAspect="1"/>
          </p:cNvPicPr>
          <p:nvPr>
            <p:ph sz="quarter" idx="10"/>
          </p:nvPr>
        </p:nvPicPr>
        <p:blipFill>
          <a:blip r:embed="rId3">
            <a:extLst>
              <a:ext uri="{837473B0-CC2E-450A-ABE3-18F120FF3D39}">
                <a1611:picAttrSrcUrl xmlns:a1611="http://schemas.microsoft.com/office/drawing/2016/11/main" r:id="rId4"/>
              </a:ext>
            </a:extLst>
          </a:blip>
          <a:stretch>
            <a:fillRect/>
          </a:stretch>
        </p:blipFill>
        <p:spPr>
          <a:xfrm>
            <a:off x="5075858" y="2068203"/>
            <a:ext cx="6585591" cy="3692559"/>
          </a:xfrm>
        </p:spPr>
      </p:pic>
    </p:spTree>
    <p:extLst>
      <p:ext uri="{BB962C8B-B14F-4D97-AF65-F5344CB8AC3E}">
        <p14:creationId xmlns:p14="http://schemas.microsoft.com/office/powerpoint/2010/main" val="4086129283"/>
      </p:ext>
    </p:extLst>
  </p:cSld>
  <p:clrMapOvr>
    <a:masterClrMapping/>
  </p:clrMapOvr>
  <mc:AlternateContent xmlns:mc="http://schemas.openxmlformats.org/markup-compatibility/2006" xmlns:p14="http://schemas.microsoft.com/office/powerpoint/2010/main">
    <mc:Choice Requires="p14">
      <p:transition spd="slow" p14:dur="2000" advTm="535032"/>
    </mc:Choice>
    <mc:Fallback xmlns="">
      <p:transition spd="slow" advTm="53503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0EB43-CD56-8100-2647-7C8A95FA48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9DAA448-C864-B67B-4D02-63019CEF364D}"/>
              </a:ext>
            </a:extLst>
          </p:cNvPr>
          <p:cNvSpPr>
            <a:spLocks noGrp="1"/>
          </p:cNvSpPr>
          <p:nvPr>
            <p:ph type="title"/>
          </p:nvPr>
        </p:nvSpPr>
        <p:spPr>
          <a:xfrm>
            <a:off x="566726" y="1097238"/>
            <a:ext cx="11094723" cy="1207457"/>
          </a:xfrm>
        </p:spPr>
        <p:txBody>
          <a:bodyPr anchor="t">
            <a:normAutofit/>
          </a:bodyPr>
          <a:lstStyle/>
          <a:p>
            <a:r>
              <a:rPr lang="en-US" dirty="0"/>
              <a:t>Coping Skills Training</a:t>
            </a:r>
          </a:p>
        </p:txBody>
      </p:sp>
      <p:sp>
        <p:nvSpPr>
          <p:cNvPr id="3" name="Slide Number Placeholder 2">
            <a:extLst>
              <a:ext uri="{FF2B5EF4-FFF2-40B4-BE49-F238E27FC236}">
                <a16:creationId xmlns:a16="http://schemas.microsoft.com/office/drawing/2014/main" id="{C0B710E0-CD23-77E2-E163-793C6750734C}"/>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11</a:t>
            </a:fld>
            <a:endParaRPr lang="en-US"/>
          </a:p>
        </p:txBody>
      </p:sp>
      <p:sp>
        <p:nvSpPr>
          <p:cNvPr id="11" name="Content Placeholder 3">
            <a:extLst>
              <a:ext uri="{FF2B5EF4-FFF2-40B4-BE49-F238E27FC236}">
                <a16:creationId xmlns:a16="http://schemas.microsoft.com/office/drawing/2014/main" id="{3B76A994-C4C6-E315-7A11-FE74B25CE81C}"/>
              </a:ext>
            </a:extLst>
          </p:cNvPr>
          <p:cNvSpPr>
            <a:spLocks noGrp="1"/>
          </p:cNvSpPr>
          <p:nvPr>
            <p:ph sz="quarter" idx="11"/>
          </p:nvPr>
        </p:nvSpPr>
        <p:spPr>
          <a:xfrm>
            <a:off x="566726" y="2392441"/>
            <a:ext cx="5303523" cy="3967795"/>
          </a:xfrm>
        </p:spPr>
        <p:txBody>
          <a:bodyPr/>
          <a:lstStyle/>
          <a:p>
            <a:r>
              <a:rPr lang="en-US" dirty="0"/>
              <a:t>Create stress management programs, which involve three phases:</a:t>
            </a:r>
          </a:p>
          <a:p>
            <a:pPr lvl="1"/>
            <a:r>
              <a:rPr lang="en-US" dirty="0"/>
              <a:t>Learning and identifying stressors</a:t>
            </a:r>
          </a:p>
          <a:p>
            <a:pPr lvl="1"/>
            <a:r>
              <a:rPr lang="en-US" dirty="0"/>
              <a:t>Training stress coping skills</a:t>
            </a:r>
          </a:p>
          <a:p>
            <a:pPr lvl="1"/>
            <a:r>
              <a:rPr lang="en-US" dirty="0"/>
              <a:t>Practicing the techniques</a:t>
            </a:r>
          </a:p>
          <a:p>
            <a:r>
              <a:rPr lang="en-US" dirty="0"/>
              <a:t>Techniques often include aspects like time management/ planning and how to change self-talk</a:t>
            </a:r>
          </a:p>
        </p:txBody>
      </p:sp>
      <p:pic>
        <p:nvPicPr>
          <p:cNvPr id="2050" name="Picture 2">
            <a:extLst>
              <a:ext uri="{FF2B5EF4-FFF2-40B4-BE49-F238E27FC236}">
                <a16:creationId xmlns:a16="http://schemas.microsoft.com/office/drawing/2014/main" id="{19834B54-3E3A-1B08-A14C-DDA45ADBA7A5}"/>
              </a:ext>
              <a:ext uri="{C183D7F6-B498-43B3-948B-1728B52AA6E4}">
                <adec:decorative xmlns:adec="http://schemas.microsoft.com/office/drawing/2017/decorative" val="1"/>
              </a:ext>
            </a:extLst>
          </p:cNvPr>
          <p:cNvPicPr>
            <a:picLocks noGrp="1" noChangeAspect="1" noChangeArrowheads="1"/>
          </p:cNvPicPr>
          <p:nvPr>
            <p:ph sz="quarter" idx="10"/>
          </p:nvPr>
        </p:nvPicPr>
        <p:blipFill>
          <a:blip r:embed="rId3">
            <a:extLst>
              <a:ext uri="{28A0092B-C50C-407E-A947-70E740481C1C}">
                <a14:useLocalDpi xmlns:a14="http://schemas.microsoft.com/office/drawing/2010/main" val="0"/>
              </a:ext>
            </a:extLst>
          </a:blip>
          <a:srcRect/>
          <a:stretch>
            <a:fillRect/>
          </a:stretch>
        </p:blipFill>
        <p:spPr bwMode="auto">
          <a:xfrm>
            <a:off x="6508008" y="1097238"/>
            <a:ext cx="4996080" cy="4996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9829780"/>
      </p:ext>
    </p:extLst>
  </p:cSld>
  <p:clrMapOvr>
    <a:masterClrMapping/>
  </p:clrMapOvr>
  <mc:AlternateContent xmlns:mc="http://schemas.openxmlformats.org/markup-compatibility/2006" xmlns:p14="http://schemas.microsoft.com/office/powerpoint/2010/main">
    <mc:Choice Requires="p14">
      <p:transition spd="slow" p14:dur="2000" advTm="162402"/>
    </mc:Choice>
    <mc:Fallback xmlns="">
      <p:transition spd="slow" advTm="16240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7EB67-3CF6-A773-8EF3-C2C91BC813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262519F-8AAD-473A-4458-74DCD7725C0C}"/>
              </a:ext>
            </a:extLst>
          </p:cNvPr>
          <p:cNvSpPr>
            <a:spLocks noGrp="1"/>
          </p:cNvSpPr>
          <p:nvPr>
            <p:ph type="title"/>
          </p:nvPr>
        </p:nvSpPr>
        <p:spPr>
          <a:xfrm>
            <a:off x="576273" y="863457"/>
            <a:ext cx="11094723" cy="714145"/>
          </a:xfrm>
        </p:spPr>
        <p:txBody>
          <a:bodyPr/>
          <a:lstStyle/>
          <a:p>
            <a:r>
              <a:rPr lang="en-US" dirty="0"/>
              <a:t>Social Support</a:t>
            </a:r>
          </a:p>
        </p:txBody>
      </p:sp>
      <p:sp>
        <p:nvSpPr>
          <p:cNvPr id="3" name="Slide Number Placeholder 2">
            <a:extLst>
              <a:ext uri="{FF2B5EF4-FFF2-40B4-BE49-F238E27FC236}">
                <a16:creationId xmlns:a16="http://schemas.microsoft.com/office/drawing/2014/main" id="{9A414067-125F-234E-ECC7-56D45B62B4A6}"/>
              </a:ext>
            </a:extLst>
          </p:cNvPr>
          <p:cNvSpPr>
            <a:spLocks noGrp="1"/>
          </p:cNvSpPr>
          <p:nvPr>
            <p:ph type="sldNum" sz="quarter" idx="4"/>
          </p:nvPr>
        </p:nvSpPr>
        <p:spPr/>
        <p:txBody>
          <a:bodyPr/>
          <a:lstStyle/>
          <a:p>
            <a:fld id="{6D22F896-40B5-4ADD-8801-0D06FADFA095}" type="slidenum">
              <a:rPr lang="en-US" smtClean="0"/>
              <a:pPr/>
              <a:t>12</a:t>
            </a:fld>
            <a:endParaRPr lang="en-US" dirty="0"/>
          </a:p>
        </p:txBody>
      </p:sp>
      <p:sp>
        <p:nvSpPr>
          <p:cNvPr id="6" name="Content Placeholder 5">
            <a:extLst>
              <a:ext uri="{FF2B5EF4-FFF2-40B4-BE49-F238E27FC236}">
                <a16:creationId xmlns:a16="http://schemas.microsoft.com/office/drawing/2014/main" id="{DD3875F7-A872-92EE-51FF-3FD0343B855E}"/>
              </a:ext>
            </a:extLst>
          </p:cNvPr>
          <p:cNvSpPr>
            <a:spLocks noGrp="1"/>
          </p:cNvSpPr>
          <p:nvPr>
            <p:ph sz="quarter" idx="10"/>
          </p:nvPr>
        </p:nvSpPr>
        <p:spPr>
          <a:xfrm>
            <a:off x="566726" y="1793965"/>
            <a:ext cx="11104270" cy="4566271"/>
          </a:xfrm>
        </p:spPr>
        <p:txBody>
          <a:bodyPr>
            <a:normAutofit lnSpcReduction="10000"/>
          </a:bodyPr>
          <a:lstStyle/>
          <a:p>
            <a:pPr marL="342900" indent="-342900">
              <a:buFont typeface="Arial" panose="020B0604020202020204" pitchFamily="34" charset="0"/>
              <a:buChar char="•"/>
            </a:pPr>
            <a:r>
              <a:rPr lang="en-US" b="1" u="sng" dirty="0"/>
              <a:t>Social support</a:t>
            </a:r>
            <a:r>
              <a:rPr lang="en-US" dirty="0"/>
              <a:t> – information from others that one is loved and cared for, esteemed and valued, and part of a network of communication and mutual obligations.</a:t>
            </a:r>
          </a:p>
          <a:p>
            <a:pPr marL="342900" indent="-342900">
              <a:buFont typeface="Arial" panose="020B0604020202020204" pitchFamily="34" charset="0"/>
              <a:buChar char="•"/>
            </a:pPr>
            <a:r>
              <a:rPr lang="en-US" dirty="0"/>
              <a:t>Multiple types of support:</a:t>
            </a:r>
          </a:p>
          <a:p>
            <a:pPr marL="690372" lvl="1"/>
            <a:r>
              <a:rPr lang="en-US" dirty="0"/>
              <a:t>Tangible assistance (services, finances, material goods)</a:t>
            </a:r>
          </a:p>
          <a:p>
            <a:pPr marL="690372" lvl="1"/>
            <a:r>
              <a:rPr lang="en-US" dirty="0"/>
              <a:t>Informational support</a:t>
            </a:r>
          </a:p>
          <a:p>
            <a:pPr marL="690372" lvl="1"/>
            <a:r>
              <a:rPr lang="en-US" dirty="0"/>
              <a:t>Emotional support</a:t>
            </a:r>
          </a:p>
          <a:p>
            <a:pPr marL="690372" lvl="1"/>
            <a:r>
              <a:rPr lang="en-US" dirty="0"/>
              <a:t>Invisible support</a:t>
            </a:r>
          </a:p>
          <a:p>
            <a:pPr marL="342900" indent="-342900">
              <a:buFont typeface="Arial" panose="020B0604020202020204" pitchFamily="34" charset="0"/>
              <a:buChar char="•"/>
            </a:pPr>
            <a:r>
              <a:rPr lang="en-US" b="1" u="sng" dirty="0"/>
              <a:t>Direct effects hypothesis</a:t>
            </a:r>
            <a:r>
              <a:rPr lang="en-US" dirty="0"/>
              <a:t> – social support is generally beneficial during non-stressful as well as stressful times.</a:t>
            </a:r>
          </a:p>
          <a:p>
            <a:pPr marL="342900" indent="-342900">
              <a:buFont typeface="Arial" panose="020B0604020202020204" pitchFamily="34" charset="0"/>
              <a:buChar char="•"/>
            </a:pPr>
            <a:r>
              <a:rPr lang="en-US" b="1" u="sng" dirty="0"/>
              <a:t>Buffering hypothesis</a:t>
            </a:r>
            <a:r>
              <a:rPr lang="en-US" dirty="0"/>
              <a:t> – physical and mental health benefits of social support are chiefly evident during periods of high stress.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943018356"/>
      </p:ext>
    </p:extLst>
  </p:cSld>
  <p:clrMapOvr>
    <a:masterClrMapping/>
  </p:clrMapOvr>
  <mc:AlternateContent xmlns:mc="http://schemas.openxmlformats.org/markup-compatibility/2006" xmlns:p14="http://schemas.microsoft.com/office/powerpoint/2010/main">
    <mc:Choice Requires="p14">
      <p:transition spd="slow" p14:dur="2000" advTm="273091"/>
    </mc:Choice>
    <mc:Fallback xmlns="">
      <p:transition spd="slow" advTm="27309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3CBE5-5FEE-E39B-8846-A614330939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1A2B4E2-7A07-FC74-58D6-552218371F14}"/>
              </a:ext>
            </a:extLst>
          </p:cNvPr>
          <p:cNvSpPr>
            <a:spLocks noGrp="1"/>
          </p:cNvSpPr>
          <p:nvPr>
            <p:ph type="title"/>
          </p:nvPr>
        </p:nvSpPr>
        <p:spPr>
          <a:xfrm>
            <a:off x="576273" y="863457"/>
            <a:ext cx="11094723" cy="714145"/>
          </a:xfrm>
        </p:spPr>
        <p:txBody>
          <a:bodyPr/>
          <a:lstStyle/>
          <a:p>
            <a:r>
              <a:rPr lang="en-US" dirty="0"/>
              <a:t>Social Support Outcomes</a:t>
            </a:r>
          </a:p>
        </p:txBody>
      </p:sp>
      <p:sp>
        <p:nvSpPr>
          <p:cNvPr id="3" name="Slide Number Placeholder 2">
            <a:extLst>
              <a:ext uri="{FF2B5EF4-FFF2-40B4-BE49-F238E27FC236}">
                <a16:creationId xmlns:a16="http://schemas.microsoft.com/office/drawing/2014/main" id="{120821B3-A6EE-1634-FED8-626147DE1183}"/>
              </a:ext>
            </a:extLst>
          </p:cNvPr>
          <p:cNvSpPr>
            <a:spLocks noGrp="1"/>
          </p:cNvSpPr>
          <p:nvPr>
            <p:ph type="sldNum" sz="quarter" idx="4"/>
          </p:nvPr>
        </p:nvSpPr>
        <p:spPr/>
        <p:txBody>
          <a:bodyPr/>
          <a:lstStyle/>
          <a:p>
            <a:fld id="{6D22F896-40B5-4ADD-8801-0D06FADFA095}" type="slidenum">
              <a:rPr lang="en-US" smtClean="0"/>
              <a:pPr/>
              <a:t>13</a:t>
            </a:fld>
            <a:endParaRPr lang="en-US" dirty="0"/>
          </a:p>
        </p:txBody>
      </p:sp>
      <p:sp>
        <p:nvSpPr>
          <p:cNvPr id="6" name="Content Placeholder 5">
            <a:extLst>
              <a:ext uri="{FF2B5EF4-FFF2-40B4-BE49-F238E27FC236}">
                <a16:creationId xmlns:a16="http://schemas.microsoft.com/office/drawing/2014/main" id="{6F01B951-BC5F-BF6C-EA67-32288763E885}"/>
              </a:ext>
            </a:extLst>
          </p:cNvPr>
          <p:cNvSpPr>
            <a:spLocks noGrp="1"/>
          </p:cNvSpPr>
          <p:nvPr>
            <p:ph sz="quarter" idx="10"/>
          </p:nvPr>
        </p:nvSpPr>
        <p:spPr>
          <a:xfrm>
            <a:off x="566726" y="1793965"/>
            <a:ext cx="11104270" cy="4566271"/>
          </a:xfrm>
        </p:spPr>
        <p:txBody>
          <a:bodyPr>
            <a:normAutofit/>
          </a:bodyPr>
          <a:lstStyle/>
          <a:p>
            <a:pPr marL="342900" indent="-342900">
              <a:buFont typeface="Arial" panose="020B0604020202020204" pitchFamily="34" charset="0"/>
              <a:buChar char="•"/>
            </a:pPr>
            <a:r>
              <a:rPr lang="en-US" dirty="0"/>
              <a:t>Lowers physiological and neuroendocrine responses to stress.</a:t>
            </a:r>
          </a:p>
          <a:p>
            <a:pPr marL="342900" indent="-342900">
              <a:buFont typeface="Arial" panose="020B0604020202020204" pitchFamily="34" charset="0"/>
              <a:buChar char="•"/>
            </a:pPr>
            <a:r>
              <a:rPr lang="en-US" dirty="0"/>
              <a:t>Decreases cortisol responses to stress.</a:t>
            </a:r>
          </a:p>
          <a:p>
            <a:pPr marL="342900" indent="-342900">
              <a:buFont typeface="Arial" panose="020B0604020202020204" pitchFamily="34" charset="0"/>
              <a:buChar char="•"/>
            </a:pPr>
            <a:r>
              <a:rPr lang="en-US" dirty="0"/>
              <a:t>Better immune functioning.</a:t>
            </a:r>
          </a:p>
          <a:p>
            <a:pPr marL="342900" indent="-342900">
              <a:buFont typeface="Arial" panose="020B0604020202020204" pitchFamily="34" charset="0"/>
              <a:buChar char="•"/>
            </a:pPr>
            <a:r>
              <a:rPr lang="en-US" dirty="0"/>
              <a:t>Modifies the brain’s responses to stress.</a:t>
            </a:r>
          </a:p>
          <a:p>
            <a:pPr marL="342900" indent="-342900">
              <a:buFont typeface="Arial" panose="020B0604020202020204" pitchFamily="34" charset="0"/>
              <a:buChar char="•"/>
            </a:pPr>
            <a:r>
              <a:rPr lang="en-US" dirty="0"/>
              <a:t>Lowers the likelihood of illness.</a:t>
            </a:r>
          </a:p>
          <a:p>
            <a:pPr marL="342900" indent="-342900">
              <a:buFont typeface="Arial" panose="020B0604020202020204" pitchFamily="34" charset="0"/>
              <a:buChar char="•"/>
            </a:pPr>
            <a:r>
              <a:rPr lang="en-US" dirty="0"/>
              <a:t>Speeds up recovery.</a:t>
            </a:r>
          </a:p>
          <a:p>
            <a:pPr marL="342900" indent="-342900">
              <a:buFont typeface="Arial" panose="020B0604020202020204" pitchFamily="34" charset="0"/>
              <a:buChar char="•"/>
            </a:pPr>
            <a:r>
              <a:rPr lang="en-US" dirty="0"/>
              <a:t>Reduces the risk of mortality.</a:t>
            </a:r>
          </a:p>
          <a:p>
            <a:pPr marL="342900" indent="-342900">
              <a:buFont typeface="Arial" panose="020B0604020202020204" pitchFamily="34" charset="0"/>
              <a:buChar char="•"/>
            </a:pPr>
            <a:r>
              <a:rPr lang="en-US" dirty="0"/>
              <a:t>Encourages individuals to use health services and stick to their medical regimens.</a:t>
            </a:r>
          </a:p>
          <a:p>
            <a:pPr marL="342900" indent="-342900">
              <a:buFont typeface="Arial" panose="020B0604020202020204" pitchFamily="34" charset="0"/>
              <a:buChar char="•"/>
            </a:pPr>
            <a:r>
              <a:rPr lang="en-US" dirty="0"/>
              <a:t>Can lead to some bad health habits.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450466655"/>
      </p:ext>
    </p:extLst>
  </p:cSld>
  <p:clrMapOvr>
    <a:masterClrMapping/>
  </p:clrMapOvr>
  <mc:AlternateContent xmlns:mc="http://schemas.openxmlformats.org/markup-compatibility/2006" xmlns:p14="http://schemas.microsoft.com/office/powerpoint/2010/main">
    <mc:Choice Requires="p14">
      <p:transition spd="slow" p14:dur="2000" advTm="77962"/>
    </mc:Choice>
    <mc:Fallback xmlns="">
      <p:transition spd="slow" advTm="7796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C0C68-FAE4-308A-089C-5EECBE27E0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2F21B91-2BC5-1E78-3923-777E2E60EDB6}"/>
              </a:ext>
            </a:extLst>
          </p:cNvPr>
          <p:cNvSpPr>
            <a:spLocks noGrp="1"/>
          </p:cNvSpPr>
          <p:nvPr>
            <p:ph type="title"/>
          </p:nvPr>
        </p:nvSpPr>
        <p:spPr>
          <a:xfrm>
            <a:off x="576273" y="863457"/>
            <a:ext cx="11094723" cy="714145"/>
          </a:xfrm>
        </p:spPr>
        <p:txBody>
          <a:bodyPr/>
          <a:lstStyle/>
          <a:p>
            <a:r>
              <a:rPr lang="en-US" dirty="0"/>
              <a:t>Social Support – The Balance</a:t>
            </a:r>
          </a:p>
        </p:txBody>
      </p:sp>
      <p:sp>
        <p:nvSpPr>
          <p:cNvPr id="3" name="Slide Number Placeholder 2">
            <a:extLst>
              <a:ext uri="{FF2B5EF4-FFF2-40B4-BE49-F238E27FC236}">
                <a16:creationId xmlns:a16="http://schemas.microsoft.com/office/drawing/2014/main" id="{6BD981F7-15FF-7E21-674F-11654EE0299E}"/>
              </a:ext>
            </a:extLst>
          </p:cNvPr>
          <p:cNvSpPr>
            <a:spLocks noGrp="1"/>
          </p:cNvSpPr>
          <p:nvPr>
            <p:ph type="sldNum" sz="quarter" idx="4"/>
          </p:nvPr>
        </p:nvSpPr>
        <p:spPr/>
        <p:txBody>
          <a:bodyPr/>
          <a:lstStyle/>
          <a:p>
            <a:fld id="{6D22F896-40B5-4ADD-8801-0D06FADFA095}" type="slidenum">
              <a:rPr lang="en-US" smtClean="0"/>
              <a:pPr/>
              <a:t>14</a:t>
            </a:fld>
            <a:endParaRPr lang="en-US" dirty="0"/>
          </a:p>
        </p:txBody>
      </p:sp>
      <p:pic>
        <p:nvPicPr>
          <p:cNvPr id="8" name="Content Placeholder 7">
            <a:extLst>
              <a:ext uri="{FF2B5EF4-FFF2-40B4-BE49-F238E27FC236}">
                <a16:creationId xmlns:a16="http://schemas.microsoft.com/office/drawing/2014/main" id="{8264EC3D-7180-A1EE-6AC5-866E1F353EF6}"/>
              </a:ext>
              <a:ext uri="{C183D7F6-B498-43B3-948B-1728B52AA6E4}">
                <adec:decorative xmlns:adec="http://schemas.microsoft.com/office/drawing/2017/decorative" val="1"/>
              </a:ext>
            </a:extLst>
          </p:cNvPr>
          <p:cNvPicPr>
            <a:picLocks noGrp="1" noChangeAspect="1"/>
          </p:cNvPicPr>
          <p:nvPr>
            <p:ph sz="quarter" idx="10"/>
          </p:nvPr>
        </p:nvPicPr>
        <p:blipFill>
          <a:blip r:embed="rId3">
            <a:extLst>
              <a:ext uri="{837473B0-CC2E-450A-ABE3-18F120FF3D39}">
                <a1611:picAttrSrcUrl xmlns:a1611="http://schemas.microsoft.com/office/drawing/2016/11/main" r:id="rId4"/>
              </a:ext>
            </a:extLst>
          </a:blip>
          <a:stretch>
            <a:fillRect/>
          </a:stretch>
        </p:blipFill>
        <p:spPr>
          <a:xfrm>
            <a:off x="3271406" y="2159931"/>
            <a:ext cx="5649187" cy="3648433"/>
          </a:xfrm>
        </p:spPr>
      </p:pic>
      <p:sp>
        <p:nvSpPr>
          <p:cNvPr id="9" name="TextBox 8">
            <a:extLst>
              <a:ext uri="{FF2B5EF4-FFF2-40B4-BE49-F238E27FC236}">
                <a16:creationId xmlns:a16="http://schemas.microsoft.com/office/drawing/2014/main" id="{11DF3DF0-3C22-879A-FE68-50C5F22E1995}"/>
              </a:ext>
            </a:extLst>
          </p:cNvPr>
          <p:cNvSpPr txBox="1"/>
          <p:nvPr/>
        </p:nvSpPr>
        <p:spPr>
          <a:xfrm>
            <a:off x="1057514" y="3010648"/>
            <a:ext cx="2678463" cy="1015663"/>
          </a:xfrm>
          <a:prstGeom prst="rect">
            <a:avLst/>
          </a:prstGeom>
          <a:noFill/>
        </p:spPr>
        <p:txBody>
          <a:bodyPr wrap="square" rtlCol="0">
            <a:spAutoFit/>
          </a:bodyPr>
          <a:lstStyle/>
          <a:p>
            <a:r>
              <a:rPr lang="en-US" sz="2000" dirty="0">
                <a:solidFill>
                  <a:schemeClr val="bg1"/>
                </a:solidFill>
              </a:rPr>
              <a:t>Provide support that meets the needs of a stressful event</a:t>
            </a:r>
          </a:p>
        </p:txBody>
      </p:sp>
      <p:sp>
        <p:nvSpPr>
          <p:cNvPr id="10" name="TextBox 9">
            <a:extLst>
              <a:ext uri="{FF2B5EF4-FFF2-40B4-BE49-F238E27FC236}">
                <a16:creationId xmlns:a16="http://schemas.microsoft.com/office/drawing/2014/main" id="{FB1ECFBA-AA62-706F-9506-B4B3580C0986}"/>
              </a:ext>
            </a:extLst>
          </p:cNvPr>
          <p:cNvSpPr txBox="1"/>
          <p:nvPr/>
        </p:nvSpPr>
        <p:spPr>
          <a:xfrm>
            <a:off x="8992533" y="3010647"/>
            <a:ext cx="2678463" cy="1323439"/>
          </a:xfrm>
          <a:prstGeom prst="rect">
            <a:avLst/>
          </a:prstGeom>
          <a:noFill/>
        </p:spPr>
        <p:txBody>
          <a:bodyPr wrap="square" rtlCol="0">
            <a:spAutoFit/>
          </a:bodyPr>
          <a:lstStyle/>
          <a:p>
            <a:r>
              <a:rPr lang="en-US" sz="2000" dirty="0">
                <a:solidFill>
                  <a:schemeClr val="bg1"/>
                </a:solidFill>
              </a:rPr>
              <a:t>Respect the person, being careful not to control, direct, or cross boundaries</a:t>
            </a:r>
          </a:p>
        </p:txBody>
      </p:sp>
    </p:spTree>
    <p:extLst>
      <p:ext uri="{BB962C8B-B14F-4D97-AF65-F5344CB8AC3E}">
        <p14:creationId xmlns:p14="http://schemas.microsoft.com/office/powerpoint/2010/main" val="1925031449"/>
      </p:ext>
    </p:extLst>
  </p:cSld>
  <p:clrMapOvr>
    <a:masterClrMapping/>
  </p:clrMapOvr>
  <mc:AlternateContent xmlns:mc="http://schemas.openxmlformats.org/markup-compatibility/2006" xmlns:p14="http://schemas.microsoft.com/office/powerpoint/2010/main">
    <mc:Choice Requires="p14">
      <p:transition spd="slow" p14:dur="2000" advTm="90308"/>
    </mc:Choice>
    <mc:Fallback xmlns="">
      <p:transition spd="slow" advTm="9030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9053B5A-A63E-86F2-5054-28D1A284708A}"/>
              </a:ext>
            </a:extLst>
          </p:cNvPr>
          <p:cNvSpPr>
            <a:spLocks noGrp="1"/>
          </p:cNvSpPr>
          <p:nvPr>
            <p:ph type="title"/>
          </p:nvPr>
        </p:nvSpPr>
        <p:spPr>
          <a:xfrm>
            <a:off x="444807" y="1049447"/>
            <a:ext cx="3569844" cy="5094386"/>
          </a:xfrm>
        </p:spPr>
        <p:txBody>
          <a:bodyPr/>
          <a:lstStyle/>
          <a:p>
            <a:r>
              <a:rPr lang="en-US" sz="5400" dirty="0"/>
              <a:t>Resources</a:t>
            </a:r>
          </a:p>
        </p:txBody>
      </p:sp>
      <p:sp>
        <p:nvSpPr>
          <p:cNvPr id="7" name="Content Placeholder 6">
            <a:extLst>
              <a:ext uri="{FF2B5EF4-FFF2-40B4-BE49-F238E27FC236}">
                <a16:creationId xmlns:a16="http://schemas.microsoft.com/office/drawing/2014/main" id="{AB4F5D77-BC66-7D34-BDFF-30E2A790BC5E}"/>
              </a:ext>
            </a:extLst>
          </p:cNvPr>
          <p:cNvSpPr>
            <a:spLocks noGrp="1"/>
          </p:cNvSpPr>
          <p:nvPr>
            <p:ph sz="quarter" idx="10"/>
          </p:nvPr>
        </p:nvSpPr>
        <p:spPr>
          <a:xfrm>
            <a:off x="4014651" y="1049447"/>
            <a:ext cx="7263263" cy="5094386"/>
          </a:xfrm>
        </p:spPr>
        <p:txBody>
          <a:bodyPr/>
          <a:lstStyle/>
          <a:p>
            <a:pPr marL="457200" indent="-457200">
              <a:buFont typeface="Arial" panose="020B0604020202020204" pitchFamily="34" charset="0"/>
              <a:buChar char="•"/>
            </a:pPr>
            <a:r>
              <a:rPr lang="en-US" dirty="0"/>
              <a:t>Dr. Daby’s therapeutic yoga free videos: </a:t>
            </a:r>
            <a:r>
              <a:rPr lang="en-US" dirty="0">
                <a:hlinkClick r:id="rId3"/>
              </a:rPr>
              <a:t>https://nydiasyogatherapy.com/free-video-training-programs/#videos</a:t>
            </a:r>
            <a:r>
              <a:rPr lang="en-US" dirty="0"/>
              <a:t> </a:t>
            </a:r>
          </a:p>
          <a:p>
            <a:pPr marL="457200" indent="-457200">
              <a:buFont typeface="Arial" panose="020B0604020202020204" pitchFamily="34" charset="0"/>
              <a:buChar char="•"/>
            </a:pPr>
            <a:r>
              <a:rPr lang="en-US" dirty="0"/>
              <a:t>Relax With Animal Facts podcast: </a:t>
            </a:r>
            <a:br>
              <a:rPr lang="en-US" dirty="0"/>
            </a:br>
            <a:r>
              <a:rPr lang="en-US" dirty="0">
                <a:hlinkClick r:id="rId4"/>
              </a:rPr>
              <a:t>https://open.spotify.com/show/6AZ2VyITjVYFvygseqcLpp?si=72c96a40ba884184</a:t>
            </a:r>
            <a:r>
              <a:rPr lang="en-US" dirty="0"/>
              <a:t> </a:t>
            </a:r>
          </a:p>
        </p:txBody>
      </p:sp>
      <p:sp>
        <p:nvSpPr>
          <p:cNvPr id="3" name="Slide Number Placeholder 2">
            <a:extLst>
              <a:ext uri="{FF2B5EF4-FFF2-40B4-BE49-F238E27FC236}">
                <a16:creationId xmlns:a16="http://schemas.microsoft.com/office/drawing/2014/main" id="{5E0ABC4A-D850-9A8E-F76D-F3E3AC9FF914}"/>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15</a:t>
            </a:fld>
            <a:endParaRPr lang="en-US" dirty="0"/>
          </a:p>
        </p:txBody>
      </p:sp>
    </p:spTree>
    <p:extLst>
      <p:ext uri="{BB962C8B-B14F-4D97-AF65-F5344CB8AC3E}">
        <p14:creationId xmlns:p14="http://schemas.microsoft.com/office/powerpoint/2010/main" val="23026676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TM45439525">
      <a:dk1>
        <a:srgbClr val="000000"/>
      </a:dk1>
      <a:lt1>
        <a:srgbClr val="FFFFFF"/>
      </a:lt1>
      <a:dk2>
        <a:srgbClr val="1F2D29"/>
      </a:dk2>
      <a:lt2>
        <a:srgbClr val="E6B32E"/>
      </a:lt2>
      <a:accent1>
        <a:srgbClr val="9F9CD8"/>
      </a:accent1>
      <a:accent2>
        <a:srgbClr val="ED95A2"/>
      </a:accent2>
      <a:accent3>
        <a:srgbClr val="8BB9E1"/>
      </a:accent3>
      <a:accent4>
        <a:srgbClr val="C33F51"/>
      </a:accent4>
      <a:accent5>
        <a:srgbClr val="004048"/>
      </a:accent5>
      <a:accent6>
        <a:srgbClr val="8EC0C1"/>
      </a:accent6>
      <a:hlink>
        <a:srgbClr val="6D9D9B"/>
      </a:hlink>
      <a:folHlink>
        <a:srgbClr val="6D8583"/>
      </a:folHlink>
    </a:clrScheme>
    <a:fontScheme name="Custom 116">
      <a:majorFont>
        <a:latin typeface="Kalinga"/>
        <a:ea typeface=""/>
        <a:cs typeface=""/>
      </a:majorFont>
      <a:minorFont>
        <a:latin typeface="Kalinga"/>
        <a:ea typeface=""/>
        <a:cs typeface=""/>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TM45439525_Win32_SL_V9" id="{1C1685F1-2AF6-4AF8-B809-5763D0E52941}" vid="{50BDB98F-F06A-48E8-BE85-F709AAFF09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EF746E38-3E45-40EB-917C-6C82B8DF19AC}">
  <ds:schemaRefs>
    <ds:schemaRef ds:uri="http://schemas.microsoft.com/sharepoint/v3/contenttype/forms"/>
  </ds:schemaRefs>
</ds:datastoreItem>
</file>

<file path=customXml/itemProps2.xml><?xml version="1.0" encoding="utf-8"?>
<ds:datastoreItem xmlns:ds="http://schemas.openxmlformats.org/officeDocument/2006/customXml" ds:itemID="{FF058098-9A21-440B-BD1E-02659AABD2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0FBC208-84B5-4BA7-8306-5BDC2F8CE14B}">
  <ds:schemaRefs>
    <ds:schemaRef ds:uri="http://www.w3.org/XML/1998/namespace"/>
    <ds:schemaRef ds:uri="http://schemas.microsoft.com/office/2006/metadata/properties"/>
    <ds:schemaRef ds:uri="http://schemas.microsoft.com/sharepoint/v3"/>
    <ds:schemaRef ds:uri="http://schemas.microsoft.com/office/infopath/2007/PartnerControls"/>
    <ds:schemaRef ds:uri="71af3243-3dd4-4a8d-8c0d-dd76da1f02a5"/>
    <ds:schemaRef ds:uri="http://purl.org/dc/terms/"/>
    <ds:schemaRef ds:uri="http://schemas.openxmlformats.org/package/2006/metadata/core-properties"/>
    <ds:schemaRef ds:uri="230e9df3-be65-4c73-a93b-d1236ebd677e"/>
    <ds:schemaRef ds:uri="http://schemas.microsoft.com/office/2006/documentManagement/types"/>
    <ds:schemaRef ds:uri="16c05727-aa75-4e4a-9b5f-8a80a1165891"/>
    <ds:schemaRef ds:uri="http://purl.org/dc/dcmitype/"/>
    <ds:schemaRef ds:uri="http://purl.org/dc/elements/1.1/"/>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Pastels Presentation</Template>
  <TotalTime>1614</TotalTime>
  <Words>756</Words>
  <Application>Microsoft Office PowerPoint</Application>
  <PresentationFormat>Widescreen</PresentationFormat>
  <Paragraphs>96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Kalinga</vt:lpstr>
      <vt:lpstr>Wingdings</vt:lpstr>
      <vt:lpstr>Madison</vt:lpstr>
      <vt:lpstr>Coping &amp;  Resilience</vt:lpstr>
      <vt:lpstr>Important Terminology</vt:lpstr>
      <vt:lpstr>Coping Style</vt:lpstr>
      <vt:lpstr>Maladaptive Coping Mechanisms</vt:lpstr>
      <vt:lpstr>Healthier Approaches to Coping</vt:lpstr>
      <vt:lpstr>Mindfulness Meditation</vt:lpstr>
      <vt:lpstr>Acceptance and Commitment Therapy</vt:lpstr>
      <vt:lpstr>Expressive Writing</vt:lpstr>
      <vt:lpstr>Self-Affirmation</vt:lpstr>
      <vt:lpstr>Relaxation Training</vt:lpstr>
      <vt:lpstr>Coping Skills Training</vt:lpstr>
      <vt:lpstr>Social Support</vt:lpstr>
      <vt:lpstr>Social Support Outcomes</vt:lpstr>
      <vt:lpstr>Social Support – The Balance</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12</cp:revision>
  <dcterms:created xsi:type="dcterms:W3CDTF">2025-10-03T08:09:12Z</dcterms:created>
  <dcterms:modified xsi:type="dcterms:W3CDTF">2026-08-15T22:13:03Z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