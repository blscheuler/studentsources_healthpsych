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sldIdLst>
    <p:sldId id="256" r:id="rId5"/>
    <p:sldId id="302" r:id="rId6"/>
    <p:sldId id="303" r:id="rId7"/>
    <p:sldId id="323" r:id="rId8"/>
    <p:sldId id="322" r:id="rId9"/>
    <p:sldId id="324" r:id="rId10"/>
    <p:sldId id="306" r:id="rId11"/>
    <p:sldId id="307" r:id="rId12"/>
    <p:sldId id="308" r:id="rId13"/>
    <p:sldId id="319" r:id="rId14"/>
    <p:sldId id="314" r:id="rId15"/>
    <p:sldId id="325" r:id="rId16"/>
    <p:sldId id="329" r:id="rId17"/>
    <p:sldId id="326" r:id="rId18"/>
    <p:sldId id="313" r:id="rId19"/>
    <p:sldId id="321" r:id="rId20"/>
    <p:sldId id="320" r:id="rId21"/>
    <p:sldId id="327" r:id="rId22"/>
    <p:sldId id="309" r:id="rId23"/>
    <p:sldId id="310" r:id="rId24"/>
    <p:sldId id="32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6856" autoAdjust="0"/>
  </p:normalViewPr>
  <p:slideViewPr>
    <p:cSldViewPr>
      <p:cViewPr varScale="1">
        <p:scale>
          <a:sx n="86" d="100"/>
          <a:sy n="86" d="100"/>
        </p:scale>
        <p:origin x="1038" y="78"/>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F00900-7F61-45EA-8098-8E8265E76DD8}" type="doc">
      <dgm:prSet loTypeId="urn:microsoft.com/office/officeart/2005/8/layout/hProcess9" loCatId="process" qsTypeId="urn:microsoft.com/office/officeart/2005/8/quickstyle/simple1" qsCatId="simple" csTypeId="urn:microsoft.com/office/officeart/2005/8/colors/accent5_1" csCatId="accent5" phldr="1"/>
      <dgm:spPr/>
    </dgm:pt>
    <dgm:pt modelId="{F99D17D5-AB32-4183-A072-A8BEAEA0F8C9}">
      <dgm:prSet phldrT="[Text]" custT="1"/>
      <dgm:spPr>
        <a:xfrm>
          <a:off x="2846605"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Collecting Data</a:t>
          </a:r>
        </a:p>
      </dgm:t>
    </dgm:pt>
    <dgm:pt modelId="{818E113B-B735-4AFE-AE23-7A58E7CB44D6}" type="parTrans" cxnId="{65784CD6-51DC-4AAB-900D-F90A063DF25E}">
      <dgm:prSet/>
      <dgm:spPr/>
      <dgm:t>
        <a:bodyPr/>
        <a:lstStyle/>
        <a:p>
          <a:endParaRPr lang="en-US" sz="1200"/>
        </a:p>
      </dgm:t>
    </dgm:pt>
    <dgm:pt modelId="{73742D98-2A5F-4D8C-989A-F175881AA850}" type="sibTrans" cxnId="{65784CD6-51DC-4AAB-900D-F90A063DF25E}">
      <dgm:prSet/>
      <dgm:spPr/>
      <dgm:t>
        <a:bodyPr/>
        <a:lstStyle/>
        <a:p>
          <a:endParaRPr lang="en-US" sz="1200"/>
        </a:p>
      </dgm:t>
    </dgm:pt>
    <dgm:pt modelId="{4E85815D-3379-4F2C-B63A-773C247BEDBB}">
      <dgm:prSet phldrT="[Text]" custT="1"/>
      <dgm:spPr>
        <a:xfrm>
          <a:off x="5689461"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Reflecting and Writing</a:t>
          </a:r>
        </a:p>
      </dgm:t>
    </dgm:pt>
    <dgm:pt modelId="{DD5CF423-BD6D-4D5D-A20A-830622068B1D}" type="parTrans" cxnId="{372C4CA1-302C-499F-8454-8D9920621610}">
      <dgm:prSet/>
      <dgm:spPr/>
      <dgm:t>
        <a:bodyPr/>
        <a:lstStyle/>
        <a:p>
          <a:endParaRPr lang="en-US" sz="1200"/>
        </a:p>
      </dgm:t>
    </dgm:pt>
    <dgm:pt modelId="{F73B940D-ED92-4F53-8008-FF399B399C09}" type="sibTrans" cxnId="{372C4CA1-302C-499F-8454-8D9920621610}">
      <dgm:prSet/>
      <dgm:spPr/>
      <dgm:t>
        <a:bodyPr/>
        <a:lstStyle/>
        <a:p>
          <a:endParaRPr lang="en-US" sz="1200"/>
        </a:p>
      </dgm:t>
    </dgm:pt>
    <dgm:pt modelId="{90E7E5E7-E9FE-4949-BFE2-5A780959ED05}">
      <dgm:prSet phldrT="[Text]" custT="1"/>
      <dgm:spPr>
        <a:xfrm>
          <a:off x="8532316"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dirty="0">
              <a:solidFill>
                <a:sysClr val="windowText" lastClr="000000">
                  <a:hueOff val="0"/>
                  <a:satOff val="0"/>
                  <a:lumOff val="0"/>
                  <a:alphaOff val="0"/>
                </a:sysClr>
              </a:solidFill>
              <a:latin typeface="Calibri" panose="020F0502020204030204"/>
              <a:ea typeface="+mn-ea"/>
              <a:cs typeface="+mn-cs"/>
            </a:rPr>
            <a:t>Presentation</a:t>
          </a:r>
        </a:p>
      </dgm:t>
    </dgm:pt>
    <dgm:pt modelId="{35CE750C-0D5C-447D-8B13-0026487A8DD3}" type="parTrans" cxnId="{5937A1BF-004E-4960-9E9A-9C085D4DE46C}">
      <dgm:prSet/>
      <dgm:spPr/>
      <dgm:t>
        <a:bodyPr/>
        <a:lstStyle/>
        <a:p>
          <a:endParaRPr lang="en-US" sz="1200"/>
        </a:p>
      </dgm:t>
    </dgm:pt>
    <dgm:pt modelId="{0CCC972D-9419-4678-B9EA-AD0347E08D4A}" type="sibTrans" cxnId="{5937A1BF-004E-4960-9E9A-9C085D4DE46C}">
      <dgm:prSet/>
      <dgm:spPr/>
      <dgm:t>
        <a:bodyPr/>
        <a:lstStyle/>
        <a:p>
          <a:endParaRPr lang="en-US" sz="1200"/>
        </a:p>
      </dgm:t>
    </dgm:pt>
    <dgm:pt modelId="{FA537A62-B319-4BCE-A112-6A6CC1BA284B}">
      <dgm:prSet phldrT="[Text]" custT="1"/>
      <dgm:spPr>
        <a:xfrm>
          <a:off x="3750" y="913447"/>
          <a:ext cx="2436733" cy="1217930"/>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gm:spPr>
      <dgm:t>
        <a:bodyPr/>
        <a:lstStyle/>
        <a:p>
          <a:pPr>
            <a:buNone/>
          </a:pPr>
          <a:r>
            <a:rPr lang="en-US" sz="2000">
              <a:solidFill>
                <a:sysClr val="windowText" lastClr="000000">
                  <a:hueOff val="0"/>
                  <a:satOff val="0"/>
                  <a:lumOff val="0"/>
                  <a:alphaOff val="0"/>
                </a:sysClr>
              </a:solidFill>
              <a:latin typeface="Calibri" panose="020F0502020204030204"/>
              <a:ea typeface="+mn-ea"/>
              <a:cs typeface="+mn-cs"/>
            </a:rPr>
            <a:t>Research &amp; SMART goal</a:t>
          </a:r>
        </a:p>
      </dgm:t>
      <dgm:extLst>
        <a:ext uri="{E40237B7-FDA0-4F09-8148-C483321AD2D9}">
          <dgm14:cNvPr xmlns:dgm14="http://schemas.microsoft.com/office/drawing/2010/diagram" id="0" name="" descr="An arrow demonstrating the pathway for the project. Transition from &quot;Background Research&quot; to &quot;Setting a SMART goal&quot; to &quot;Collecting Data&quot; to &quot;Reflecting&quot; to &quot;Writing&quot;"/>
        </a:ext>
      </dgm:extLst>
    </dgm:pt>
    <dgm:pt modelId="{B3C4DA67-3693-40F8-96BA-D6AF45B3BD83}" type="sibTrans" cxnId="{15459976-6156-483E-BA6C-1578360B5124}">
      <dgm:prSet/>
      <dgm:spPr/>
      <dgm:t>
        <a:bodyPr/>
        <a:lstStyle/>
        <a:p>
          <a:endParaRPr lang="en-US" sz="1200"/>
        </a:p>
      </dgm:t>
    </dgm:pt>
    <dgm:pt modelId="{32E9D8A5-5141-46CC-B1AA-87F92A17423F}" type="parTrans" cxnId="{15459976-6156-483E-BA6C-1578360B5124}">
      <dgm:prSet/>
      <dgm:spPr/>
      <dgm:t>
        <a:bodyPr/>
        <a:lstStyle/>
        <a:p>
          <a:endParaRPr lang="en-US" sz="1200"/>
        </a:p>
      </dgm:t>
    </dgm:pt>
    <dgm:pt modelId="{76845D81-EAC9-431F-B6D3-3D10C2AF2E12}" type="pres">
      <dgm:prSet presAssocID="{A2F00900-7F61-45EA-8098-8E8265E76DD8}" presName="CompostProcess" presStyleCnt="0">
        <dgm:presLayoutVars>
          <dgm:dir/>
          <dgm:resizeHandles val="exact"/>
        </dgm:presLayoutVars>
      </dgm:prSet>
      <dgm:spPr/>
    </dgm:pt>
    <dgm:pt modelId="{E8AF2C49-7A65-4D8A-9ECC-C4718CFE0DFD}" type="pres">
      <dgm:prSet presAssocID="{A2F00900-7F61-45EA-8098-8E8265E76DD8}" presName="arrow" presStyleLbl="bgShp" presStyleIdx="0" presStyleCnt="1"/>
      <dgm:spPr>
        <a:xfrm>
          <a:off x="822959" y="0"/>
          <a:ext cx="9326880" cy="3044825"/>
        </a:xfrm>
        <a:prstGeom prst="rightArrow">
          <a:avLst/>
        </a:prstGeom>
        <a:solidFill>
          <a:schemeClr val="tx2">
            <a:lumMod val="75000"/>
          </a:schemeClr>
        </a:solidFill>
        <a:ln>
          <a:noFill/>
        </a:ln>
        <a:effectLst/>
      </dgm:spPr>
    </dgm:pt>
    <dgm:pt modelId="{FD1D5C02-552D-43E8-A549-CA8FD1CF10DA}" type="pres">
      <dgm:prSet presAssocID="{A2F00900-7F61-45EA-8098-8E8265E76DD8}" presName="linearProcess" presStyleCnt="0"/>
      <dgm:spPr/>
    </dgm:pt>
    <dgm:pt modelId="{6949986B-A88C-4911-99D2-3F014028542E}" type="pres">
      <dgm:prSet presAssocID="{FA537A62-B319-4BCE-A112-6A6CC1BA284B}" presName="textNode" presStyleLbl="node1" presStyleIdx="0" presStyleCnt="4">
        <dgm:presLayoutVars>
          <dgm:bulletEnabled val="1"/>
        </dgm:presLayoutVars>
      </dgm:prSet>
      <dgm:spPr/>
    </dgm:pt>
    <dgm:pt modelId="{0A8F509D-9DAA-4170-8F37-C123153B7473}" type="pres">
      <dgm:prSet presAssocID="{B3C4DA67-3693-40F8-96BA-D6AF45B3BD83}" presName="sibTrans" presStyleCnt="0"/>
      <dgm:spPr/>
    </dgm:pt>
    <dgm:pt modelId="{43DA3612-FA6D-48B2-B8A9-797D46D94709}" type="pres">
      <dgm:prSet presAssocID="{F99D17D5-AB32-4183-A072-A8BEAEA0F8C9}" presName="textNode" presStyleLbl="node1" presStyleIdx="1" presStyleCnt="4">
        <dgm:presLayoutVars>
          <dgm:bulletEnabled val="1"/>
        </dgm:presLayoutVars>
      </dgm:prSet>
      <dgm:spPr/>
    </dgm:pt>
    <dgm:pt modelId="{BA0FB26C-8C07-4891-A172-41BC790CE3D2}" type="pres">
      <dgm:prSet presAssocID="{73742D98-2A5F-4D8C-989A-F175881AA850}" presName="sibTrans" presStyleCnt="0"/>
      <dgm:spPr/>
    </dgm:pt>
    <dgm:pt modelId="{253FCA22-AE7D-4E93-A2C6-F16228FBD396}" type="pres">
      <dgm:prSet presAssocID="{4E85815D-3379-4F2C-B63A-773C247BEDBB}" presName="textNode" presStyleLbl="node1" presStyleIdx="2" presStyleCnt="4">
        <dgm:presLayoutVars>
          <dgm:bulletEnabled val="1"/>
        </dgm:presLayoutVars>
      </dgm:prSet>
      <dgm:spPr/>
    </dgm:pt>
    <dgm:pt modelId="{72F47F76-6B6B-4F4A-ADB8-8E307FD4C11F}" type="pres">
      <dgm:prSet presAssocID="{F73B940D-ED92-4F53-8008-FF399B399C09}" presName="sibTrans" presStyleCnt="0"/>
      <dgm:spPr/>
    </dgm:pt>
    <dgm:pt modelId="{AFE1C01B-B68A-4E75-BAE2-DF85A2460F16}" type="pres">
      <dgm:prSet presAssocID="{90E7E5E7-E9FE-4949-BFE2-5A780959ED05}" presName="textNode" presStyleLbl="node1" presStyleIdx="3" presStyleCnt="4">
        <dgm:presLayoutVars>
          <dgm:bulletEnabled val="1"/>
        </dgm:presLayoutVars>
      </dgm:prSet>
      <dgm:spPr/>
    </dgm:pt>
  </dgm:ptLst>
  <dgm:cxnLst>
    <dgm:cxn modelId="{35582231-23F8-4DC2-81D7-0F89A750025D}" type="presOf" srcId="{4E85815D-3379-4F2C-B63A-773C247BEDBB}" destId="{253FCA22-AE7D-4E93-A2C6-F16228FBD396}" srcOrd="0" destOrd="0" presId="urn:microsoft.com/office/officeart/2005/8/layout/hProcess9"/>
    <dgm:cxn modelId="{9C669845-7A55-43B9-9193-55DE21EA2055}" type="presOf" srcId="{90E7E5E7-E9FE-4949-BFE2-5A780959ED05}" destId="{AFE1C01B-B68A-4E75-BAE2-DF85A2460F16}" srcOrd="0" destOrd="0" presId="urn:microsoft.com/office/officeart/2005/8/layout/hProcess9"/>
    <dgm:cxn modelId="{A72BFD65-2B59-412D-8B8F-3DADD61976A1}" type="presOf" srcId="{FA537A62-B319-4BCE-A112-6A6CC1BA284B}" destId="{6949986B-A88C-4911-99D2-3F014028542E}" srcOrd="0" destOrd="0" presId="urn:microsoft.com/office/officeart/2005/8/layout/hProcess9"/>
    <dgm:cxn modelId="{C3D6C172-EC63-49E4-BF49-B33024B94933}" type="presOf" srcId="{F99D17D5-AB32-4183-A072-A8BEAEA0F8C9}" destId="{43DA3612-FA6D-48B2-B8A9-797D46D94709}" srcOrd="0" destOrd="0" presId="urn:microsoft.com/office/officeart/2005/8/layout/hProcess9"/>
    <dgm:cxn modelId="{15459976-6156-483E-BA6C-1578360B5124}" srcId="{A2F00900-7F61-45EA-8098-8E8265E76DD8}" destId="{FA537A62-B319-4BCE-A112-6A6CC1BA284B}" srcOrd="0" destOrd="0" parTransId="{32E9D8A5-5141-46CC-B1AA-87F92A17423F}" sibTransId="{B3C4DA67-3693-40F8-96BA-D6AF45B3BD83}"/>
    <dgm:cxn modelId="{7088D15A-984E-4585-A5D9-F8B234A7DCB5}" type="presOf" srcId="{A2F00900-7F61-45EA-8098-8E8265E76DD8}" destId="{76845D81-EAC9-431F-B6D3-3D10C2AF2E12}" srcOrd="0" destOrd="0" presId="urn:microsoft.com/office/officeart/2005/8/layout/hProcess9"/>
    <dgm:cxn modelId="{372C4CA1-302C-499F-8454-8D9920621610}" srcId="{A2F00900-7F61-45EA-8098-8E8265E76DD8}" destId="{4E85815D-3379-4F2C-B63A-773C247BEDBB}" srcOrd="2" destOrd="0" parTransId="{DD5CF423-BD6D-4D5D-A20A-830622068B1D}" sibTransId="{F73B940D-ED92-4F53-8008-FF399B399C09}"/>
    <dgm:cxn modelId="{5937A1BF-004E-4960-9E9A-9C085D4DE46C}" srcId="{A2F00900-7F61-45EA-8098-8E8265E76DD8}" destId="{90E7E5E7-E9FE-4949-BFE2-5A780959ED05}" srcOrd="3" destOrd="0" parTransId="{35CE750C-0D5C-447D-8B13-0026487A8DD3}" sibTransId="{0CCC972D-9419-4678-B9EA-AD0347E08D4A}"/>
    <dgm:cxn modelId="{65784CD6-51DC-4AAB-900D-F90A063DF25E}" srcId="{A2F00900-7F61-45EA-8098-8E8265E76DD8}" destId="{F99D17D5-AB32-4183-A072-A8BEAEA0F8C9}" srcOrd="1" destOrd="0" parTransId="{818E113B-B735-4AFE-AE23-7A58E7CB44D6}" sibTransId="{73742D98-2A5F-4D8C-989A-F175881AA850}"/>
    <dgm:cxn modelId="{BFBBEDDB-8D68-4218-9A47-2CECB63083E0}" type="presParOf" srcId="{76845D81-EAC9-431F-B6D3-3D10C2AF2E12}" destId="{E8AF2C49-7A65-4D8A-9ECC-C4718CFE0DFD}" srcOrd="0" destOrd="0" presId="urn:microsoft.com/office/officeart/2005/8/layout/hProcess9"/>
    <dgm:cxn modelId="{A19EC519-65A3-4F4D-9A14-00F16D2C7CC3}" type="presParOf" srcId="{76845D81-EAC9-431F-B6D3-3D10C2AF2E12}" destId="{FD1D5C02-552D-43E8-A549-CA8FD1CF10DA}" srcOrd="1" destOrd="0" presId="urn:microsoft.com/office/officeart/2005/8/layout/hProcess9"/>
    <dgm:cxn modelId="{4C0759FF-65DA-4059-AEBE-17D193EA4377}" type="presParOf" srcId="{FD1D5C02-552D-43E8-A549-CA8FD1CF10DA}" destId="{6949986B-A88C-4911-99D2-3F014028542E}" srcOrd="0" destOrd="0" presId="urn:microsoft.com/office/officeart/2005/8/layout/hProcess9"/>
    <dgm:cxn modelId="{37148EDC-B382-44C9-BBCC-0230897898F5}" type="presParOf" srcId="{FD1D5C02-552D-43E8-A549-CA8FD1CF10DA}" destId="{0A8F509D-9DAA-4170-8F37-C123153B7473}" srcOrd="1" destOrd="0" presId="urn:microsoft.com/office/officeart/2005/8/layout/hProcess9"/>
    <dgm:cxn modelId="{B0551BA5-31FF-4A4F-9BA9-5748C7E831E5}" type="presParOf" srcId="{FD1D5C02-552D-43E8-A549-CA8FD1CF10DA}" destId="{43DA3612-FA6D-48B2-B8A9-797D46D94709}" srcOrd="2" destOrd="0" presId="urn:microsoft.com/office/officeart/2005/8/layout/hProcess9"/>
    <dgm:cxn modelId="{A042E648-30D3-416E-8A00-90685EB35A9F}" type="presParOf" srcId="{FD1D5C02-552D-43E8-A549-CA8FD1CF10DA}" destId="{BA0FB26C-8C07-4891-A172-41BC790CE3D2}" srcOrd="3" destOrd="0" presId="urn:microsoft.com/office/officeart/2005/8/layout/hProcess9"/>
    <dgm:cxn modelId="{1CC32185-AEBC-4E09-A936-4D76D9C163B6}" type="presParOf" srcId="{FD1D5C02-552D-43E8-A549-CA8FD1CF10DA}" destId="{253FCA22-AE7D-4E93-A2C6-F16228FBD396}" srcOrd="4" destOrd="0" presId="urn:microsoft.com/office/officeart/2005/8/layout/hProcess9"/>
    <dgm:cxn modelId="{25175C32-335B-4C74-808D-AEFECA5887C4}" type="presParOf" srcId="{FD1D5C02-552D-43E8-A549-CA8FD1CF10DA}" destId="{72F47F76-6B6B-4F4A-ADB8-8E307FD4C11F}" srcOrd="5" destOrd="0" presId="urn:microsoft.com/office/officeart/2005/8/layout/hProcess9"/>
    <dgm:cxn modelId="{67A3D3F1-FC74-4042-98A6-884911CA9C3E}" type="presParOf" srcId="{FD1D5C02-552D-43E8-A549-CA8FD1CF10DA}" destId="{AFE1C01B-B68A-4E75-BAE2-DF85A2460F16}"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6FF14B-51B8-4B19-A0A7-769A0EA72083}" type="doc">
      <dgm:prSet loTypeId="urn:microsoft.com/office/officeart/2005/8/layout/radial1" loCatId="cycle" qsTypeId="urn:microsoft.com/office/officeart/2005/8/quickstyle/simple3" qsCatId="simple" csTypeId="urn:microsoft.com/office/officeart/2005/8/colors/accent1_2" csCatId="accent1" phldr="1"/>
      <dgm:spPr/>
      <dgm:t>
        <a:bodyPr/>
        <a:lstStyle/>
        <a:p>
          <a:endParaRPr lang="en-US"/>
        </a:p>
      </dgm:t>
    </dgm:pt>
    <dgm:pt modelId="{AB8E7105-17D8-4E09-B773-34C7C58DDED3}">
      <dgm:prSet phldrT="[Text]"/>
      <dgm:spPr/>
      <dgm:t>
        <a:bodyPr/>
        <a:lstStyle/>
        <a:p>
          <a:pPr algn="ctr"/>
          <a:r>
            <a:rPr lang="en-US"/>
            <a:t>Health Condition</a:t>
          </a:r>
        </a:p>
      </dgm:t>
    </dgm:pt>
    <dgm:pt modelId="{3170E74E-9B92-4197-982A-07AE601BCD4A}" type="parTrans" cxnId="{231D73E3-77EA-47DA-BE82-A01D298F4D7B}">
      <dgm:prSet/>
      <dgm:spPr/>
      <dgm:t>
        <a:bodyPr/>
        <a:lstStyle/>
        <a:p>
          <a:pPr algn="ctr"/>
          <a:endParaRPr lang="en-US"/>
        </a:p>
      </dgm:t>
    </dgm:pt>
    <dgm:pt modelId="{C2918A0B-7AE7-477D-AFC4-FD1604E3EF6C}" type="sibTrans" cxnId="{231D73E3-77EA-47DA-BE82-A01D298F4D7B}">
      <dgm:prSet/>
      <dgm:spPr/>
      <dgm:t>
        <a:bodyPr/>
        <a:lstStyle/>
        <a:p>
          <a:pPr algn="ctr"/>
          <a:endParaRPr lang="en-US"/>
        </a:p>
      </dgm:t>
    </dgm:pt>
    <dgm:pt modelId="{1FFC3377-FFC8-400D-B63B-5FFCDF35D228}">
      <dgm:prSet phldrT="[Text]"/>
      <dgm:spPr/>
      <dgm:t>
        <a:bodyPr/>
        <a:lstStyle/>
        <a:p>
          <a:pPr algn="ctr"/>
          <a:r>
            <a:rPr lang="en-US" dirty="0"/>
            <a:t>View of Self</a:t>
          </a:r>
        </a:p>
      </dgm:t>
    </dgm:pt>
    <dgm:pt modelId="{27B9C357-623E-4AFA-9E3B-EA1A59E42C27}" type="parTrans" cxnId="{FBC01C92-2FCD-4518-9C0F-05C1BD9ACD95}">
      <dgm:prSet/>
      <dgm:spPr/>
      <dgm:t>
        <a:bodyPr/>
        <a:lstStyle/>
        <a:p>
          <a:pPr algn="ctr"/>
          <a:endParaRPr lang="en-US"/>
        </a:p>
      </dgm:t>
    </dgm:pt>
    <dgm:pt modelId="{92E1278E-11AB-4E48-B15C-59916CA61B70}" type="sibTrans" cxnId="{FBC01C92-2FCD-4518-9C0F-05C1BD9ACD95}">
      <dgm:prSet/>
      <dgm:spPr/>
      <dgm:t>
        <a:bodyPr/>
        <a:lstStyle/>
        <a:p>
          <a:pPr algn="ctr"/>
          <a:endParaRPr lang="en-US"/>
        </a:p>
      </dgm:t>
    </dgm:pt>
    <dgm:pt modelId="{33736884-23BC-4BFB-A081-90840BB4CBBA}">
      <dgm:prSet phldrT="[Text]"/>
      <dgm:spPr/>
      <dgm:t>
        <a:bodyPr/>
        <a:lstStyle/>
        <a:p>
          <a:pPr algn="ctr"/>
          <a:r>
            <a:rPr lang="en-US"/>
            <a:t>Diet</a:t>
          </a:r>
        </a:p>
      </dgm:t>
    </dgm:pt>
    <dgm:pt modelId="{477A41C2-7083-4EE5-B829-E06824B41327}" type="parTrans" cxnId="{BC9682F4-99BD-4081-8527-8214021CF1AF}">
      <dgm:prSet/>
      <dgm:spPr/>
      <dgm:t>
        <a:bodyPr/>
        <a:lstStyle/>
        <a:p>
          <a:pPr algn="ctr"/>
          <a:endParaRPr lang="en-US"/>
        </a:p>
      </dgm:t>
    </dgm:pt>
    <dgm:pt modelId="{9E818E1C-1C22-48E5-A0BF-2F75DEFADA2F}" type="sibTrans" cxnId="{BC9682F4-99BD-4081-8527-8214021CF1AF}">
      <dgm:prSet/>
      <dgm:spPr/>
      <dgm:t>
        <a:bodyPr/>
        <a:lstStyle/>
        <a:p>
          <a:pPr algn="ctr"/>
          <a:endParaRPr lang="en-US"/>
        </a:p>
      </dgm:t>
    </dgm:pt>
    <dgm:pt modelId="{60C409E2-2644-4D57-8747-C0C19AE30B29}">
      <dgm:prSet phldrT="[Text]"/>
      <dgm:spPr/>
      <dgm:t>
        <a:bodyPr/>
        <a:lstStyle/>
        <a:p>
          <a:pPr algn="ctr"/>
          <a:r>
            <a:rPr lang="en-US"/>
            <a:t>Physical/ Accessibility</a:t>
          </a:r>
        </a:p>
      </dgm:t>
    </dgm:pt>
    <dgm:pt modelId="{CCF1586C-9CD7-498B-BC6C-D3FB084E0344}" type="parTrans" cxnId="{34CA1AE8-C5AA-4EA4-8183-C3CBF0E161CB}">
      <dgm:prSet/>
      <dgm:spPr/>
      <dgm:t>
        <a:bodyPr/>
        <a:lstStyle/>
        <a:p>
          <a:pPr algn="ctr"/>
          <a:endParaRPr lang="en-US"/>
        </a:p>
      </dgm:t>
    </dgm:pt>
    <dgm:pt modelId="{B1D1AA85-BE71-40DD-B48B-87021E5B903F}" type="sibTrans" cxnId="{34CA1AE8-C5AA-4EA4-8183-C3CBF0E161CB}">
      <dgm:prSet/>
      <dgm:spPr/>
      <dgm:t>
        <a:bodyPr/>
        <a:lstStyle/>
        <a:p>
          <a:pPr algn="ctr"/>
          <a:endParaRPr lang="en-US"/>
        </a:p>
      </dgm:t>
    </dgm:pt>
    <dgm:pt modelId="{5C13B611-29CF-4F89-A12D-E3E86042B718}">
      <dgm:prSet phldrT="[Text]"/>
      <dgm:spPr/>
      <dgm:t>
        <a:bodyPr/>
        <a:lstStyle/>
        <a:p>
          <a:pPr algn="ctr"/>
          <a:r>
            <a:rPr lang="en-US"/>
            <a:t>Financial Burden</a:t>
          </a:r>
        </a:p>
      </dgm:t>
    </dgm:pt>
    <dgm:pt modelId="{F72B3399-9BEE-4320-BB75-00BF64EEAEEF}" type="parTrans" cxnId="{1E81A39B-B113-4CD2-9FD8-D7B90B7F4AE8}">
      <dgm:prSet/>
      <dgm:spPr/>
      <dgm:t>
        <a:bodyPr/>
        <a:lstStyle/>
        <a:p>
          <a:pPr algn="ctr"/>
          <a:endParaRPr lang="en-US"/>
        </a:p>
      </dgm:t>
    </dgm:pt>
    <dgm:pt modelId="{99C58C53-66D8-4D4D-BDA8-F455C65AA86B}" type="sibTrans" cxnId="{1E81A39B-B113-4CD2-9FD8-D7B90B7F4AE8}">
      <dgm:prSet/>
      <dgm:spPr/>
      <dgm:t>
        <a:bodyPr/>
        <a:lstStyle/>
        <a:p>
          <a:pPr algn="ctr"/>
          <a:endParaRPr lang="en-US"/>
        </a:p>
      </dgm:t>
    </dgm:pt>
    <dgm:pt modelId="{734BD77E-3ADF-4B48-BE26-65504A59EE78}">
      <dgm:prSet/>
      <dgm:spPr/>
      <dgm:t>
        <a:bodyPr/>
        <a:lstStyle/>
        <a:p>
          <a:pPr algn="ctr"/>
          <a:r>
            <a:rPr lang="en-US"/>
            <a:t>Career Options</a:t>
          </a:r>
        </a:p>
      </dgm:t>
    </dgm:pt>
    <dgm:pt modelId="{4358D36D-1DBC-48E8-BAD6-0EF22FD8133A}" type="parTrans" cxnId="{2E0D9C11-165F-4A4D-AB27-68D7D486DC3C}">
      <dgm:prSet/>
      <dgm:spPr/>
      <dgm:t>
        <a:bodyPr/>
        <a:lstStyle/>
        <a:p>
          <a:pPr algn="ctr"/>
          <a:endParaRPr lang="en-US"/>
        </a:p>
      </dgm:t>
    </dgm:pt>
    <dgm:pt modelId="{7BFBECA7-EBD8-40E9-BF7B-727CE6F21684}" type="sibTrans" cxnId="{2E0D9C11-165F-4A4D-AB27-68D7D486DC3C}">
      <dgm:prSet/>
      <dgm:spPr/>
      <dgm:t>
        <a:bodyPr/>
        <a:lstStyle/>
        <a:p>
          <a:pPr algn="ctr"/>
          <a:endParaRPr lang="en-US"/>
        </a:p>
      </dgm:t>
    </dgm:pt>
    <dgm:pt modelId="{3F8E1D76-1617-481C-B09C-76C68CD8019B}">
      <dgm:prSet/>
      <dgm:spPr/>
      <dgm:t>
        <a:bodyPr/>
        <a:lstStyle/>
        <a:p>
          <a:pPr algn="ctr"/>
          <a:r>
            <a:rPr lang="en-US"/>
            <a:t>Social Life</a:t>
          </a:r>
        </a:p>
      </dgm:t>
    </dgm:pt>
    <dgm:pt modelId="{E3C663EA-2CD9-4EDA-83FF-31C392BDB0BD}" type="parTrans" cxnId="{3B9D0B91-D1D6-4A68-AFC6-BA6AC229F95D}">
      <dgm:prSet/>
      <dgm:spPr/>
      <dgm:t>
        <a:bodyPr/>
        <a:lstStyle/>
        <a:p>
          <a:pPr algn="ctr"/>
          <a:endParaRPr lang="en-US"/>
        </a:p>
      </dgm:t>
    </dgm:pt>
    <dgm:pt modelId="{8FC236CE-9862-4D6C-A114-C361E33F4418}" type="sibTrans" cxnId="{3B9D0B91-D1D6-4A68-AFC6-BA6AC229F95D}">
      <dgm:prSet/>
      <dgm:spPr/>
      <dgm:t>
        <a:bodyPr/>
        <a:lstStyle/>
        <a:p>
          <a:pPr algn="ctr"/>
          <a:endParaRPr lang="en-US"/>
        </a:p>
      </dgm:t>
    </dgm:pt>
    <dgm:pt modelId="{EF97A6C3-C1BC-47E5-9D0C-755C445ACD57}" type="pres">
      <dgm:prSet presAssocID="{096FF14B-51B8-4B19-A0A7-769A0EA72083}" presName="cycle" presStyleCnt="0">
        <dgm:presLayoutVars>
          <dgm:chMax val="1"/>
          <dgm:dir/>
          <dgm:animLvl val="ctr"/>
          <dgm:resizeHandles val="exact"/>
        </dgm:presLayoutVars>
      </dgm:prSet>
      <dgm:spPr/>
    </dgm:pt>
    <dgm:pt modelId="{EBC9A3FD-E7CE-4925-9BA0-1519F43347FE}" type="pres">
      <dgm:prSet presAssocID="{AB8E7105-17D8-4E09-B773-34C7C58DDED3}" presName="centerShape" presStyleLbl="node0" presStyleIdx="0" presStyleCnt="1"/>
      <dgm:spPr/>
    </dgm:pt>
    <dgm:pt modelId="{5F2078E9-391E-4296-AA98-41CB26D2A2F4}" type="pres">
      <dgm:prSet presAssocID="{27B9C357-623E-4AFA-9E3B-EA1A59E42C27}" presName="Name9" presStyleLbl="parChTrans1D2" presStyleIdx="0" presStyleCnt="6"/>
      <dgm:spPr/>
    </dgm:pt>
    <dgm:pt modelId="{03117F64-7913-4559-B206-D4B55B340653}" type="pres">
      <dgm:prSet presAssocID="{27B9C357-623E-4AFA-9E3B-EA1A59E42C27}" presName="connTx" presStyleLbl="parChTrans1D2" presStyleIdx="0" presStyleCnt="6"/>
      <dgm:spPr/>
    </dgm:pt>
    <dgm:pt modelId="{850CE27E-3FFF-4F75-AFF1-F8ED1858F26A}" type="pres">
      <dgm:prSet presAssocID="{1FFC3377-FFC8-400D-B63B-5FFCDF35D228}" presName="node" presStyleLbl="node1" presStyleIdx="0" presStyleCnt="6">
        <dgm:presLayoutVars>
          <dgm:bulletEnabled val="1"/>
        </dgm:presLayoutVars>
      </dgm:prSet>
      <dgm:spPr/>
    </dgm:pt>
    <dgm:pt modelId="{97AF5828-80DD-4E87-94E2-59329180183B}" type="pres">
      <dgm:prSet presAssocID="{477A41C2-7083-4EE5-B829-E06824B41327}" presName="Name9" presStyleLbl="parChTrans1D2" presStyleIdx="1" presStyleCnt="6"/>
      <dgm:spPr/>
    </dgm:pt>
    <dgm:pt modelId="{22344FBA-4B53-4596-94D3-03AC821D4C31}" type="pres">
      <dgm:prSet presAssocID="{477A41C2-7083-4EE5-B829-E06824B41327}" presName="connTx" presStyleLbl="parChTrans1D2" presStyleIdx="1" presStyleCnt="6"/>
      <dgm:spPr/>
    </dgm:pt>
    <dgm:pt modelId="{71089A8F-9B25-43BC-8C55-F58024F9AAB1}" type="pres">
      <dgm:prSet presAssocID="{33736884-23BC-4BFB-A081-90840BB4CBBA}" presName="node" presStyleLbl="node1" presStyleIdx="1" presStyleCnt="6">
        <dgm:presLayoutVars>
          <dgm:bulletEnabled val="1"/>
        </dgm:presLayoutVars>
      </dgm:prSet>
      <dgm:spPr/>
    </dgm:pt>
    <dgm:pt modelId="{3535CB9D-7A42-46D4-908C-5359238C2641}" type="pres">
      <dgm:prSet presAssocID="{CCF1586C-9CD7-498B-BC6C-D3FB084E0344}" presName="Name9" presStyleLbl="parChTrans1D2" presStyleIdx="2" presStyleCnt="6"/>
      <dgm:spPr/>
    </dgm:pt>
    <dgm:pt modelId="{3BFC2D08-40CA-4059-984E-7B69D9A13D19}" type="pres">
      <dgm:prSet presAssocID="{CCF1586C-9CD7-498B-BC6C-D3FB084E0344}" presName="connTx" presStyleLbl="parChTrans1D2" presStyleIdx="2" presStyleCnt="6"/>
      <dgm:spPr/>
    </dgm:pt>
    <dgm:pt modelId="{CA67821A-4D55-43C4-BF4D-FF09122E0749}" type="pres">
      <dgm:prSet presAssocID="{60C409E2-2644-4D57-8747-C0C19AE30B29}" presName="node" presStyleLbl="node1" presStyleIdx="2" presStyleCnt="6">
        <dgm:presLayoutVars>
          <dgm:bulletEnabled val="1"/>
        </dgm:presLayoutVars>
      </dgm:prSet>
      <dgm:spPr/>
    </dgm:pt>
    <dgm:pt modelId="{1894452B-27A5-4AEC-BCE2-D4ACDC000A5F}" type="pres">
      <dgm:prSet presAssocID="{F72B3399-9BEE-4320-BB75-00BF64EEAEEF}" presName="Name9" presStyleLbl="parChTrans1D2" presStyleIdx="3" presStyleCnt="6"/>
      <dgm:spPr/>
    </dgm:pt>
    <dgm:pt modelId="{D00BCD6F-750F-4585-88D1-DA04B0A0CCFD}" type="pres">
      <dgm:prSet presAssocID="{F72B3399-9BEE-4320-BB75-00BF64EEAEEF}" presName="connTx" presStyleLbl="parChTrans1D2" presStyleIdx="3" presStyleCnt="6"/>
      <dgm:spPr/>
    </dgm:pt>
    <dgm:pt modelId="{7854A2F2-4C55-4235-817B-CAAF7344E71D}" type="pres">
      <dgm:prSet presAssocID="{5C13B611-29CF-4F89-A12D-E3E86042B718}" presName="node" presStyleLbl="node1" presStyleIdx="3" presStyleCnt="6">
        <dgm:presLayoutVars>
          <dgm:bulletEnabled val="1"/>
        </dgm:presLayoutVars>
      </dgm:prSet>
      <dgm:spPr/>
    </dgm:pt>
    <dgm:pt modelId="{8ED8071A-F20C-49AF-8BFE-71EBEA0FDCDB}" type="pres">
      <dgm:prSet presAssocID="{4358D36D-1DBC-48E8-BAD6-0EF22FD8133A}" presName="Name9" presStyleLbl="parChTrans1D2" presStyleIdx="4" presStyleCnt="6"/>
      <dgm:spPr/>
    </dgm:pt>
    <dgm:pt modelId="{44984959-135C-44E2-B6FB-6B471F62D951}" type="pres">
      <dgm:prSet presAssocID="{4358D36D-1DBC-48E8-BAD6-0EF22FD8133A}" presName="connTx" presStyleLbl="parChTrans1D2" presStyleIdx="4" presStyleCnt="6"/>
      <dgm:spPr/>
    </dgm:pt>
    <dgm:pt modelId="{E6B12135-9349-42F2-B80D-979D966112DB}" type="pres">
      <dgm:prSet presAssocID="{734BD77E-3ADF-4B48-BE26-65504A59EE78}" presName="node" presStyleLbl="node1" presStyleIdx="4" presStyleCnt="6">
        <dgm:presLayoutVars>
          <dgm:bulletEnabled val="1"/>
        </dgm:presLayoutVars>
      </dgm:prSet>
      <dgm:spPr/>
    </dgm:pt>
    <dgm:pt modelId="{B9CD0DEA-71BA-4563-98F0-B91FDBD675A9}" type="pres">
      <dgm:prSet presAssocID="{E3C663EA-2CD9-4EDA-83FF-31C392BDB0BD}" presName="Name9" presStyleLbl="parChTrans1D2" presStyleIdx="5" presStyleCnt="6"/>
      <dgm:spPr/>
    </dgm:pt>
    <dgm:pt modelId="{FA450787-023D-4CC0-A554-D9663BBC8C95}" type="pres">
      <dgm:prSet presAssocID="{E3C663EA-2CD9-4EDA-83FF-31C392BDB0BD}" presName="connTx" presStyleLbl="parChTrans1D2" presStyleIdx="5" presStyleCnt="6"/>
      <dgm:spPr/>
    </dgm:pt>
    <dgm:pt modelId="{13EEC966-037B-447D-A153-769CE9741CCB}" type="pres">
      <dgm:prSet presAssocID="{3F8E1D76-1617-481C-B09C-76C68CD8019B}" presName="node" presStyleLbl="node1" presStyleIdx="5" presStyleCnt="6">
        <dgm:presLayoutVars>
          <dgm:bulletEnabled val="1"/>
        </dgm:presLayoutVars>
      </dgm:prSet>
      <dgm:spPr/>
    </dgm:pt>
  </dgm:ptLst>
  <dgm:cxnLst>
    <dgm:cxn modelId="{6A769B0A-CF91-44FD-80CB-62672B18BAB9}" type="presOf" srcId="{4358D36D-1DBC-48E8-BAD6-0EF22FD8133A}" destId="{8ED8071A-F20C-49AF-8BFE-71EBEA0FDCDB}" srcOrd="0" destOrd="0" presId="urn:microsoft.com/office/officeart/2005/8/layout/radial1"/>
    <dgm:cxn modelId="{D7C5840F-82B5-4FAA-9D1B-603981A68A52}" type="presOf" srcId="{096FF14B-51B8-4B19-A0A7-769A0EA72083}" destId="{EF97A6C3-C1BC-47E5-9D0C-755C445ACD57}" srcOrd="0" destOrd="0" presId="urn:microsoft.com/office/officeart/2005/8/layout/radial1"/>
    <dgm:cxn modelId="{2E0D9C11-165F-4A4D-AB27-68D7D486DC3C}" srcId="{AB8E7105-17D8-4E09-B773-34C7C58DDED3}" destId="{734BD77E-3ADF-4B48-BE26-65504A59EE78}" srcOrd="4" destOrd="0" parTransId="{4358D36D-1DBC-48E8-BAD6-0EF22FD8133A}" sibTransId="{7BFBECA7-EBD8-40E9-BF7B-727CE6F21684}"/>
    <dgm:cxn modelId="{47B99625-308F-43F0-897D-2F10A5F70681}" type="presOf" srcId="{60C409E2-2644-4D57-8747-C0C19AE30B29}" destId="{CA67821A-4D55-43C4-BF4D-FF09122E0749}" srcOrd="0" destOrd="0" presId="urn:microsoft.com/office/officeart/2005/8/layout/radial1"/>
    <dgm:cxn modelId="{5EBEA02B-9ACA-44EC-BDD6-638D4011B13F}" type="presOf" srcId="{33736884-23BC-4BFB-A081-90840BB4CBBA}" destId="{71089A8F-9B25-43BC-8C55-F58024F9AAB1}" srcOrd="0" destOrd="0" presId="urn:microsoft.com/office/officeart/2005/8/layout/radial1"/>
    <dgm:cxn modelId="{0DA95732-4D9D-490C-B2B1-9E1BB72AEF0D}" type="presOf" srcId="{F72B3399-9BEE-4320-BB75-00BF64EEAEEF}" destId="{1894452B-27A5-4AEC-BCE2-D4ACDC000A5F}" srcOrd="0" destOrd="0" presId="urn:microsoft.com/office/officeart/2005/8/layout/radial1"/>
    <dgm:cxn modelId="{E7700A39-900C-445F-BDD5-B7EE76A454E0}" type="presOf" srcId="{AB8E7105-17D8-4E09-B773-34C7C58DDED3}" destId="{EBC9A3FD-E7CE-4925-9BA0-1519F43347FE}" srcOrd="0" destOrd="0" presId="urn:microsoft.com/office/officeart/2005/8/layout/radial1"/>
    <dgm:cxn modelId="{8A62AF5B-23E2-4DD3-AA0D-35FFB2C8B3B7}" type="presOf" srcId="{477A41C2-7083-4EE5-B829-E06824B41327}" destId="{22344FBA-4B53-4596-94D3-03AC821D4C31}" srcOrd="1" destOrd="0" presId="urn:microsoft.com/office/officeart/2005/8/layout/radial1"/>
    <dgm:cxn modelId="{25771B63-56F6-4DB3-B165-86DBDA6C3340}" type="presOf" srcId="{5C13B611-29CF-4F89-A12D-E3E86042B718}" destId="{7854A2F2-4C55-4235-817B-CAAF7344E71D}" srcOrd="0" destOrd="0" presId="urn:microsoft.com/office/officeart/2005/8/layout/radial1"/>
    <dgm:cxn modelId="{9BD81F52-AA33-4315-8393-ABF761E9AC0D}" type="presOf" srcId="{27B9C357-623E-4AFA-9E3B-EA1A59E42C27}" destId="{03117F64-7913-4559-B206-D4B55B340653}" srcOrd="1" destOrd="0" presId="urn:microsoft.com/office/officeart/2005/8/layout/radial1"/>
    <dgm:cxn modelId="{92204454-2D3F-478F-956C-EC9F93358E48}" type="presOf" srcId="{477A41C2-7083-4EE5-B829-E06824B41327}" destId="{97AF5828-80DD-4E87-94E2-59329180183B}" srcOrd="0" destOrd="0" presId="urn:microsoft.com/office/officeart/2005/8/layout/radial1"/>
    <dgm:cxn modelId="{C63EBC59-154D-40A4-A33B-880AF11FDB75}" type="presOf" srcId="{E3C663EA-2CD9-4EDA-83FF-31C392BDB0BD}" destId="{B9CD0DEA-71BA-4563-98F0-B91FDBD675A9}" srcOrd="0" destOrd="0" presId="urn:microsoft.com/office/officeart/2005/8/layout/radial1"/>
    <dgm:cxn modelId="{3B9D0B91-D1D6-4A68-AFC6-BA6AC229F95D}" srcId="{AB8E7105-17D8-4E09-B773-34C7C58DDED3}" destId="{3F8E1D76-1617-481C-B09C-76C68CD8019B}" srcOrd="5" destOrd="0" parTransId="{E3C663EA-2CD9-4EDA-83FF-31C392BDB0BD}" sibTransId="{8FC236CE-9862-4D6C-A114-C361E33F4418}"/>
    <dgm:cxn modelId="{FBC01C92-2FCD-4518-9C0F-05C1BD9ACD95}" srcId="{AB8E7105-17D8-4E09-B773-34C7C58DDED3}" destId="{1FFC3377-FFC8-400D-B63B-5FFCDF35D228}" srcOrd="0" destOrd="0" parTransId="{27B9C357-623E-4AFA-9E3B-EA1A59E42C27}" sibTransId="{92E1278E-11AB-4E48-B15C-59916CA61B70}"/>
    <dgm:cxn modelId="{FC40FE92-2AA4-4A37-BF1C-849EFE5FD3CC}" type="presOf" srcId="{CCF1586C-9CD7-498B-BC6C-D3FB084E0344}" destId="{3535CB9D-7A42-46D4-908C-5359238C2641}" srcOrd="0" destOrd="0" presId="urn:microsoft.com/office/officeart/2005/8/layout/radial1"/>
    <dgm:cxn modelId="{1E81A39B-B113-4CD2-9FD8-D7B90B7F4AE8}" srcId="{AB8E7105-17D8-4E09-B773-34C7C58DDED3}" destId="{5C13B611-29CF-4F89-A12D-E3E86042B718}" srcOrd="3" destOrd="0" parTransId="{F72B3399-9BEE-4320-BB75-00BF64EEAEEF}" sibTransId="{99C58C53-66D8-4D4D-BDA8-F455C65AA86B}"/>
    <dgm:cxn modelId="{91925CA9-89DF-4900-8048-DDB3C665B5E4}" type="presOf" srcId="{27B9C357-623E-4AFA-9E3B-EA1A59E42C27}" destId="{5F2078E9-391E-4296-AA98-41CB26D2A2F4}" srcOrd="0" destOrd="0" presId="urn:microsoft.com/office/officeart/2005/8/layout/radial1"/>
    <dgm:cxn modelId="{A0749CAA-FBB2-4ABF-994C-5BAB20C1AF21}" type="presOf" srcId="{3F8E1D76-1617-481C-B09C-76C68CD8019B}" destId="{13EEC966-037B-447D-A153-769CE9741CCB}" srcOrd="0" destOrd="0" presId="urn:microsoft.com/office/officeart/2005/8/layout/radial1"/>
    <dgm:cxn modelId="{E61561B6-0EBB-490D-B71F-0A946C9D6BBA}" type="presOf" srcId="{CCF1586C-9CD7-498B-BC6C-D3FB084E0344}" destId="{3BFC2D08-40CA-4059-984E-7B69D9A13D19}" srcOrd="1" destOrd="0" presId="urn:microsoft.com/office/officeart/2005/8/layout/radial1"/>
    <dgm:cxn modelId="{1DB411BA-4200-4574-BB0D-3B3314220BA0}" type="presOf" srcId="{E3C663EA-2CD9-4EDA-83FF-31C392BDB0BD}" destId="{FA450787-023D-4CC0-A554-D9663BBC8C95}" srcOrd="1" destOrd="0" presId="urn:microsoft.com/office/officeart/2005/8/layout/radial1"/>
    <dgm:cxn modelId="{D022A1CD-5B2B-4661-8691-B60ADAFFF482}" type="presOf" srcId="{734BD77E-3ADF-4B48-BE26-65504A59EE78}" destId="{E6B12135-9349-42F2-B80D-979D966112DB}" srcOrd="0" destOrd="0" presId="urn:microsoft.com/office/officeart/2005/8/layout/radial1"/>
    <dgm:cxn modelId="{0D0C47D7-1CF2-4E38-9084-029565AABADB}" type="presOf" srcId="{1FFC3377-FFC8-400D-B63B-5FFCDF35D228}" destId="{850CE27E-3FFF-4F75-AFF1-F8ED1858F26A}" srcOrd="0" destOrd="0" presId="urn:microsoft.com/office/officeart/2005/8/layout/radial1"/>
    <dgm:cxn modelId="{CE8374D8-8F05-409F-99D9-1435B4456155}" type="presOf" srcId="{4358D36D-1DBC-48E8-BAD6-0EF22FD8133A}" destId="{44984959-135C-44E2-B6FB-6B471F62D951}" srcOrd="1" destOrd="0" presId="urn:microsoft.com/office/officeart/2005/8/layout/radial1"/>
    <dgm:cxn modelId="{231D73E3-77EA-47DA-BE82-A01D298F4D7B}" srcId="{096FF14B-51B8-4B19-A0A7-769A0EA72083}" destId="{AB8E7105-17D8-4E09-B773-34C7C58DDED3}" srcOrd="0" destOrd="0" parTransId="{3170E74E-9B92-4197-982A-07AE601BCD4A}" sibTransId="{C2918A0B-7AE7-477D-AFC4-FD1604E3EF6C}"/>
    <dgm:cxn modelId="{34CA1AE8-C5AA-4EA4-8183-C3CBF0E161CB}" srcId="{AB8E7105-17D8-4E09-B773-34C7C58DDED3}" destId="{60C409E2-2644-4D57-8747-C0C19AE30B29}" srcOrd="2" destOrd="0" parTransId="{CCF1586C-9CD7-498B-BC6C-D3FB084E0344}" sibTransId="{B1D1AA85-BE71-40DD-B48B-87021E5B903F}"/>
    <dgm:cxn modelId="{BC9682F4-99BD-4081-8527-8214021CF1AF}" srcId="{AB8E7105-17D8-4E09-B773-34C7C58DDED3}" destId="{33736884-23BC-4BFB-A081-90840BB4CBBA}" srcOrd="1" destOrd="0" parTransId="{477A41C2-7083-4EE5-B829-E06824B41327}" sibTransId="{9E818E1C-1C22-48E5-A0BF-2F75DEFADA2F}"/>
    <dgm:cxn modelId="{05EC5AFA-2500-4EDB-99C5-A97540B74DDB}" type="presOf" srcId="{F72B3399-9BEE-4320-BB75-00BF64EEAEEF}" destId="{D00BCD6F-750F-4585-88D1-DA04B0A0CCFD}" srcOrd="1" destOrd="0" presId="urn:microsoft.com/office/officeart/2005/8/layout/radial1"/>
    <dgm:cxn modelId="{D168B32E-44EB-4AC2-B144-46E4E26046A1}" type="presParOf" srcId="{EF97A6C3-C1BC-47E5-9D0C-755C445ACD57}" destId="{EBC9A3FD-E7CE-4925-9BA0-1519F43347FE}" srcOrd="0" destOrd="0" presId="urn:microsoft.com/office/officeart/2005/8/layout/radial1"/>
    <dgm:cxn modelId="{5B96DBB3-F090-4E62-B8C5-9705746E265D}" type="presParOf" srcId="{EF97A6C3-C1BC-47E5-9D0C-755C445ACD57}" destId="{5F2078E9-391E-4296-AA98-41CB26D2A2F4}" srcOrd="1" destOrd="0" presId="urn:microsoft.com/office/officeart/2005/8/layout/radial1"/>
    <dgm:cxn modelId="{900581B6-9C79-435C-B3AA-C33E4EFBF9AF}" type="presParOf" srcId="{5F2078E9-391E-4296-AA98-41CB26D2A2F4}" destId="{03117F64-7913-4559-B206-D4B55B340653}" srcOrd="0" destOrd="0" presId="urn:microsoft.com/office/officeart/2005/8/layout/radial1"/>
    <dgm:cxn modelId="{EA995403-7659-44C1-AA41-0D86D2F016E0}" type="presParOf" srcId="{EF97A6C3-C1BC-47E5-9D0C-755C445ACD57}" destId="{850CE27E-3FFF-4F75-AFF1-F8ED1858F26A}" srcOrd="2" destOrd="0" presId="urn:microsoft.com/office/officeart/2005/8/layout/radial1"/>
    <dgm:cxn modelId="{2497E2A8-A341-4F78-BE39-1F585E4B097E}" type="presParOf" srcId="{EF97A6C3-C1BC-47E5-9D0C-755C445ACD57}" destId="{97AF5828-80DD-4E87-94E2-59329180183B}" srcOrd="3" destOrd="0" presId="urn:microsoft.com/office/officeart/2005/8/layout/radial1"/>
    <dgm:cxn modelId="{BE3A8F01-358D-4694-896D-135C0B18AB61}" type="presParOf" srcId="{97AF5828-80DD-4E87-94E2-59329180183B}" destId="{22344FBA-4B53-4596-94D3-03AC821D4C31}" srcOrd="0" destOrd="0" presId="urn:microsoft.com/office/officeart/2005/8/layout/radial1"/>
    <dgm:cxn modelId="{81879390-67AC-43A4-8074-CF99F71D3568}" type="presParOf" srcId="{EF97A6C3-C1BC-47E5-9D0C-755C445ACD57}" destId="{71089A8F-9B25-43BC-8C55-F58024F9AAB1}" srcOrd="4" destOrd="0" presId="urn:microsoft.com/office/officeart/2005/8/layout/radial1"/>
    <dgm:cxn modelId="{B4129C59-BEDF-49D7-9ED9-BB5DD927B32F}" type="presParOf" srcId="{EF97A6C3-C1BC-47E5-9D0C-755C445ACD57}" destId="{3535CB9D-7A42-46D4-908C-5359238C2641}" srcOrd="5" destOrd="0" presId="urn:microsoft.com/office/officeart/2005/8/layout/radial1"/>
    <dgm:cxn modelId="{72C0A0CC-7A67-4FA2-B56C-94E63F0023B2}" type="presParOf" srcId="{3535CB9D-7A42-46D4-908C-5359238C2641}" destId="{3BFC2D08-40CA-4059-984E-7B69D9A13D19}" srcOrd="0" destOrd="0" presId="urn:microsoft.com/office/officeart/2005/8/layout/radial1"/>
    <dgm:cxn modelId="{F86DB466-B86C-4602-800F-93231EB9B112}" type="presParOf" srcId="{EF97A6C3-C1BC-47E5-9D0C-755C445ACD57}" destId="{CA67821A-4D55-43C4-BF4D-FF09122E0749}" srcOrd="6" destOrd="0" presId="urn:microsoft.com/office/officeart/2005/8/layout/radial1"/>
    <dgm:cxn modelId="{07EEB599-6D18-4201-AE57-D96A913F96D8}" type="presParOf" srcId="{EF97A6C3-C1BC-47E5-9D0C-755C445ACD57}" destId="{1894452B-27A5-4AEC-BCE2-D4ACDC000A5F}" srcOrd="7" destOrd="0" presId="urn:microsoft.com/office/officeart/2005/8/layout/radial1"/>
    <dgm:cxn modelId="{D4791A6D-A233-4E3D-A18C-94AC468B0BBA}" type="presParOf" srcId="{1894452B-27A5-4AEC-BCE2-D4ACDC000A5F}" destId="{D00BCD6F-750F-4585-88D1-DA04B0A0CCFD}" srcOrd="0" destOrd="0" presId="urn:microsoft.com/office/officeart/2005/8/layout/radial1"/>
    <dgm:cxn modelId="{B8EE1689-BFC8-4C12-A4AE-99A5C1FF6CF5}" type="presParOf" srcId="{EF97A6C3-C1BC-47E5-9D0C-755C445ACD57}" destId="{7854A2F2-4C55-4235-817B-CAAF7344E71D}" srcOrd="8" destOrd="0" presId="urn:microsoft.com/office/officeart/2005/8/layout/radial1"/>
    <dgm:cxn modelId="{9A3E1EF3-F771-4A2F-8967-A382A537632B}" type="presParOf" srcId="{EF97A6C3-C1BC-47E5-9D0C-755C445ACD57}" destId="{8ED8071A-F20C-49AF-8BFE-71EBEA0FDCDB}" srcOrd="9" destOrd="0" presId="urn:microsoft.com/office/officeart/2005/8/layout/radial1"/>
    <dgm:cxn modelId="{FF3FC10B-4134-4931-8AFC-AB1A23197C86}" type="presParOf" srcId="{8ED8071A-F20C-49AF-8BFE-71EBEA0FDCDB}" destId="{44984959-135C-44E2-B6FB-6B471F62D951}" srcOrd="0" destOrd="0" presId="urn:microsoft.com/office/officeart/2005/8/layout/radial1"/>
    <dgm:cxn modelId="{1C2F9A3B-914E-4987-868D-EF0BFF4EC2FA}" type="presParOf" srcId="{EF97A6C3-C1BC-47E5-9D0C-755C445ACD57}" destId="{E6B12135-9349-42F2-B80D-979D966112DB}" srcOrd="10" destOrd="0" presId="urn:microsoft.com/office/officeart/2005/8/layout/radial1"/>
    <dgm:cxn modelId="{D15FE7B1-1541-4523-8958-90CE136568CD}" type="presParOf" srcId="{EF97A6C3-C1BC-47E5-9D0C-755C445ACD57}" destId="{B9CD0DEA-71BA-4563-98F0-B91FDBD675A9}" srcOrd="11" destOrd="0" presId="urn:microsoft.com/office/officeart/2005/8/layout/radial1"/>
    <dgm:cxn modelId="{56947804-BD46-4C79-BC2A-E79A2C6E67DF}" type="presParOf" srcId="{B9CD0DEA-71BA-4563-98F0-B91FDBD675A9}" destId="{FA450787-023D-4CC0-A554-D9663BBC8C95}" srcOrd="0" destOrd="0" presId="urn:microsoft.com/office/officeart/2005/8/layout/radial1"/>
    <dgm:cxn modelId="{B25FDD2C-C2BB-422A-9182-8166E53CFF34}" type="presParOf" srcId="{EF97A6C3-C1BC-47E5-9D0C-755C445ACD57}" destId="{13EEC966-037B-447D-A153-769CE9741CCB}" srcOrd="1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F2C49-7A65-4D8A-9ECC-C4718CFE0DFD}">
      <dsp:nvSpPr>
        <dsp:cNvPr id="0" name=""/>
        <dsp:cNvSpPr/>
      </dsp:nvSpPr>
      <dsp:spPr>
        <a:xfrm>
          <a:off x="685799" y="0"/>
          <a:ext cx="7772400" cy="2359154"/>
        </a:xfrm>
        <a:prstGeom prst="rightArrow">
          <a:avLst/>
        </a:prstGeom>
        <a:solidFill>
          <a:schemeClr val="tx2">
            <a:lumMod val="75000"/>
          </a:schemeClr>
        </a:solidFill>
        <a:ln>
          <a:noFill/>
        </a:ln>
        <a:effectLst/>
      </dsp:spPr>
      <dsp:style>
        <a:lnRef idx="0">
          <a:scrgbClr r="0" g="0" b="0"/>
        </a:lnRef>
        <a:fillRef idx="1">
          <a:scrgbClr r="0" g="0" b="0"/>
        </a:fillRef>
        <a:effectRef idx="0">
          <a:scrgbClr r="0" g="0" b="0"/>
        </a:effectRef>
        <a:fontRef idx="minor"/>
      </dsp:style>
    </dsp:sp>
    <dsp:sp modelId="{6949986B-A88C-4911-99D2-3F014028542E}">
      <dsp:nvSpPr>
        <dsp:cNvPr id="0" name=""/>
        <dsp:cNvSpPr/>
      </dsp:nvSpPr>
      <dsp:spPr>
        <a:xfrm>
          <a:off x="3125"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Research &amp; SMART goal</a:t>
          </a:r>
        </a:p>
      </dsp:txBody>
      <dsp:txXfrm>
        <a:off x="49191" y="753812"/>
        <a:ext cx="1938478" cy="851529"/>
      </dsp:txXfrm>
    </dsp:sp>
    <dsp:sp modelId="{43DA3612-FA6D-48B2-B8A9-797D46D94709}">
      <dsp:nvSpPr>
        <dsp:cNvPr id="0" name=""/>
        <dsp:cNvSpPr/>
      </dsp:nvSpPr>
      <dsp:spPr>
        <a:xfrm>
          <a:off x="2372171"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Collecting Data</a:t>
          </a:r>
        </a:p>
      </dsp:txBody>
      <dsp:txXfrm>
        <a:off x="2418237" y="753812"/>
        <a:ext cx="1938478" cy="851529"/>
      </dsp:txXfrm>
    </dsp:sp>
    <dsp:sp modelId="{253FCA22-AE7D-4E93-A2C6-F16228FBD396}">
      <dsp:nvSpPr>
        <dsp:cNvPr id="0" name=""/>
        <dsp:cNvSpPr/>
      </dsp:nvSpPr>
      <dsp:spPr>
        <a:xfrm>
          <a:off x="4741217"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ysClr val="windowText" lastClr="000000">
                  <a:hueOff val="0"/>
                  <a:satOff val="0"/>
                  <a:lumOff val="0"/>
                  <a:alphaOff val="0"/>
                </a:sysClr>
              </a:solidFill>
              <a:latin typeface="Calibri" panose="020F0502020204030204"/>
              <a:ea typeface="+mn-ea"/>
              <a:cs typeface="+mn-cs"/>
            </a:rPr>
            <a:t>Reflecting and Writing</a:t>
          </a:r>
        </a:p>
      </dsp:txBody>
      <dsp:txXfrm>
        <a:off x="4787283" y="753812"/>
        <a:ext cx="1938478" cy="851529"/>
      </dsp:txXfrm>
    </dsp:sp>
    <dsp:sp modelId="{AFE1C01B-B68A-4E75-BAE2-DF85A2460F16}">
      <dsp:nvSpPr>
        <dsp:cNvPr id="0" name=""/>
        <dsp:cNvSpPr/>
      </dsp:nvSpPr>
      <dsp:spPr>
        <a:xfrm>
          <a:off x="7110263" y="707746"/>
          <a:ext cx="2030610" cy="943661"/>
        </a:xfrm>
        <a:prstGeom prst="roundRect">
          <a:avLst/>
        </a:prstGeom>
        <a:solidFill>
          <a:sysClr val="window" lastClr="FFFFFF">
            <a:hueOff val="0"/>
            <a:satOff val="0"/>
            <a:lumOff val="0"/>
            <a:alphaOff val="0"/>
          </a:sysClr>
        </a:solidFill>
        <a:ln w="12700" cap="flat" cmpd="sng" algn="ctr">
          <a:solidFill>
            <a:srgbClr val="5B9BD5">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hueOff val="0"/>
                  <a:satOff val="0"/>
                  <a:lumOff val="0"/>
                  <a:alphaOff val="0"/>
                </a:sysClr>
              </a:solidFill>
              <a:latin typeface="Calibri" panose="020F0502020204030204"/>
              <a:ea typeface="+mn-ea"/>
              <a:cs typeface="+mn-cs"/>
            </a:rPr>
            <a:t>Presentation</a:t>
          </a:r>
        </a:p>
      </dsp:txBody>
      <dsp:txXfrm>
        <a:off x="7156329" y="753812"/>
        <a:ext cx="1938478" cy="8515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9A3FD-E7CE-4925-9BA0-1519F43347FE}">
      <dsp:nvSpPr>
        <dsp:cNvPr id="0" name=""/>
        <dsp:cNvSpPr/>
      </dsp:nvSpPr>
      <dsp:spPr>
        <a:xfrm>
          <a:off x="1815146" y="1435670"/>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Health Condition</a:t>
          </a:r>
        </a:p>
      </dsp:txBody>
      <dsp:txXfrm>
        <a:off x="1974928" y="1595452"/>
        <a:ext cx="771495" cy="771495"/>
      </dsp:txXfrm>
    </dsp:sp>
    <dsp:sp modelId="{5F2078E9-391E-4296-AA98-41CB26D2A2F4}">
      <dsp:nvSpPr>
        <dsp:cNvPr id="0" name=""/>
        <dsp:cNvSpPr/>
      </dsp:nvSpPr>
      <dsp:spPr>
        <a:xfrm rot="16200000">
          <a:off x="2195649" y="1249845"/>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2424" y="1262392"/>
        <a:ext cx="16502" cy="16502"/>
      </dsp:txXfrm>
    </dsp:sp>
    <dsp:sp modelId="{850CE27E-3FFF-4F75-AFF1-F8ED1858F26A}">
      <dsp:nvSpPr>
        <dsp:cNvPr id="0" name=""/>
        <dsp:cNvSpPr/>
      </dsp:nvSpPr>
      <dsp:spPr>
        <a:xfrm>
          <a:off x="1815146" y="14558"/>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View of Self</a:t>
          </a:r>
        </a:p>
      </dsp:txBody>
      <dsp:txXfrm>
        <a:off x="1974928" y="174340"/>
        <a:ext cx="771495" cy="771495"/>
      </dsp:txXfrm>
    </dsp:sp>
    <dsp:sp modelId="{97AF5828-80DD-4E87-94E2-59329180183B}">
      <dsp:nvSpPr>
        <dsp:cNvPr id="0" name=""/>
        <dsp:cNvSpPr/>
      </dsp:nvSpPr>
      <dsp:spPr>
        <a:xfrm rot="19800000">
          <a:off x="2811009" y="1605123"/>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67784" y="1617670"/>
        <a:ext cx="16502" cy="16502"/>
      </dsp:txXfrm>
    </dsp:sp>
    <dsp:sp modelId="{71089A8F-9B25-43BC-8C55-F58024F9AAB1}">
      <dsp:nvSpPr>
        <dsp:cNvPr id="0" name=""/>
        <dsp:cNvSpPr/>
      </dsp:nvSpPr>
      <dsp:spPr>
        <a:xfrm>
          <a:off x="3045865" y="725114"/>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Diet</a:t>
          </a:r>
        </a:p>
      </dsp:txBody>
      <dsp:txXfrm>
        <a:off x="3205647" y="884896"/>
        <a:ext cx="771495" cy="771495"/>
      </dsp:txXfrm>
    </dsp:sp>
    <dsp:sp modelId="{3535CB9D-7A42-46D4-908C-5359238C2641}">
      <dsp:nvSpPr>
        <dsp:cNvPr id="0" name=""/>
        <dsp:cNvSpPr/>
      </dsp:nvSpPr>
      <dsp:spPr>
        <a:xfrm rot="1800000">
          <a:off x="2811009" y="2315679"/>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67784" y="2328226"/>
        <a:ext cx="16502" cy="16502"/>
      </dsp:txXfrm>
    </dsp:sp>
    <dsp:sp modelId="{CA67821A-4D55-43C4-BF4D-FF09122E0749}">
      <dsp:nvSpPr>
        <dsp:cNvPr id="0" name=""/>
        <dsp:cNvSpPr/>
      </dsp:nvSpPr>
      <dsp:spPr>
        <a:xfrm>
          <a:off x="3045865" y="2146226"/>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Physical/ Accessibility</a:t>
          </a:r>
        </a:p>
      </dsp:txBody>
      <dsp:txXfrm>
        <a:off x="3205647" y="2306008"/>
        <a:ext cx="771495" cy="771495"/>
      </dsp:txXfrm>
    </dsp:sp>
    <dsp:sp modelId="{1894452B-27A5-4AEC-BCE2-D4ACDC000A5F}">
      <dsp:nvSpPr>
        <dsp:cNvPr id="0" name=""/>
        <dsp:cNvSpPr/>
      </dsp:nvSpPr>
      <dsp:spPr>
        <a:xfrm rot="5400000">
          <a:off x="2195649" y="2670957"/>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52424" y="2683504"/>
        <a:ext cx="16502" cy="16502"/>
      </dsp:txXfrm>
    </dsp:sp>
    <dsp:sp modelId="{7854A2F2-4C55-4235-817B-CAAF7344E71D}">
      <dsp:nvSpPr>
        <dsp:cNvPr id="0" name=""/>
        <dsp:cNvSpPr/>
      </dsp:nvSpPr>
      <dsp:spPr>
        <a:xfrm>
          <a:off x="1815146" y="2856782"/>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Financial Burden</a:t>
          </a:r>
        </a:p>
      </dsp:txBody>
      <dsp:txXfrm>
        <a:off x="1974928" y="3016564"/>
        <a:ext cx="771495" cy="771495"/>
      </dsp:txXfrm>
    </dsp:sp>
    <dsp:sp modelId="{8ED8071A-F20C-49AF-8BFE-71EBEA0FDCDB}">
      <dsp:nvSpPr>
        <dsp:cNvPr id="0" name=""/>
        <dsp:cNvSpPr/>
      </dsp:nvSpPr>
      <dsp:spPr>
        <a:xfrm rot="9000000">
          <a:off x="1580290" y="2315679"/>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7065" y="2328226"/>
        <a:ext cx="16502" cy="16502"/>
      </dsp:txXfrm>
    </dsp:sp>
    <dsp:sp modelId="{E6B12135-9349-42F2-B80D-979D966112DB}">
      <dsp:nvSpPr>
        <dsp:cNvPr id="0" name=""/>
        <dsp:cNvSpPr/>
      </dsp:nvSpPr>
      <dsp:spPr>
        <a:xfrm>
          <a:off x="584426" y="2146226"/>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Career Options</a:t>
          </a:r>
        </a:p>
      </dsp:txBody>
      <dsp:txXfrm>
        <a:off x="744208" y="2306008"/>
        <a:ext cx="771495" cy="771495"/>
      </dsp:txXfrm>
    </dsp:sp>
    <dsp:sp modelId="{B9CD0DEA-71BA-4563-98F0-B91FDBD675A9}">
      <dsp:nvSpPr>
        <dsp:cNvPr id="0" name=""/>
        <dsp:cNvSpPr/>
      </dsp:nvSpPr>
      <dsp:spPr>
        <a:xfrm rot="12600000">
          <a:off x="1580290" y="1605123"/>
          <a:ext cx="330052" cy="41596"/>
        </a:xfrm>
        <a:custGeom>
          <a:avLst/>
          <a:gdLst/>
          <a:ahLst/>
          <a:cxnLst/>
          <a:rect l="0" t="0" r="0" b="0"/>
          <a:pathLst>
            <a:path>
              <a:moveTo>
                <a:pt x="0" y="20798"/>
              </a:moveTo>
              <a:lnTo>
                <a:pt x="330052" y="207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7065" y="1617670"/>
        <a:ext cx="16502" cy="16502"/>
      </dsp:txXfrm>
    </dsp:sp>
    <dsp:sp modelId="{13EEC966-037B-447D-A153-769CE9741CCB}">
      <dsp:nvSpPr>
        <dsp:cNvPr id="0" name=""/>
        <dsp:cNvSpPr/>
      </dsp:nvSpPr>
      <dsp:spPr>
        <a:xfrm>
          <a:off x="584426" y="725114"/>
          <a:ext cx="1091059" cy="109105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a:t>Social Life</a:t>
          </a:r>
        </a:p>
      </dsp:txBody>
      <dsp:txXfrm>
        <a:off x="744208" y="884896"/>
        <a:ext cx="771495" cy="77149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88E34-8C8C-8747-BADB-40E1ACC00129}"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5FCA-B2DD-C941-A2C1-638939433487}" type="slidenum">
              <a:rPr lang="en-US" smtClean="0"/>
              <a:t>‹#›</a:t>
            </a:fld>
            <a:endParaRPr lang="en-US" dirty="0"/>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82009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64373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07371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E7D26-C2B3-7550-81FE-74F54A043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C0956-7829-055D-E05A-6B1C1C461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F84D1-164D-56FC-8E89-26DAEBAA1380}"/>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C11BAA73-D251-62A7-CBDE-8EA92B31C08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57605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691657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29956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59078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64352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79591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94014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60951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A618-ED86-D334-F74F-DA77B5307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824EF-D56A-D871-A1EC-972E1C887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136A60-90CF-C1E3-3B78-843B4F4B67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308C0-6691-661B-155C-FA15FA6D628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84100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E3F60-D9C3-96D2-0BC4-C41C080DE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1C948-5681-CCB1-73B8-FCE6B548F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9ED95-13E8-F6D0-078B-518F61C8C0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B3A72-0331-2CEF-6652-32976DDF40A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28428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77143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79721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5376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33D1-0C37-B0BB-E32B-E5886032F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65D3D-60DE-F1B5-24AC-1E716D91F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F6F5B-80E3-3157-BC7E-5D10D39621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136FA1-C257-2317-5532-A5B30FE9A8C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39554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A012-52B7-5F71-7BE6-17B69ACBC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8872C-ADCB-E3CD-C269-2BA43065B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F217F-2B96-3D55-49EE-514A099B9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234D75-B47F-5671-5C60-A30605DFA472}"/>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860815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0638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41755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982603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Picture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00000"/>
              </a:lnSpc>
              <a:spcBef>
                <a:spcPts val="1000"/>
              </a:spcBef>
              <a:buNone/>
              <a:defRPr sz="2400" b="1" spc="200" baseline="0"/>
            </a:lvl1pPr>
            <a:lvl2pPr marL="228600">
              <a:lnSpc>
                <a:spcPct val="150000"/>
              </a:lnSpc>
              <a:spcBef>
                <a:spcPts val="1000"/>
              </a:spcBef>
              <a:defRPr sz="2400" spc="100" baseline="0"/>
            </a:lvl2pPr>
            <a:lvl3pPr marL="457200">
              <a:lnSpc>
                <a:spcPct val="150000"/>
              </a:lnSpc>
              <a:spcBef>
                <a:spcPts val="1000"/>
              </a:spcBef>
              <a:defRPr sz="2400" spc="100" baseline="0"/>
            </a:lvl3pPr>
            <a:lvl4pPr marL="685800">
              <a:lnSpc>
                <a:spcPct val="150000"/>
              </a:lnSpc>
              <a:spcBef>
                <a:spcPts val="1000"/>
              </a:spcBef>
              <a:defRPr sz="2400" spc="100" baseline="0"/>
            </a:lvl4pPr>
            <a:lvl5pPr marL="914400">
              <a:lnSpc>
                <a:spcPct val="150000"/>
              </a:lnSpc>
              <a:spcBef>
                <a:spcPts val="1000"/>
              </a:spcBef>
              <a:defRPr sz="24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Picture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Picture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Picture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7" y="2441448"/>
            <a:ext cx="10972800" cy="304495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Picture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anchor="t"/>
          <a:lstStyle>
            <a:lvl1pPr algn="l">
              <a:lnSpc>
                <a:spcPct val="100000"/>
              </a:lnSpc>
              <a:defRPr sz="2800" cap="none" spc="200" baseline="0"/>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94138E8D-4D76-2023-4B97-8ACB8894C5F1}"/>
              </a:ext>
            </a:extLst>
          </p:cNvPr>
          <p:cNvSpPr>
            <a:spLocks noGrp="1"/>
          </p:cNvSpPr>
          <p:nvPr>
            <p:ph type="body" sz="quarter" idx="13"/>
          </p:nvPr>
        </p:nvSpPr>
        <p:spPr>
          <a:xfrm>
            <a:off x="3063240" y="4232475"/>
            <a:ext cx="5775960" cy="333945"/>
          </a:xfrm>
        </p:spPr>
        <p:txBody>
          <a:bodyPr/>
          <a:lstStyle>
            <a:lvl1pPr marL="0" indent="0">
              <a:buNone/>
              <a:defRPr sz="1800" spc="200" baseline="0"/>
            </a:lvl1pPr>
          </a:lstStyle>
          <a:p>
            <a:pPr lvl="0"/>
            <a:r>
              <a:rPr lang="en-US"/>
              <a:t>Click to edit Master text styles</a:t>
            </a:r>
          </a:p>
        </p:txBody>
      </p:sp>
      <p:sp>
        <p:nvSpPr>
          <p:cNvPr id="17" name="Text Placeholder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
        <p:nvSpPr>
          <p:cNvPr id="18" name="Text Placeholder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Tree>
    <p:extLst>
      <p:ext uri="{BB962C8B-B14F-4D97-AF65-F5344CB8AC3E}">
        <p14:creationId xmlns:p14="http://schemas.microsoft.com/office/powerpoint/2010/main" val="333087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Picture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28" name="Text Placeholder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29" name="Text Placeholder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6" name="Picture Placeholder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1" name="Picture Placeholder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0" name="Text Placeholder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1" name="Text Placeholder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3" name="Picture Placeholder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2" name="Text Placeholder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3" name="Text Placeholder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6" name="Picture Placeholder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4" name="Text Placeholder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5" name="Text Placeholder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7" name="Picture Placeholder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Colum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Picture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284378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508406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0" name="Text Placeholder 4">
            <a:extLst>
              <a:ext uri="{FF2B5EF4-FFF2-40B4-BE49-F238E27FC236}">
                <a16:creationId xmlns:a16="http://schemas.microsoft.com/office/drawing/2014/main" id="{843F725B-A33F-7FB2-E5C4-96EA154660E9}"/>
              </a:ext>
            </a:extLst>
          </p:cNvPr>
          <p:cNvSpPr>
            <a:spLocks noGrp="1"/>
          </p:cNvSpPr>
          <p:nvPr>
            <p:ph type="body" sz="quarter" idx="15"/>
          </p:nvPr>
        </p:nvSpPr>
        <p:spPr>
          <a:xfrm>
            <a:off x="7315200"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5">
            <a:extLst>
              <a:ext uri="{FF2B5EF4-FFF2-40B4-BE49-F238E27FC236}">
                <a16:creationId xmlns:a16="http://schemas.microsoft.com/office/drawing/2014/main" id="{D9DD0DA7-5A1E-5312-178F-13561EF7C233}"/>
              </a:ext>
            </a:extLst>
          </p:cNvPr>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2" name="Text Placeholder 4">
            <a:extLst>
              <a:ext uri="{FF2B5EF4-FFF2-40B4-BE49-F238E27FC236}">
                <a16:creationId xmlns:a16="http://schemas.microsoft.com/office/drawing/2014/main" id="{5FBC3880-98AC-466C-7AD1-FDC8B3958705}"/>
              </a:ext>
            </a:extLst>
          </p:cNvPr>
          <p:cNvSpPr>
            <a:spLocks noGrp="1"/>
          </p:cNvSpPr>
          <p:nvPr>
            <p:ph type="body" sz="quarter" idx="17"/>
          </p:nvPr>
        </p:nvSpPr>
        <p:spPr>
          <a:xfrm>
            <a:off x="9546336"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5">
            <a:extLst>
              <a:ext uri="{FF2B5EF4-FFF2-40B4-BE49-F238E27FC236}">
                <a16:creationId xmlns:a16="http://schemas.microsoft.com/office/drawing/2014/main" id="{24965100-8EF5-0264-CEE5-BD5BF1901635}"/>
              </a:ext>
            </a:extLst>
          </p:cNvPr>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4" name="Text Placeholder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1" name="Text Placeholder 40">
            <a:extLst>
              <a:ext uri="{FF2B5EF4-FFF2-40B4-BE49-F238E27FC236}">
                <a16:creationId xmlns:a16="http://schemas.microsoft.com/office/drawing/2014/main" id="{47BABAF8-5220-1E24-CE43-927FCCA269AE}"/>
              </a:ext>
            </a:extLst>
          </p:cNvPr>
          <p:cNvSpPr>
            <a:spLocks noGrp="1"/>
          </p:cNvSpPr>
          <p:nvPr>
            <p:ph type="body" sz="quarter" idx="18"/>
          </p:nvPr>
        </p:nvSpPr>
        <p:spPr>
          <a:xfrm>
            <a:off x="1146218" y="2432434"/>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8" name="Text Placeholder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8" name="Text Placeholder 40">
            <a:extLst>
              <a:ext uri="{FF2B5EF4-FFF2-40B4-BE49-F238E27FC236}">
                <a16:creationId xmlns:a16="http://schemas.microsoft.com/office/drawing/2014/main" id="{4C4BFA3E-7B57-DCDD-4EA6-16C64A3756BF}"/>
              </a:ext>
            </a:extLst>
          </p:cNvPr>
          <p:cNvSpPr>
            <a:spLocks noGrp="1"/>
          </p:cNvSpPr>
          <p:nvPr>
            <p:ph type="body" sz="quarter" idx="22"/>
          </p:nvPr>
        </p:nvSpPr>
        <p:spPr>
          <a:xfrm>
            <a:off x="3383307"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5" name="Text Placeholder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4" name="Text Placeholder 40">
            <a:extLst>
              <a:ext uri="{FF2B5EF4-FFF2-40B4-BE49-F238E27FC236}">
                <a16:creationId xmlns:a16="http://schemas.microsoft.com/office/drawing/2014/main" id="{25927394-D1A0-C084-C689-F7A4EEE924CB}"/>
              </a:ext>
            </a:extLst>
          </p:cNvPr>
          <p:cNvSpPr>
            <a:spLocks noGrp="1"/>
          </p:cNvSpPr>
          <p:nvPr>
            <p:ph type="body" sz="quarter" idx="19"/>
          </p:nvPr>
        </p:nvSpPr>
        <p:spPr>
          <a:xfrm>
            <a:off x="5589586" y="2432435"/>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9" name="Text Placeholder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6" name="Text Placeholder 40">
            <a:extLst>
              <a:ext uri="{FF2B5EF4-FFF2-40B4-BE49-F238E27FC236}">
                <a16:creationId xmlns:a16="http://schemas.microsoft.com/office/drawing/2014/main" id="{B322E7EB-0174-5A8C-5BE3-F501B5670FAD}"/>
              </a:ext>
            </a:extLst>
          </p:cNvPr>
          <p:cNvSpPr>
            <a:spLocks noGrp="1"/>
          </p:cNvSpPr>
          <p:nvPr>
            <p:ph type="body" sz="quarter" idx="21"/>
          </p:nvPr>
        </p:nvSpPr>
        <p:spPr>
          <a:xfrm>
            <a:off x="7827392"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6" name="Text Placeholder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5" name="Text Placeholder 40">
            <a:extLst>
              <a:ext uri="{FF2B5EF4-FFF2-40B4-BE49-F238E27FC236}">
                <a16:creationId xmlns:a16="http://schemas.microsoft.com/office/drawing/2014/main" id="{E6B7327B-EA3B-790D-AB08-0ED1D2FB401B}"/>
              </a:ext>
            </a:extLst>
          </p:cNvPr>
          <p:cNvSpPr>
            <a:spLocks noGrp="1"/>
          </p:cNvSpPr>
          <p:nvPr>
            <p:ph type="body" sz="quarter" idx="20"/>
          </p:nvPr>
        </p:nvSpPr>
        <p:spPr>
          <a:xfrm>
            <a:off x="10035230" y="2437196"/>
            <a:ext cx="1796654"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Picture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5157787"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5157787"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6400800" y="2438400"/>
            <a:ext cx="5183188"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400800" y="2871216"/>
            <a:ext cx="5183188"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hree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Picture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0740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0740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8183880"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8183880"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Picture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4035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mailto:scheulerb2@unk.edu"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lstStyle/>
          <a:p>
            <a:r>
              <a:rPr lang="en-US" dirty="0">
                <a:ln w="28575">
                  <a:solidFill>
                    <a:schemeClr val="accent5">
                      <a:lumMod val="25000"/>
                    </a:schemeClr>
                  </a:solidFill>
                </a:ln>
                <a:solidFill>
                  <a:schemeClr val="accent5">
                    <a:lumMod val="25000"/>
                  </a:schemeClr>
                </a:solidFill>
                <a:latin typeface="Comic Sans MS" panose="030F0702030302020204" pitchFamily="66" charset="0"/>
              </a:rPr>
              <a:t>Welcome to PSY 440</a:t>
            </a: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4="http://schemas.microsoft.com/office/powerpoint/2010/main">
    <mc:Choice Requires="p14">
      <p:transition spd="slow" p14:dur="2000" advTm="24412"/>
    </mc:Choice>
    <mc:Fallback xmlns="">
      <p:transition spd="slow" advTm="2441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F4EFB8-B32B-E305-CA40-1BDEF9E3C5D6}"/>
              </a:ext>
            </a:extLst>
          </p:cNvPr>
          <p:cNvSpPr>
            <a:spLocks noGrp="1"/>
          </p:cNvSpPr>
          <p:nvPr>
            <p:ph type="title" idx="4294967295"/>
          </p:nvPr>
        </p:nvSpPr>
        <p:spPr>
          <a:xfrm>
            <a:off x="1600200" y="838200"/>
            <a:ext cx="5184775" cy="4416425"/>
          </a:xfrm>
        </p:spPr>
        <p:txBody>
          <a:bodyPr/>
          <a:lstStyle/>
          <a:p>
            <a:r>
              <a:rPr lang="en-US" dirty="0"/>
              <a:t>AGENDA</a:t>
            </a:r>
          </a:p>
        </p:txBody>
      </p:sp>
      <p:sp>
        <p:nvSpPr>
          <p:cNvPr id="5" name="Content Placeholder 4">
            <a:extLst>
              <a:ext uri="{FF2B5EF4-FFF2-40B4-BE49-F238E27FC236}">
                <a16:creationId xmlns:a16="http://schemas.microsoft.com/office/drawing/2014/main" id="{3602EF04-C343-BFD2-AB41-A62063075783}"/>
              </a:ext>
            </a:extLst>
          </p:cNvPr>
          <p:cNvSpPr>
            <a:spLocks noGrp="1"/>
          </p:cNvSpPr>
          <p:nvPr>
            <p:ph sz="quarter" idx="4294967295"/>
          </p:nvPr>
        </p:nvSpPr>
        <p:spPr>
          <a:xfrm>
            <a:off x="6172200" y="1220787"/>
            <a:ext cx="5562600" cy="4416425"/>
          </a:xfrm>
        </p:spPr>
        <p:txBody>
          <a:bodyPr/>
          <a:lstStyle/>
          <a:p>
            <a:r>
              <a:rPr lang="en-US" dirty="0"/>
              <a:t>Introduction</a:t>
            </a:r>
          </a:p>
          <a:p>
            <a:r>
              <a:rPr lang="en-US" dirty="0"/>
              <a:t>Required Materials</a:t>
            </a:r>
          </a:p>
          <a:p>
            <a:r>
              <a:rPr lang="en-US" dirty="0"/>
              <a:t>Course Overview</a:t>
            </a:r>
          </a:p>
          <a:p>
            <a:r>
              <a:rPr lang="en-US" dirty="0"/>
              <a:t>Behavior Change Project</a:t>
            </a:r>
          </a:p>
          <a:p>
            <a:r>
              <a:rPr lang="en-US" dirty="0"/>
              <a:t>Health Information Paper</a:t>
            </a:r>
          </a:p>
          <a:p>
            <a:r>
              <a:rPr lang="en-US" dirty="0"/>
              <a:t>Day in the Life Project</a:t>
            </a:r>
          </a:p>
          <a:p>
            <a:r>
              <a:rPr lang="en-US" dirty="0"/>
              <a:t>Timeline</a:t>
            </a:r>
          </a:p>
          <a:p>
            <a:r>
              <a:rPr lang="en-US" dirty="0"/>
              <a:t>AI Use</a:t>
            </a:r>
          </a:p>
          <a:p>
            <a:r>
              <a:rPr lang="en-US" dirty="0"/>
              <a:t>First Class Activity</a:t>
            </a:r>
          </a:p>
        </p:txBody>
      </p:sp>
      <p:sp>
        <p:nvSpPr>
          <p:cNvPr id="3" name="Slide Number Placeholder 2">
            <a:extLst>
              <a:ext uri="{FF2B5EF4-FFF2-40B4-BE49-F238E27FC236}">
                <a16:creationId xmlns:a16="http://schemas.microsoft.com/office/drawing/2014/main" id="{4A003396-B624-401E-50C6-C0BB01AF161D}"/>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3307162523"/>
      </p:ext>
    </p:extLst>
  </p:cSld>
  <p:clrMapOvr>
    <a:masterClrMapping/>
  </p:clrMapOvr>
  <mc:AlternateContent xmlns:mc="http://schemas.openxmlformats.org/markup-compatibility/2006" xmlns:p14="http://schemas.microsoft.com/office/powerpoint/2010/main">
    <mc:Choice Requires="p14">
      <p:transition spd="slow" p14:dur="2000" advTm="36457"/>
    </mc:Choice>
    <mc:Fallback xmlns="">
      <p:transition spd="slow" advTm="364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2920-A204-31A1-E521-75F7A2BC4E12}"/>
              </a:ext>
            </a:extLst>
          </p:cNvPr>
          <p:cNvSpPr>
            <a:spLocks noGrp="1"/>
          </p:cNvSpPr>
          <p:nvPr>
            <p:ph type="title" idx="4294967295"/>
          </p:nvPr>
        </p:nvSpPr>
        <p:spPr>
          <a:xfrm>
            <a:off x="2514600" y="868363"/>
            <a:ext cx="9677400" cy="1573212"/>
          </a:xfrm>
        </p:spPr>
        <p:txBody>
          <a:bodyPr/>
          <a:lstStyle/>
          <a:p>
            <a:r>
              <a:rPr lang="en-US" dirty="0"/>
              <a:t>Meet Dr. Scheuler</a:t>
            </a:r>
          </a:p>
        </p:txBody>
      </p:sp>
      <p:sp>
        <p:nvSpPr>
          <p:cNvPr id="3" name="Content Placeholder 2">
            <a:extLst>
              <a:ext uri="{FF2B5EF4-FFF2-40B4-BE49-F238E27FC236}">
                <a16:creationId xmlns:a16="http://schemas.microsoft.com/office/drawing/2014/main" id="{D4108D99-22D3-BCE5-8A60-75E749B3C5C8}"/>
              </a:ext>
            </a:extLst>
          </p:cNvPr>
          <p:cNvSpPr>
            <a:spLocks noGrp="1"/>
          </p:cNvSpPr>
          <p:nvPr>
            <p:ph sz="half" idx="4294967295"/>
          </p:nvPr>
        </p:nvSpPr>
        <p:spPr>
          <a:xfrm>
            <a:off x="503814" y="2882900"/>
            <a:ext cx="8302625" cy="3044825"/>
          </a:xfrm>
        </p:spPr>
        <p:txBody>
          <a:bodyPr/>
          <a:lstStyle/>
          <a:p>
            <a:r>
              <a:rPr lang="en-US" sz="1800" b="1" dirty="0"/>
              <a:t>Hometowns:</a:t>
            </a:r>
          </a:p>
          <a:p>
            <a:pPr lvl="1"/>
            <a:r>
              <a:rPr lang="en-US" sz="1600" dirty="0"/>
              <a:t>Chadron, NE &amp; League City, TX</a:t>
            </a:r>
          </a:p>
          <a:p>
            <a:r>
              <a:rPr lang="en-US" sz="1800" b="1" dirty="0"/>
              <a:t>Education:</a:t>
            </a:r>
          </a:p>
          <a:p>
            <a:pPr lvl="1"/>
            <a:r>
              <a:rPr lang="en-US" sz="1600" dirty="0"/>
              <a:t>B.S. in Psychology from Tarleton State University</a:t>
            </a:r>
          </a:p>
          <a:p>
            <a:pPr lvl="1"/>
            <a:r>
              <a:rPr lang="en-US" sz="1600" dirty="0"/>
              <a:t>M.S. in Applied Psychology from Tarleton State University</a:t>
            </a:r>
          </a:p>
          <a:p>
            <a:pPr lvl="1"/>
            <a:r>
              <a:rPr lang="en-US" sz="1600" dirty="0"/>
              <a:t>Ph.D. in Psychology from University of Texas at San Antonio</a:t>
            </a:r>
          </a:p>
          <a:p>
            <a:r>
              <a:rPr lang="en-US" sz="1800" b="1" dirty="0"/>
              <a:t>Research:</a:t>
            </a:r>
          </a:p>
          <a:p>
            <a:pPr lvl="1"/>
            <a:r>
              <a:rPr lang="en-US" sz="1600" dirty="0"/>
              <a:t>Background: mathematical psychology; health psychology; cognitive psychology</a:t>
            </a:r>
          </a:p>
          <a:p>
            <a:pPr lvl="1"/>
            <a:r>
              <a:rPr lang="en-US" sz="1600" dirty="0"/>
              <a:t>Specialty: Cancer-related cognitive decline</a:t>
            </a:r>
          </a:p>
          <a:p>
            <a:endParaRPr lang="en-US" sz="1800" dirty="0"/>
          </a:p>
        </p:txBody>
      </p:sp>
      <p:sp>
        <p:nvSpPr>
          <p:cNvPr id="5" name="Slide Number Placeholder 4">
            <a:extLst>
              <a:ext uri="{FF2B5EF4-FFF2-40B4-BE49-F238E27FC236}">
                <a16:creationId xmlns:a16="http://schemas.microsoft.com/office/drawing/2014/main" id="{86F8945E-D3C2-88E8-86D0-0E4EE5152899}"/>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3</a:t>
            </a:fld>
            <a:endParaRPr lang="en-US" dirty="0"/>
          </a:p>
        </p:txBody>
      </p:sp>
      <p:pic>
        <p:nvPicPr>
          <p:cNvPr id="8" name="Picture 8" descr="Image preview">
            <a:extLst>
              <a:ext uri="{FF2B5EF4-FFF2-40B4-BE49-F238E27FC236}">
                <a16:creationId xmlns:a16="http://schemas.microsoft.com/office/drawing/2014/main" id="{02ECC23C-ACCF-37C9-D999-7EBB2DC1B6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64" t="21501" r="26848" b="10902"/>
          <a:stretch/>
        </p:blipFill>
        <p:spPr bwMode="auto">
          <a:xfrm rot="16200000">
            <a:off x="9559954" y="4327532"/>
            <a:ext cx="1744718" cy="28814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mage preview">
            <a:extLst>
              <a:ext uri="{FF2B5EF4-FFF2-40B4-BE49-F238E27FC236}">
                <a16:creationId xmlns:a16="http://schemas.microsoft.com/office/drawing/2014/main" id="{E9822E11-D88B-31CA-A3A5-6165366808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227" t="19690" r="13122" b="27844"/>
          <a:stretch/>
        </p:blipFill>
        <p:spPr bwMode="auto">
          <a:xfrm>
            <a:off x="7696200" y="2230374"/>
            <a:ext cx="2188946" cy="23972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Image preview">
            <a:extLst>
              <a:ext uri="{FF2B5EF4-FFF2-40B4-BE49-F238E27FC236}">
                <a16:creationId xmlns:a16="http://schemas.microsoft.com/office/drawing/2014/main" id="{EB9A4ABD-2EE5-C25A-89BC-50A59A20DD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583" t="17984" r="21748" b="11628"/>
          <a:stretch/>
        </p:blipFill>
        <p:spPr bwMode="auto">
          <a:xfrm>
            <a:off x="9952853" y="457200"/>
            <a:ext cx="1920174" cy="28303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Image preview">
            <a:extLst>
              <a:ext uri="{FF2B5EF4-FFF2-40B4-BE49-F238E27FC236}">
                <a16:creationId xmlns:a16="http://schemas.microsoft.com/office/drawing/2014/main" id="{3DF4E262-F678-DAF0-3404-5E27BFD8BE1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427" t="17551" r="15969"/>
          <a:stretch/>
        </p:blipFill>
        <p:spPr bwMode="auto">
          <a:xfrm>
            <a:off x="152401" y="72844"/>
            <a:ext cx="2169700" cy="2289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593979"/>
      </p:ext>
    </p:extLst>
  </p:cSld>
  <p:clrMapOvr>
    <a:masterClrMapping/>
  </p:clrMapOvr>
  <mc:AlternateContent xmlns:mc="http://schemas.openxmlformats.org/markup-compatibility/2006" xmlns:p14="http://schemas.microsoft.com/office/powerpoint/2010/main">
    <mc:Choice Requires="p14">
      <p:transition spd="slow" p14:dur="2000" advTm="150749"/>
    </mc:Choice>
    <mc:Fallback xmlns="">
      <p:transition spd="slow" advTm="15074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F93F-4A06-0797-C215-F751F77908D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ABA68F-070B-7CDD-4CAC-EBB8905DD258}"/>
              </a:ext>
            </a:extLst>
          </p:cNvPr>
          <p:cNvSpPr>
            <a:spLocks noGrp="1"/>
          </p:cNvSpPr>
          <p:nvPr>
            <p:ph type="title"/>
          </p:nvPr>
        </p:nvSpPr>
        <p:spPr/>
        <p:txBody>
          <a:bodyPr/>
          <a:lstStyle/>
          <a:p>
            <a:r>
              <a:rPr lang="en-US" dirty="0"/>
              <a:t>My Background and Biases</a:t>
            </a:r>
          </a:p>
        </p:txBody>
      </p:sp>
      <p:sp>
        <p:nvSpPr>
          <p:cNvPr id="5" name="Slide Number Placeholder 4">
            <a:extLst>
              <a:ext uri="{FF2B5EF4-FFF2-40B4-BE49-F238E27FC236}">
                <a16:creationId xmlns:a16="http://schemas.microsoft.com/office/drawing/2014/main" id="{79EE1892-4C1E-BEE1-F266-59EAF4AE2D94}"/>
              </a:ext>
            </a:extLst>
          </p:cNvPr>
          <p:cNvSpPr>
            <a:spLocks noGrp="1"/>
          </p:cNvSpPr>
          <p:nvPr>
            <p:ph type="sldNum" sz="quarter" idx="12"/>
          </p:nvPr>
        </p:nvSpPr>
        <p:spPr/>
        <p:txBody>
          <a:bodyPr/>
          <a:lstStyle/>
          <a:p>
            <a:fld id="{294A09A9-5501-47C1-A89A-A340965A2BE2}" type="slidenum">
              <a:rPr lang="en-US" smtClean="0"/>
              <a:t>4</a:t>
            </a:fld>
            <a:endParaRPr lang="en-US" dirty="0"/>
          </a:p>
        </p:txBody>
      </p:sp>
      <p:sp>
        <p:nvSpPr>
          <p:cNvPr id="31" name="TextBox 30">
            <a:extLst>
              <a:ext uri="{FF2B5EF4-FFF2-40B4-BE49-F238E27FC236}">
                <a16:creationId xmlns:a16="http://schemas.microsoft.com/office/drawing/2014/main" id="{FFEB1D38-EB68-4C7A-AFDE-568E3E5ADD27}"/>
              </a:ext>
            </a:extLst>
          </p:cNvPr>
          <p:cNvSpPr txBox="1"/>
          <p:nvPr/>
        </p:nvSpPr>
        <p:spPr>
          <a:xfrm>
            <a:off x="990600" y="2514600"/>
            <a:ext cx="990600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Battling cancer as a college student</a:t>
            </a:r>
          </a:p>
          <a:p>
            <a:pPr marL="285750" indent="-285750">
              <a:buFont typeface="Arial" panose="020B0604020202020204" pitchFamily="34" charset="0"/>
              <a:buChar char="•"/>
            </a:pPr>
            <a:r>
              <a:rPr lang="en-US" sz="2800" dirty="0"/>
              <a:t>Researching cancer as a career</a:t>
            </a:r>
          </a:p>
          <a:p>
            <a:pPr marL="285750" indent="-285750">
              <a:buFont typeface="Arial" panose="020B0604020202020204" pitchFamily="34" charset="0"/>
              <a:buChar char="•"/>
            </a:pPr>
            <a:r>
              <a:rPr lang="en-US" sz="2800" dirty="0"/>
              <a:t>Teaching health psychology</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375911458"/>
      </p:ext>
    </p:extLst>
  </p:cSld>
  <p:clrMapOvr>
    <a:masterClrMapping/>
  </p:clrMapOvr>
  <mc:AlternateContent xmlns:mc="http://schemas.openxmlformats.org/markup-compatibility/2006" xmlns:p14="http://schemas.microsoft.com/office/powerpoint/2010/main">
    <mc:Choice Requires="p14">
      <p:transition spd="slow" p14:dur="2000" advTm="65743"/>
    </mc:Choice>
    <mc:Fallback xmlns="">
      <p:transition spd="slow" advTm="6574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A214A3-4D04-F13E-5F9C-95B02A472EC0}"/>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5</a:t>
            </a:fld>
            <a:endParaRPr lang="en-US" dirty="0"/>
          </a:p>
        </p:txBody>
      </p:sp>
      <p:sp>
        <p:nvSpPr>
          <p:cNvPr id="6" name="Title 5">
            <a:extLst>
              <a:ext uri="{FF2B5EF4-FFF2-40B4-BE49-F238E27FC236}">
                <a16:creationId xmlns:a16="http://schemas.microsoft.com/office/drawing/2014/main" id="{4DB889F7-4046-E9F1-2865-F91BCE95B2F8}"/>
              </a:ext>
            </a:extLst>
          </p:cNvPr>
          <p:cNvSpPr>
            <a:spLocks noGrp="1"/>
          </p:cNvSpPr>
          <p:nvPr>
            <p:ph type="title" idx="4294967295"/>
          </p:nvPr>
        </p:nvSpPr>
        <p:spPr>
          <a:xfrm>
            <a:off x="1066800" y="352425"/>
            <a:ext cx="10515600" cy="1581150"/>
          </a:xfrm>
        </p:spPr>
        <p:txBody>
          <a:bodyPr/>
          <a:lstStyle/>
          <a:p>
            <a:r>
              <a:rPr lang="en-US" dirty="0"/>
              <a:t>Intentional Course Design</a:t>
            </a:r>
          </a:p>
        </p:txBody>
      </p:sp>
      <p:sp>
        <p:nvSpPr>
          <p:cNvPr id="7" name="Text Placeholder 6">
            <a:extLst>
              <a:ext uri="{FF2B5EF4-FFF2-40B4-BE49-F238E27FC236}">
                <a16:creationId xmlns:a16="http://schemas.microsoft.com/office/drawing/2014/main" id="{06FB3605-68A6-64D7-CCC2-CB764DB67A2A}"/>
              </a:ext>
            </a:extLst>
          </p:cNvPr>
          <p:cNvSpPr>
            <a:spLocks noGrp="1"/>
          </p:cNvSpPr>
          <p:nvPr>
            <p:ph type="body" sz="quarter" idx="4294967295"/>
          </p:nvPr>
        </p:nvSpPr>
        <p:spPr>
          <a:xfrm>
            <a:off x="1037422" y="2057400"/>
            <a:ext cx="10849778" cy="3810000"/>
          </a:xfrm>
        </p:spPr>
        <p:txBody>
          <a:bodyPr/>
          <a:lstStyle/>
          <a:p>
            <a:pPr marL="0" indent="0">
              <a:buNone/>
            </a:pPr>
            <a:r>
              <a:rPr lang="en-US" sz="2000" dirty="0"/>
              <a:t>I have put a LOT of time and thought into designing and revising this course, to ensure that students are as well-equipped as possible. This means that…</a:t>
            </a:r>
          </a:p>
          <a:p>
            <a:r>
              <a:rPr lang="en-US" sz="2000" dirty="0"/>
              <a:t>I prioritize material that is most likely to help students, as both health providers and consumers</a:t>
            </a:r>
          </a:p>
          <a:p>
            <a:r>
              <a:rPr lang="en-US" sz="2000" dirty="0"/>
              <a:t>There will be a large portion of the class based on activities (about half of the class days)</a:t>
            </a:r>
          </a:p>
          <a:p>
            <a:r>
              <a:rPr lang="en-US" sz="2000" dirty="0"/>
              <a:t>I think students engage better when they understand why I am asking them do something, so you will often see a note explaining the goal/ rationale of the assignment</a:t>
            </a:r>
          </a:p>
          <a:p>
            <a:endParaRPr lang="en-US" sz="2000" dirty="0"/>
          </a:p>
          <a:p>
            <a:endParaRPr lang="en-US" sz="2000" dirty="0"/>
          </a:p>
          <a:p>
            <a:endParaRPr lang="en-US" sz="2000" dirty="0"/>
          </a:p>
        </p:txBody>
      </p:sp>
    </p:spTree>
    <p:extLst>
      <p:ext uri="{BB962C8B-B14F-4D97-AF65-F5344CB8AC3E}">
        <p14:creationId xmlns:p14="http://schemas.microsoft.com/office/powerpoint/2010/main" val="3347192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096B9-2E99-1D85-60EF-1C28B7CD7E9F}"/>
              </a:ext>
            </a:extLst>
          </p:cNvPr>
          <p:cNvSpPr>
            <a:spLocks noGrp="1"/>
          </p:cNvSpPr>
          <p:nvPr>
            <p:ph type="title"/>
          </p:nvPr>
        </p:nvSpPr>
        <p:spPr>
          <a:xfrm>
            <a:off x="2293620" y="3352800"/>
            <a:ext cx="8755380" cy="1580714"/>
          </a:xfrm>
        </p:spPr>
        <p:txBody>
          <a:bodyPr/>
          <a:lstStyle/>
          <a:p>
            <a:r>
              <a:rPr lang="en-US" sz="3600" dirty="0"/>
              <a:t>Now, let’s dive into the course…</a:t>
            </a:r>
          </a:p>
        </p:txBody>
      </p:sp>
    </p:spTree>
    <p:extLst>
      <p:ext uri="{BB962C8B-B14F-4D97-AF65-F5344CB8AC3E}">
        <p14:creationId xmlns:p14="http://schemas.microsoft.com/office/powerpoint/2010/main" val="61703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9FE06-3F04-8445-19D9-F2972E05684D}"/>
              </a:ext>
            </a:extLst>
          </p:cNvPr>
          <p:cNvSpPr>
            <a:spLocks noGrp="1"/>
          </p:cNvSpPr>
          <p:nvPr>
            <p:ph type="title"/>
          </p:nvPr>
        </p:nvSpPr>
        <p:spPr>
          <a:xfrm>
            <a:off x="2211324" y="1146579"/>
            <a:ext cx="7007352" cy="688848"/>
          </a:xfrm>
        </p:spPr>
        <p:txBody>
          <a:bodyPr/>
          <a:lstStyle/>
          <a:p>
            <a:r>
              <a:rPr lang="en-US" dirty="0"/>
              <a:t>Contacting Me</a:t>
            </a:r>
          </a:p>
        </p:txBody>
      </p:sp>
      <p:sp>
        <p:nvSpPr>
          <p:cNvPr id="3" name="Content Placeholder 2">
            <a:extLst>
              <a:ext uri="{FF2B5EF4-FFF2-40B4-BE49-F238E27FC236}">
                <a16:creationId xmlns:a16="http://schemas.microsoft.com/office/drawing/2014/main" id="{6AE075FD-9120-4158-5302-D80733278A58}"/>
              </a:ext>
            </a:extLst>
          </p:cNvPr>
          <p:cNvSpPr>
            <a:spLocks noGrp="1"/>
          </p:cNvSpPr>
          <p:nvPr>
            <p:ph sz="quarter" idx="13"/>
          </p:nvPr>
        </p:nvSpPr>
        <p:spPr>
          <a:xfrm>
            <a:off x="427482" y="1835427"/>
            <a:ext cx="6125718" cy="4565373"/>
          </a:xfrm>
        </p:spPr>
        <p:txBody>
          <a:bodyPr/>
          <a:lstStyle/>
          <a:p>
            <a:pPr>
              <a:spcBef>
                <a:spcPts val="0"/>
              </a:spcBef>
            </a:pPr>
            <a:r>
              <a:rPr lang="en-US" sz="2000" b="1" dirty="0"/>
              <a:t>Office Location</a:t>
            </a:r>
          </a:p>
          <a:p>
            <a:pPr lvl="2">
              <a:spcBef>
                <a:spcPts val="0"/>
              </a:spcBef>
            </a:pPr>
            <a:r>
              <a:rPr lang="en-US" sz="1800" dirty="0"/>
              <a:t>Copeland Hall 320E</a:t>
            </a:r>
          </a:p>
          <a:p>
            <a:pPr>
              <a:spcBef>
                <a:spcPts val="0"/>
              </a:spcBef>
            </a:pPr>
            <a:r>
              <a:rPr lang="en-US" sz="2000" b="1" dirty="0"/>
              <a:t>Office Hours</a:t>
            </a:r>
          </a:p>
          <a:p>
            <a:pPr lvl="3">
              <a:spcBef>
                <a:spcPts val="0"/>
              </a:spcBef>
            </a:pPr>
            <a:r>
              <a:rPr lang="en-US" sz="1800" dirty="0"/>
              <a:t>MW 2:30pm – 4:30pm</a:t>
            </a:r>
          </a:p>
          <a:p>
            <a:pPr lvl="3">
              <a:spcBef>
                <a:spcPts val="0"/>
              </a:spcBef>
            </a:pPr>
            <a:r>
              <a:rPr lang="en-US" sz="1800" dirty="0"/>
              <a:t>T 2:30pm – 3:30pm</a:t>
            </a:r>
          </a:p>
          <a:p>
            <a:pPr lvl="3">
              <a:spcBef>
                <a:spcPts val="0"/>
              </a:spcBef>
            </a:pPr>
            <a:r>
              <a:rPr lang="en-US" sz="1800" dirty="0"/>
              <a:t>By appointment</a:t>
            </a:r>
          </a:p>
          <a:p>
            <a:pPr>
              <a:spcBef>
                <a:spcPts val="0"/>
              </a:spcBef>
            </a:pPr>
            <a:r>
              <a:rPr lang="en-US" sz="2000" b="1" dirty="0"/>
              <a:t>Email: </a:t>
            </a:r>
            <a:r>
              <a:rPr lang="en-US" sz="2000" b="1" dirty="0">
                <a:hlinkClick r:id="rId3"/>
              </a:rPr>
              <a:t>scheulerb2@unk.edu</a:t>
            </a:r>
            <a:endParaRPr lang="en-US" sz="2000" b="1" dirty="0"/>
          </a:p>
          <a:p>
            <a:pPr lvl="2">
              <a:spcBef>
                <a:spcPts val="0"/>
              </a:spcBef>
            </a:pPr>
            <a:r>
              <a:rPr lang="en-US" sz="1800" dirty="0"/>
              <a:t>Please use guidelines in syllabus</a:t>
            </a:r>
          </a:p>
          <a:p>
            <a:pPr lvl="2">
              <a:spcBef>
                <a:spcPts val="0"/>
              </a:spcBef>
            </a:pPr>
            <a:r>
              <a:rPr lang="en-US" sz="1800" dirty="0"/>
              <a:t>DO NOT use "messaging" on Canvas </a:t>
            </a:r>
            <a:br>
              <a:rPr lang="en-US" sz="1800" dirty="0"/>
            </a:br>
            <a:r>
              <a:rPr lang="en-US" sz="1800" dirty="0"/>
              <a:t>– there’s a decent chance I will never see it </a:t>
            </a:r>
          </a:p>
          <a:p>
            <a:pPr lvl="1">
              <a:spcBef>
                <a:spcPts val="0"/>
              </a:spcBef>
            </a:pPr>
            <a:endParaRPr lang="en-US" sz="2000" dirty="0"/>
          </a:p>
        </p:txBody>
      </p:sp>
      <p:sp>
        <p:nvSpPr>
          <p:cNvPr id="5" name="Slide Number Placeholder 4">
            <a:extLst>
              <a:ext uri="{FF2B5EF4-FFF2-40B4-BE49-F238E27FC236}">
                <a16:creationId xmlns:a16="http://schemas.microsoft.com/office/drawing/2014/main" id="{4EDBDE4F-496D-3B35-5BDF-00C3E0C29FFA}"/>
              </a:ext>
            </a:extLst>
          </p:cNvPr>
          <p:cNvSpPr>
            <a:spLocks noGrp="1"/>
          </p:cNvSpPr>
          <p:nvPr>
            <p:ph type="sldNum" sz="quarter" idx="12"/>
          </p:nvPr>
        </p:nvSpPr>
        <p:spPr/>
        <p:txBody>
          <a:bodyPr/>
          <a:lstStyle/>
          <a:p>
            <a:fld id="{294A09A9-5501-47C1-A89A-A340965A2BE2}" type="slidenum">
              <a:rPr lang="en-US" smtClean="0"/>
              <a:t>7</a:t>
            </a:fld>
            <a:endParaRPr lang="en-US" dirty="0"/>
          </a:p>
        </p:txBody>
      </p:sp>
      <p:sp>
        <p:nvSpPr>
          <p:cNvPr id="6" name="Rectangle 5">
            <a:extLst>
              <a:ext uri="{FF2B5EF4-FFF2-40B4-BE49-F238E27FC236}">
                <a16:creationId xmlns:a16="http://schemas.microsoft.com/office/drawing/2014/main" id="{6A91D4E4-EC70-85CA-345F-3D3F7925A692}"/>
              </a:ext>
            </a:extLst>
          </p:cNvPr>
          <p:cNvSpPr/>
          <p:nvPr/>
        </p:nvSpPr>
        <p:spPr>
          <a:xfrm>
            <a:off x="6447282" y="2029967"/>
            <a:ext cx="5668518" cy="422188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Subject: PSY 440 [SUMMARY OF EMAIL HERE]</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Hello Dr. Scheuler,</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Write your question(s) here, in full sentences and full words (e.g., no abbreviations such as “IDK”). If your question refers to a certain reading, exam, or assignment, be sure to specify which item you are referring to in your email (e.g., instead of saying “I need help on the reading,” you could say “I have a question about a role of the nervous system discussed in a reading from week 2”). If you would like to discuss the question in person, please provide times of availability, such as:</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Tuesday 4-5pm, Wednesday 8-9am, 11am-12pm, Friday, after 3pm</a:t>
            </a:r>
            <a:endParaRPr lang="en-US" sz="1400" kern="100" dirty="0">
              <a:effectLst/>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kern="100" dirty="0">
                <a:solidFill>
                  <a:srgbClr val="000000"/>
                </a:solidFill>
                <a:effectLst/>
                <a:ea typeface="Calibri" panose="020F0502020204030204" pitchFamily="34" charset="0"/>
                <a:cs typeface="Times New Roman" panose="02020603050405020304" pitchFamily="18" charset="0"/>
              </a:rPr>
              <a:t>Thank you,</a:t>
            </a:r>
            <a:br>
              <a:rPr lang="en-US" sz="1400" kern="100" dirty="0">
                <a:solidFill>
                  <a:srgbClr val="000000"/>
                </a:solidFill>
                <a:effectLst/>
                <a:ea typeface="Calibri" panose="020F0502020204030204" pitchFamily="34" charset="0"/>
                <a:cs typeface="Times New Roman" panose="02020603050405020304" pitchFamily="18" charset="0"/>
              </a:rPr>
            </a:br>
            <a:r>
              <a:rPr lang="en-US" sz="1400" kern="100" dirty="0">
                <a:solidFill>
                  <a:srgbClr val="000000"/>
                </a:solidFill>
                <a:effectLst/>
                <a:ea typeface="Calibri" panose="020F0502020204030204" pitchFamily="34" charset="0"/>
                <a:cs typeface="Times New Roman" panose="02020603050405020304" pitchFamily="18" charset="0"/>
              </a:rPr>
              <a:t>Your Full Name</a:t>
            </a:r>
            <a:endParaRPr lang="en-US" sz="1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9828700"/>
      </p:ext>
    </p:extLst>
  </p:cSld>
  <p:clrMapOvr>
    <a:masterClrMapping/>
  </p:clrMapOvr>
  <mc:AlternateContent xmlns:mc="http://schemas.openxmlformats.org/markup-compatibility/2006" xmlns:p14="http://schemas.microsoft.com/office/powerpoint/2010/main">
    <mc:Choice Requires="p14">
      <p:transition spd="slow" p14:dur="2000" advTm="142874"/>
    </mc:Choice>
    <mc:Fallback xmlns="">
      <p:transition spd="slow" advTm="14287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0930A-A81B-9379-9DC1-0575AD66DAAB}"/>
              </a:ext>
            </a:extLst>
          </p:cNvPr>
          <p:cNvSpPr>
            <a:spLocks noGrp="1"/>
          </p:cNvSpPr>
          <p:nvPr>
            <p:ph type="title" idx="4294967295"/>
          </p:nvPr>
        </p:nvSpPr>
        <p:spPr>
          <a:xfrm>
            <a:off x="1219200" y="868363"/>
            <a:ext cx="10972800" cy="1573212"/>
          </a:xfrm>
        </p:spPr>
        <p:txBody>
          <a:bodyPr/>
          <a:lstStyle/>
          <a:p>
            <a:r>
              <a:rPr lang="en-US" dirty="0"/>
              <a:t>Required Materials</a:t>
            </a:r>
          </a:p>
        </p:txBody>
      </p:sp>
      <p:sp>
        <p:nvSpPr>
          <p:cNvPr id="3" name="Content Placeholder 2">
            <a:extLst>
              <a:ext uri="{FF2B5EF4-FFF2-40B4-BE49-F238E27FC236}">
                <a16:creationId xmlns:a16="http://schemas.microsoft.com/office/drawing/2014/main" id="{9D72AA84-F84A-EF5F-6404-939522BE7F5E}"/>
              </a:ext>
            </a:extLst>
          </p:cNvPr>
          <p:cNvSpPr>
            <a:spLocks noGrp="1"/>
          </p:cNvSpPr>
          <p:nvPr>
            <p:ph sz="half" idx="4294967295"/>
          </p:nvPr>
        </p:nvSpPr>
        <p:spPr>
          <a:xfrm>
            <a:off x="304800" y="2244188"/>
            <a:ext cx="6945968" cy="4004211"/>
          </a:xfrm>
        </p:spPr>
        <p:txBody>
          <a:bodyPr/>
          <a:lstStyle/>
          <a:p>
            <a:r>
              <a:rPr lang="en-US" sz="2000" dirty="0"/>
              <a:t>Instead of a textbook, I provide research articles for each topic</a:t>
            </a:r>
          </a:p>
          <a:p>
            <a:r>
              <a:rPr lang="en-US" sz="2000" dirty="0"/>
              <a:t>Why? </a:t>
            </a:r>
          </a:p>
          <a:p>
            <a:pPr lvl="1"/>
            <a:r>
              <a:rPr lang="en-US" sz="1600" dirty="0"/>
              <a:t>I believe it is important for students to practice learning about health psychology through research (it is how you would learn current knowledge outside of this class)</a:t>
            </a:r>
          </a:p>
          <a:p>
            <a:pPr lvl="1"/>
            <a:r>
              <a:rPr lang="en-US" sz="1600" dirty="0"/>
              <a:t>Whenever possible, I want to limit student expenditures</a:t>
            </a:r>
          </a:p>
          <a:p>
            <a:r>
              <a:rPr lang="en-US" sz="2000" dirty="0"/>
              <a:t>A student version of all PowerPoints will be provided through Canvas.</a:t>
            </a:r>
          </a:p>
          <a:p>
            <a:r>
              <a:rPr lang="en-US" sz="2000" dirty="0"/>
              <a:t>Why?</a:t>
            </a:r>
          </a:p>
          <a:p>
            <a:pPr lvl="1"/>
            <a:r>
              <a:rPr lang="en-US" sz="1600" dirty="0"/>
              <a:t>I would rather you focus on engaging in discussion and taking notes on those discussions than rushing to write everything on a slide</a:t>
            </a:r>
          </a:p>
          <a:p>
            <a:pPr marL="0" indent="0">
              <a:buNone/>
            </a:pPr>
            <a:endParaRPr lang="en-US" sz="2800" dirty="0"/>
          </a:p>
          <a:p>
            <a:endParaRPr lang="en-US" sz="2800" dirty="0"/>
          </a:p>
        </p:txBody>
      </p:sp>
      <p:sp>
        <p:nvSpPr>
          <p:cNvPr id="5" name="Slide Number Placeholder 4">
            <a:extLst>
              <a:ext uri="{FF2B5EF4-FFF2-40B4-BE49-F238E27FC236}">
                <a16:creationId xmlns:a16="http://schemas.microsoft.com/office/drawing/2014/main" id="{A8B08B8E-B0D1-3F29-5289-CAFB0B94FEE1}"/>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8</a:t>
            </a:fld>
            <a:endParaRPr lang="en-US" dirty="0"/>
          </a:p>
        </p:txBody>
      </p:sp>
      <p:graphicFrame>
        <p:nvGraphicFramePr>
          <p:cNvPr id="4" name="Table 3">
            <a:extLst>
              <a:ext uri="{FF2B5EF4-FFF2-40B4-BE49-F238E27FC236}">
                <a16:creationId xmlns:a16="http://schemas.microsoft.com/office/drawing/2014/main" id="{CB34A240-9635-64C9-3739-7C262E323C7F}"/>
              </a:ext>
            </a:extLst>
          </p:cNvPr>
          <p:cNvGraphicFramePr>
            <a:graphicFrameLocks noGrp="1"/>
          </p:cNvGraphicFramePr>
          <p:nvPr>
            <p:extLst>
              <p:ext uri="{D42A27DB-BD31-4B8C-83A1-F6EECF244321}">
                <p14:modId xmlns:p14="http://schemas.microsoft.com/office/powerpoint/2010/main" val="3040686771"/>
              </p:ext>
            </p:extLst>
          </p:nvPr>
        </p:nvGraphicFramePr>
        <p:xfrm>
          <a:off x="7250768" y="2209800"/>
          <a:ext cx="4636432" cy="3345379"/>
        </p:xfrm>
        <a:graphic>
          <a:graphicData uri="http://schemas.openxmlformats.org/drawingml/2006/table">
            <a:tbl>
              <a:tblPr firstRow="1" firstCol="1" bandRow="1">
                <a:tableStyleId>{1FECB4D8-DB02-4DC6-A0A2-4F2EBAE1DC90}</a:tableStyleId>
              </a:tblPr>
              <a:tblGrid>
                <a:gridCol w="2318216">
                  <a:extLst>
                    <a:ext uri="{9D8B030D-6E8A-4147-A177-3AD203B41FA5}">
                      <a16:colId xmlns:a16="http://schemas.microsoft.com/office/drawing/2014/main" val="1663037456"/>
                    </a:ext>
                  </a:extLst>
                </a:gridCol>
                <a:gridCol w="2318216">
                  <a:extLst>
                    <a:ext uri="{9D8B030D-6E8A-4147-A177-3AD203B41FA5}">
                      <a16:colId xmlns:a16="http://schemas.microsoft.com/office/drawing/2014/main" val="3766588874"/>
                    </a:ext>
                  </a:extLst>
                </a:gridCol>
              </a:tblGrid>
              <a:tr h="123078">
                <a:tc>
                  <a:txBody>
                    <a:bodyPr/>
                    <a:lstStyle/>
                    <a:p>
                      <a:pPr marL="0" marR="0">
                        <a:lnSpc>
                          <a:spcPct val="115000"/>
                        </a:lnSpc>
                        <a:spcAft>
                          <a:spcPts val="800"/>
                        </a:spcAft>
                        <a:buNone/>
                      </a:pPr>
                      <a:r>
                        <a:rPr lang="en-US" sz="1200" b="1" kern="100" dirty="0">
                          <a:solidFill>
                            <a:schemeClr val="tx1"/>
                          </a:solidFill>
                          <a:effectLst/>
                        </a:rPr>
                        <a:t>Topic</a:t>
                      </a:r>
                      <a:endParaRPr lang="en-US"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1" kern="100" dirty="0">
                          <a:solidFill>
                            <a:schemeClr val="tx1"/>
                          </a:solidFill>
                          <a:effectLst/>
                        </a:rPr>
                        <a:t>Article</a:t>
                      </a:r>
                      <a:endParaRPr lang="en-US" sz="12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711551885"/>
                  </a:ext>
                </a:extLst>
              </a:tr>
              <a:tr h="123078">
                <a:tc>
                  <a:txBody>
                    <a:bodyPr/>
                    <a:lstStyle/>
                    <a:p>
                      <a:pPr marL="0" marR="0">
                        <a:lnSpc>
                          <a:spcPct val="115000"/>
                        </a:lnSpc>
                        <a:spcAft>
                          <a:spcPts val="800"/>
                        </a:spcAft>
                        <a:buNone/>
                      </a:pPr>
                      <a:r>
                        <a:rPr lang="en-US" sz="1200" b="0" kern="100">
                          <a:effectLst/>
                        </a:rPr>
                        <a:t>What Is Health Psychology?</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Kaplan, 2009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788300714"/>
                  </a:ext>
                </a:extLst>
              </a:tr>
              <a:tr h="123078">
                <a:tc>
                  <a:txBody>
                    <a:bodyPr/>
                    <a:lstStyle/>
                    <a:p>
                      <a:pPr marL="0" marR="0">
                        <a:lnSpc>
                          <a:spcPct val="115000"/>
                        </a:lnSpc>
                        <a:spcAft>
                          <a:spcPts val="800"/>
                        </a:spcAft>
                        <a:buNone/>
                      </a:pPr>
                      <a:r>
                        <a:rPr lang="en-US" sz="1200" b="0" kern="100">
                          <a:effectLst/>
                        </a:rPr>
                        <a:t>Body Systems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Billman,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695631596"/>
                  </a:ext>
                </a:extLst>
              </a:tr>
              <a:tr h="123078">
                <a:tc>
                  <a:txBody>
                    <a:bodyPr/>
                    <a:lstStyle/>
                    <a:p>
                      <a:pPr marL="0" marR="0">
                        <a:lnSpc>
                          <a:spcPct val="115000"/>
                        </a:lnSpc>
                        <a:spcAft>
                          <a:spcPts val="800"/>
                        </a:spcAft>
                        <a:buNone/>
                      </a:pPr>
                      <a:r>
                        <a:rPr lang="en-US" sz="1200" b="0" kern="100">
                          <a:effectLst/>
                        </a:rPr>
                        <a:t>Shaping Health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Ogbeiwi, 2021</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047612426"/>
                  </a:ext>
                </a:extLst>
              </a:tr>
              <a:tr h="123078">
                <a:tc>
                  <a:txBody>
                    <a:bodyPr/>
                    <a:lstStyle/>
                    <a:p>
                      <a:pPr marL="0" marR="0">
                        <a:lnSpc>
                          <a:spcPct val="115000"/>
                        </a:lnSpc>
                        <a:spcAft>
                          <a:spcPts val="800"/>
                        </a:spcAft>
                        <a:buNone/>
                      </a:pPr>
                      <a:r>
                        <a:rPr lang="en-US" sz="1200" b="0" kern="100">
                          <a:effectLst/>
                        </a:rPr>
                        <a:t>Health-Promoting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Wilhite et al., 2022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000814510"/>
                  </a:ext>
                </a:extLst>
              </a:tr>
              <a:tr h="123078">
                <a:tc>
                  <a:txBody>
                    <a:bodyPr/>
                    <a:lstStyle/>
                    <a:p>
                      <a:pPr marL="0" marR="0">
                        <a:lnSpc>
                          <a:spcPct val="115000"/>
                        </a:lnSpc>
                        <a:spcAft>
                          <a:spcPts val="800"/>
                        </a:spcAft>
                        <a:buNone/>
                      </a:pPr>
                      <a:r>
                        <a:rPr lang="en-US" sz="1200" b="0" kern="100">
                          <a:effectLst/>
                        </a:rPr>
                        <a:t>Health-Compromising Behaviors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Hammond et al., 2023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277093835"/>
                  </a:ext>
                </a:extLst>
              </a:tr>
              <a:tr h="123078">
                <a:tc>
                  <a:txBody>
                    <a:bodyPr/>
                    <a:lstStyle/>
                    <a:p>
                      <a:pPr marL="0" marR="0">
                        <a:lnSpc>
                          <a:spcPct val="115000"/>
                        </a:lnSpc>
                        <a:spcAft>
                          <a:spcPts val="800"/>
                        </a:spcAft>
                        <a:buNone/>
                      </a:pPr>
                      <a:r>
                        <a:rPr lang="en-US" sz="1200" b="0" kern="100">
                          <a:effectLst/>
                        </a:rPr>
                        <a:t>Stress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Beckie, 2012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253693481"/>
                  </a:ext>
                </a:extLst>
              </a:tr>
              <a:tr h="123078">
                <a:tc>
                  <a:txBody>
                    <a:bodyPr/>
                    <a:lstStyle/>
                    <a:p>
                      <a:pPr marL="0" marR="0">
                        <a:lnSpc>
                          <a:spcPct val="115000"/>
                        </a:lnSpc>
                        <a:spcAft>
                          <a:spcPts val="800"/>
                        </a:spcAft>
                        <a:buNone/>
                      </a:pPr>
                      <a:r>
                        <a:rPr lang="en-US" sz="1200" b="0" kern="100">
                          <a:effectLst/>
                        </a:rPr>
                        <a:t>Coping &amp; Resilience</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Penley et al., 2002</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615597019"/>
                  </a:ext>
                </a:extLst>
              </a:tr>
              <a:tr h="123078">
                <a:tc>
                  <a:txBody>
                    <a:bodyPr/>
                    <a:lstStyle/>
                    <a:p>
                      <a:pPr marL="0" marR="0">
                        <a:lnSpc>
                          <a:spcPct val="115000"/>
                        </a:lnSpc>
                        <a:spcAft>
                          <a:spcPts val="800"/>
                        </a:spcAft>
                        <a:buNone/>
                      </a:pPr>
                      <a:r>
                        <a:rPr lang="en-US" sz="1200" b="0" kern="100">
                          <a:effectLst/>
                        </a:rPr>
                        <a:t>Using Health Services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Wasserman et al., 2019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691412384"/>
                  </a:ext>
                </a:extLst>
              </a:tr>
              <a:tr h="123078">
                <a:tc>
                  <a:txBody>
                    <a:bodyPr/>
                    <a:lstStyle/>
                    <a:p>
                      <a:pPr marL="0" marR="0">
                        <a:lnSpc>
                          <a:spcPct val="115000"/>
                        </a:lnSpc>
                        <a:spcAft>
                          <a:spcPts val="800"/>
                        </a:spcAft>
                        <a:buNone/>
                      </a:pPr>
                      <a:r>
                        <a:rPr lang="en-US" sz="1200" b="0" kern="100">
                          <a:effectLst/>
                        </a:rPr>
                        <a:t>Health Communication</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Hong &amp; Oh,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822651725"/>
                  </a:ext>
                </a:extLst>
              </a:tr>
              <a:tr h="123078">
                <a:tc>
                  <a:txBody>
                    <a:bodyPr/>
                    <a:lstStyle/>
                    <a:p>
                      <a:pPr marL="0" marR="0">
                        <a:lnSpc>
                          <a:spcPct val="115000"/>
                        </a:lnSpc>
                        <a:spcAft>
                          <a:spcPts val="800"/>
                        </a:spcAft>
                        <a:buNone/>
                      </a:pPr>
                      <a:r>
                        <a:rPr lang="en-US" sz="1200" b="0" kern="100">
                          <a:effectLst/>
                        </a:rPr>
                        <a:t>Pain</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Dima et al., 2013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020548343"/>
                  </a:ext>
                </a:extLst>
              </a:tr>
              <a:tr h="123078">
                <a:tc>
                  <a:txBody>
                    <a:bodyPr/>
                    <a:lstStyle/>
                    <a:p>
                      <a:pPr marL="0" marR="0">
                        <a:lnSpc>
                          <a:spcPct val="115000"/>
                        </a:lnSpc>
                        <a:spcAft>
                          <a:spcPts val="800"/>
                        </a:spcAft>
                        <a:buNone/>
                      </a:pPr>
                      <a:r>
                        <a:rPr lang="en-US" sz="1200" b="0" kern="100">
                          <a:effectLst/>
                        </a:rPr>
                        <a:t>Chronic Health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Chan et al.,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1532354927"/>
                  </a:ext>
                </a:extLst>
              </a:tr>
              <a:tr h="123078">
                <a:tc>
                  <a:txBody>
                    <a:bodyPr/>
                    <a:lstStyle/>
                    <a:p>
                      <a:pPr marL="0" marR="0">
                        <a:lnSpc>
                          <a:spcPct val="115000"/>
                        </a:lnSpc>
                        <a:spcAft>
                          <a:spcPts val="800"/>
                        </a:spcAft>
                        <a:buNone/>
                      </a:pPr>
                      <a:r>
                        <a:rPr lang="en-US" sz="1200" b="0" kern="100">
                          <a:effectLst/>
                        </a:rPr>
                        <a:t>Heart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Suls, 2018</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3881207894"/>
                  </a:ext>
                </a:extLst>
              </a:tr>
              <a:tr h="123078">
                <a:tc>
                  <a:txBody>
                    <a:bodyPr/>
                    <a:lstStyle/>
                    <a:p>
                      <a:pPr marL="0" marR="0">
                        <a:lnSpc>
                          <a:spcPct val="115000"/>
                        </a:lnSpc>
                        <a:spcAft>
                          <a:spcPts val="800"/>
                        </a:spcAft>
                        <a:buNone/>
                      </a:pPr>
                      <a:r>
                        <a:rPr lang="en-US" sz="1200" b="0" kern="100">
                          <a:effectLst/>
                        </a:rPr>
                        <a:t>Immune Disorders</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Alessi &amp; Bennet, 2020</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935934362"/>
                  </a:ext>
                </a:extLst>
              </a:tr>
              <a:tr h="123078">
                <a:tc>
                  <a:txBody>
                    <a:bodyPr/>
                    <a:lstStyle/>
                    <a:p>
                      <a:pPr marL="0" marR="0">
                        <a:lnSpc>
                          <a:spcPct val="115000"/>
                        </a:lnSpc>
                        <a:spcAft>
                          <a:spcPts val="800"/>
                        </a:spcAft>
                        <a:buNone/>
                      </a:pPr>
                      <a:r>
                        <a:rPr lang="en-US" sz="1200" b="0" kern="100">
                          <a:effectLst/>
                        </a:rPr>
                        <a:t>Cancer</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Stanger &amp; Wahl, 2023</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233231393"/>
                  </a:ext>
                </a:extLst>
              </a:tr>
              <a:tr h="123078">
                <a:tc>
                  <a:txBody>
                    <a:bodyPr/>
                    <a:lstStyle/>
                    <a:p>
                      <a:pPr marL="0" marR="0">
                        <a:lnSpc>
                          <a:spcPct val="115000"/>
                        </a:lnSpc>
                        <a:spcAft>
                          <a:spcPts val="800"/>
                        </a:spcAft>
                        <a:buNone/>
                      </a:pPr>
                      <a:r>
                        <a:rPr lang="en-US" sz="1200" b="0" kern="100">
                          <a:effectLst/>
                        </a:rPr>
                        <a:t>Death and Dying</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a:effectLst/>
                        </a:rPr>
                        <a:t>Crunkilton &amp; Rubins, 2009</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748127802"/>
                  </a:ext>
                </a:extLst>
              </a:tr>
              <a:tr h="123078">
                <a:tc>
                  <a:txBody>
                    <a:bodyPr/>
                    <a:lstStyle/>
                    <a:p>
                      <a:pPr marL="0" marR="0">
                        <a:lnSpc>
                          <a:spcPct val="115000"/>
                        </a:lnSpc>
                        <a:spcAft>
                          <a:spcPts val="800"/>
                        </a:spcAft>
                        <a:buNone/>
                      </a:pPr>
                      <a:r>
                        <a:rPr lang="en-US" sz="1200" b="0" kern="100">
                          <a:effectLst/>
                        </a:rPr>
                        <a:t>The Future of Health Psychology</a:t>
                      </a:r>
                      <a:endParaRPr lang="en-US" sz="1200" b="0" kern="10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tc>
                  <a:txBody>
                    <a:bodyPr/>
                    <a:lstStyle/>
                    <a:p>
                      <a:pPr marL="0" marR="0">
                        <a:lnSpc>
                          <a:spcPct val="115000"/>
                        </a:lnSpc>
                        <a:spcAft>
                          <a:spcPts val="800"/>
                        </a:spcAft>
                        <a:buNone/>
                      </a:pPr>
                      <a:r>
                        <a:rPr lang="en-US" sz="1200" b="0" kern="100" dirty="0">
                          <a:effectLst/>
                        </a:rPr>
                        <a:t>Dekker et al., 2023</a:t>
                      </a:r>
                      <a:endParaRPr lang="en-US" sz="12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2837" marR="42837" marT="0" marB="0"/>
                </a:tc>
                <a:extLst>
                  <a:ext uri="{0D108BD9-81ED-4DB2-BD59-A6C34878D82A}">
                    <a16:rowId xmlns:a16="http://schemas.microsoft.com/office/drawing/2014/main" val="2937969621"/>
                  </a:ext>
                </a:extLst>
              </a:tr>
            </a:tbl>
          </a:graphicData>
        </a:graphic>
      </p:graphicFrame>
    </p:spTree>
    <p:extLst>
      <p:ext uri="{BB962C8B-B14F-4D97-AF65-F5344CB8AC3E}">
        <p14:creationId xmlns:p14="http://schemas.microsoft.com/office/powerpoint/2010/main" val="2648542063"/>
      </p:ext>
    </p:extLst>
  </p:cSld>
  <p:clrMapOvr>
    <a:masterClrMapping/>
  </p:clrMapOvr>
  <mc:AlternateContent xmlns:mc="http://schemas.openxmlformats.org/markup-compatibility/2006" xmlns:p14="http://schemas.microsoft.com/office/powerpoint/2010/main">
    <mc:Choice Requires="p14">
      <p:transition spd="slow" p14:dur="2000" advTm="100578"/>
    </mc:Choice>
    <mc:Fallback xmlns="">
      <p:transition spd="slow" advTm="10057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1C2C0-9A7E-24B7-8771-00BACD09949A}"/>
              </a:ext>
            </a:extLst>
          </p:cNvPr>
          <p:cNvSpPr>
            <a:spLocks noGrp="1"/>
          </p:cNvSpPr>
          <p:nvPr>
            <p:ph type="title"/>
          </p:nvPr>
        </p:nvSpPr>
        <p:spPr/>
        <p:txBody>
          <a:bodyPr/>
          <a:lstStyle/>
          <a:p>
            <a:r>
              <a:rPr lang="en-US" dirty="0"/>
              <a:t>Course Overview</a:t>
            </a:r>
          </a:p>
        </p:txBody>
      </p:sp>
      <p:sp>
        <p:nvSpPr>
          <p:cNvPr id="5" name="Slide Number Placeholder 4">
            <a:extLst>
              <a:ext uri="{FF2B5EF4-FFF2-40B4-BE49-F238E27FC236}">
                <a16:creationId xmlns:a16="http://schemas.microsoft.com/office/drawing/2014/main" id="{9F006638-7568-272D-457F-6B641CB57750}"/>
              </a:ext>
            </a:extLst>
          </p:cNvPr>
          <p:cNvSpPr>
            <a:spLocks noGrp="1"/>
          </p:cNvSpPr>
          <p:nvPr>
            <p:ph type="sldNum" sz="quarter" idx="12"/>
          </p:nvPr>
        </p:nvSpPr>
        <p:spPr/>
        <p:txBody>
          <a:bodyPr/>
          <a:lstStyle/>
          <a:p>
            <a:fld id="{294A09A9-5501-47C1-A89A-A340965A2BE2}" type="slidenum">
              <a:rPr lang="en-US" smtClean="0"/>
              <a:t>9</a:t>
            </a:fld>
            <a:endParaRPr lang="en-US" dirty="0"/>
          </a:p>
        </p:txBody>
      </p:sp>
      <p:graphicFrame>
        <p:nvGraphicFramePr>
          <p:cNvPr id="6" name="Table 5">
            <a:extLst>
              <a:ext uri="{FF2B5EF4-FFF2-40B4-BE49-F238E27FC236}">
                <a16:creationId xmlns:a16="http://schemas.microsoft.com/office/drawing/2014/main" id="{78241582-BEC4-0CD2-68CD-CCBDA9F5D1BC}"/>
              </a:ext>
            </a:extLst>
          </p:cNvPr>
          <p:cNvGraphicFramePr>
            <a:graphicFrameLocks noGrp="1"/>
          </p:cNvGraphicFramePr>
          <p:nvPr>
            <p:extLst>
              <p:ext uri="{D42A27DB-BD31-4B8C-83A1-F6EECF244321}">
                <p14:modId xmlns:p14="http://schemas.microsoft.com/office/powerpoint/2010/main" val="1003277742"/>
              </p:ext>
            </p:extLst>
          </p:nvPr>
        </p:nvGraphicFramePr>
        <p:xfrm>
          <a:off x="3657600" y="2590800"/>
          <a:ext cx="7391399" cy="2758126"/>
        </p:xfrm>
        <a:graphic>
          <a:graphicData uri="http://schemas.openxmlformats.org/drawingml/2006/table">
            <a:tbl>
              <a:tblPr firstRow="1" firstCol="1" bandRow="1"/>
              <a:tblGrid>
                <a:gridCol w="5003409">
                  <a:extLst>
                    <a:ext uri="{9D8B030D-6E8A-4147-A177-3AD203B41FA5}">
                      <a16:colId xmlns:a16="http://schemas.microsoft.com/office/drawing/2014/main" val="1361147593"/>
                    </a:ext>
                  </a:extLst>
                </a:gridCol>
                <a:gridCol w="2387990">
                  <a:extLst>
                    <a:ext uri="{9D8B030D-6E8A-4147-A177-3AD203B41FA5}">
                      <a16:colId xmlns:a16="http://schemas.microsoft.com/office/drawing/2014/main" val="1022774246"/>
                    </a:ext>
                  </a:extLst>
                </a:gridCol>
              </a:tblGrid>
              <a:tr h="332790">
                <a:tc>
                  <a:txBody>
                    <a:bodyPr/>
                    <a:lstStyle/>
                    <a:p>
                      <a:pPr marL="0" marR="0" algn="l">
                        <a:lnSpc>
                          <a:spcPct val="115000"/>
                        </a:lnSpc>
                        <a:spcAft>
                          <a:spcPts val="800"/>
                        </a:spcAft>
                        <a:buNone/>
                      </a:pPr>
                      <a:r>
                        <a:rPr lang="en-US" sz="2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Activity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tc>
                  <a:txBody>
                    <a:bodyPr/>
                    <a:lstStyle/>
                    <a:p>
                      <a:pPr marL="0" marR="0" algn="l">
                        <a:lnSpc>
                          <a:spcPct val="115000"/>
                        </a:lnSpc>
                        <a:spcAft>
                          <a:spcPts val="800"/>
                        </a:spcAft>
                        <a:buNone/>
                      </a:pPr>
                      <a:r>
                        <a:rPr lang="en-US" sz="2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Possible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049152293"/>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 Activity/ Journal (10 pt each)</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D9E2F3"/>
                    </a:solidFill>
                  </a:tcPr>
                </a:tc>
                <a:extLst>
                  <a:ext uri="{0D108BD9-81ED-4DB2-BD59-A6C34878D82A}">
                    <a16:rowId xmlns:a16="http://schemas.microsoft.com/office/drawing/2014/main" val="318433691"/>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Behavior Change Project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515694329"/>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Health Information Paper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 points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extLst>
                  <a:ext uri="{0D108BD9-81ED-4DB2-BD59-A6C34878D82A}">
                    <a16:rowId xmlns:a16="http://schemas.microsoft.com/office/drawing/2014/main" val="2311021926"/>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Day in the Life Project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extLst>
                  <a:ext uri="{0D108BD9-81ED-4DB2-BD59-A6C34878D82A}">
                    <a16:rowId xmlns:a16="http://schemas.microsoft.com/office/drawing/2014/main" val="2015223762"/>
                  </a:ext>
                </a:extLst>
              </a:tr>
              <a:tr h="332790">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Exams (100 pts each)</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D9E2F3"/>
                    </a:solidFill>
                  </a:tcPr>
                </a:tc>
                <a:tc>
                  <a:txBody>
                    <a:bodyPr/>
                    <a:lstStyle/>
                    <a:p>
                      <a:pPr marL="0" marR="0" algn="l">
                        <a:lnSpc>
                          <a:spcPct val="115000"/>
                        </a:lnSpc>
                        <a:spcAft>
                          <a:spcPts val="800"/>
                        </a:spcAft>
                        <a:buNone/>
                      </a:pPr>
                      <a:r>
                        <a:rPr lang="en-US" sz="2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300 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22898052"/>
                  </a:ext>
                </a:extLst>
              </a:tr>
              <a:tr h="332790">
                <a:tc>
                  <a:txBody>
                    <a:bodyPr/>
                    <a:lstStyle/>
                    <a:p>
                      <a:pPr marL="0" marR="0" algn="l">
                        <a:lnSpc>
                          <a:spcPct val="115000"/>
                        </a:lnSpc>
                        <a:spcAft>
                          <a:spcPts val="800"/>
                        </a:spcAft>
                        <a:buNone/>
                      </a:pPr>
                      <a:r>
                        <a:rPr lang="en-US" sz="2400"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rgbClr val="FFFFFF"/>
                    </a:solidFill>
                  </a:tcPr>
                </a:tc>
                <a:tc>
                  <a:txBody>
                    <a:bodyPr/>
                    <a:lstStyle/>
                    <a:p>
                      <a:pPr marL="0" marR="0" algn="l">
                        <a:lnSpc>
                          <a:spcPct val="115000"/>
                        </a:lnSpc>
                        <a:spcAft>
                          <a:spcPts val="800"/>
                        </a:spcAft>
                        <a:buNone/>
                      </a:pPr>
                      <a:r>
                        <a:rPr lang="en-US" sz="2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1000 points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731314908"/>
                  </a:ext>
                </a:extLst>
              </a:tr>
            </a:tbl>
          </a:graphicData>
        </a:graphic>
      </p:graphicFrame>
    </p:spTree>
    <p:extLst>
      <p:ext uri="{BB962C8B-B14F-4D97-AF65-F5344CB8AC3E}">
        <p14:creationId xmlns:p14="http://schemas.microsoft.com/office/powerpoint/2010/main" val="3844497914"/>
      </p:ext>
    </p:extLst>
  </p:cSld>
  <p:clrMapOvr>
    <a:masterClrMapping/>
  </p:clrMapOvr>
  <mc:AlternateContent xmlns:mc="http://schemas.openxmlformats.org/markup-compatibility/2006" xmlns:p14="http://schemas.microsoft.com/office/powerpoint/2010/main">
    <mc:Choice Requires="p14">
      <p:transition spd="slow" p14:dur="2000" advTm="137794"/>
    </mc:Choice>
    <mc:Fallback xmlns="">
      <p:transition spd="slow" advTm="13779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640C-2781-E647-F48D-27F5B58156A6}"/>
              </a:ext>
            </a:extLst>
          </p:cNvPr>
          <p:cNvSpPr>
            <a:spLocks noGrp="1"/>
          </p:cNvSpPr>
          <p:nvPr>
            <p:ph type="title"/>
          </p:nvPr>
        </p:nvSpPr>
        <p:spPr/>
        <p:txBody>
          <a:bodyPr/>
          <a:lstStyle/>
          <a:p>
            <a:r>
              <a:rPr lang="en-US" dirty="0"/>
              <a:t>Class Activities</a:t>
            </a:r>
          </a:p>
        </p:txBody>
      </p:sp>
      <p:sp>
        <p:nvSpPr>
          <p:cNvPr id="3" name="Content Placeholder 2">
            <a:extLst>
              <a:ext uri="{FF2B5EF4-FFF2-40B4-BE49-F238E27FC236}">
                <a16:creationId xmlns:a16="http://schemas.microsoft.com/office/drawing/2014/main" id="{EFC0B6A5-9CDC-3F44-DD87-D1A57A8CBED0}"/>
              </a:ext>
            </a:extLst>
          </p:cNvPr>
          <p:cNvSpPr>
            <a:spLocks noGrp="1"/>
          </p:cNvSpPr>
          <p:nvPr>
            <p:ph sz="half" idx="2"/>
          </p:nvPr>
        </p:nvSpPr>
        <p:spPr>
          <a:xfrm>
            <a:off x="3962399" y="2441448"/>
            <a:ext cx="7623047" cy="3044952"/>
          </a:xfrm>
        </p:spPr>
        <p:txBody>
          <a:bodyPr/>
          <a:lstStyle/>
          <a:p>
            <a:r>
              <a:rPr lang="en-US" sz="2000" dirty="0"/>
              <a:t>Almost every unit will be followed by a class activity. Typically, they will be completed in groups.</a:t>
            </a:r>
          </a:p>
          <a:p>
            <a:r>
              <a:rPr lang="en-US" sz="2000" dirty="0"/>
              <a:t>Why do we do these?</a:t>
            </a:r>
          </a:p>
          <a:p>
            <a:pPr lvl="1"/>
            <a:r>
              <a:rPr lang="en-US" sz="1800" dirty="0"/>
              <a:t>Increases retention</a:t>
            </a:r>
          </a:p>
          <a:p>
            <a:pPr lvl="1"/>
            <a:r>
              <a:rPr lang="en-US" sz="1800" dirty="0"/>
              <a:t>Actual application abilities (including outside of class content)</a:t>
            </a:r>
          </a:p>
          <a:p>
            <a:pPr lvl="1"/>
            <a:r>
              <a:rPr lang="en-US" sz="1800" dirty="0"/>
              <a:t>Improve ability to discuss health topics </a:t>
            </a:r>
          </a:p>
          <a:p>
            <a:pPr marL="0" indent="0">
              <a:buNone/>
            </a:pPr>
            <a:endParaRPr lang="en-US" sz="2000" dirty="0"/>
          </a:p>
        </p:txBody>
      </p:sp>
      <p:sp>
        <p:nvSpPr>
          <p:cNvPr id="5" name="Slide Number Placeholder 4">
            <a:extLst>
              <a:ext uri="{FF2B5EF4-FFF2-40B4-BE49-F238E27FC236}">
                <a16:creationId xmlns:a16="http://schemas.microsoft.com/office/drawing/2014/main" id="{E283FE0E-18F2-6554-6183-12A3E13BAB7C}"/>
              </a:ext>
            </a:extLst>
          </p:cNvPr>
          <p:cNvSpPr>
            <a:spLocks noGrp="1"/>
          </p:cNvSpPr>
          <p:nvPr>
            <p:ph type="sldNum" sz="quarter" idx="12"/>
          </p:nvPr>
        </p:nvSpPr>
        <p:spPr/>
        <p:txBody>
          <a:bodyPr/>
          <a:lstStyle/>
          <a:p>
            <a:fld id="{294A09A9-5501-47C1-A89A-A340965A2BE2}" type="slidenum">
              <a:rPr lang="en-US" smtClean="0"/>
              <a:t>10</a:t>
            </a:fld>
            <a:endParaRPr lang="en-US" dirty="0"/>
          </a:p>
        </p:txBody>
      </p:sp>
    </p:spTree>
    <p:extLst>
      <p:ext uri="{BB962C8B-B14F-4D97-AF65-F5344CB8AC3E}">
        <p14:creationId xmlns:p14="http://schemas.microsoft.com/office/powerpoint/2010/main" val="14601106"/>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913AFF-29CC-B8A0-7127-4C1BE8AEC7E7}"/>
              </a:ext>
            </a:extLst>
          </p:cNvPr>
          <p:cNvSpPr>
            <a:spLocks noGrp="1"/>
          </p:cNvSpPr>
          <p:nvPr>
            <p:ph type="title"/>
          </p:nvPr>
        </p:nvSpPr>
        <p:spPr/>
        <p:txBody>
          <a:bodyPr/>
          <a:lstStyle/>
          <a:p>
            <a:r>
              <a:rPr lang="en-US" dirty="0"/>
              <a:t>Note on Class Discussions</a:t>
            </a:r>
          </a:p>
        </p:txBody>
      </p:sp>
      <p:sp>
        <p:nvSpPr>
          <p:cNvPr id="5" name="Slide Number Placeholder 4">
            <a:extLst>
              <a:ext uri="{FF2B5EF4-FFF2-40B4-BE49-F238E27FC236}">
                <a16:creationId xmlns:a16="http://schemas.microsoft.com/office/drawing/2014/main" id="{041D3C43-8F67-3857-FFC6-3B5103E7E52D}"/>
              </a:ext>
            </a:extLst>
          </p:cNvPr>
          <p:cNvSpPr>
            <a:spLocks noGrp="1"/>
          </p:cNvSpPr>
          <p:nvPr>
            <p:ph type="sldNum" sz="quarter" idx="12"/>
          </p:nvPr>
        </p:nvSpPr>
        <p:spPr/>
        <p:txBody>
          <a:bodyPr/>
          <a:lstStyle/>
          <a:p>
            <a:fld id="{294A09A9-5501-47C1-A89A-A340965A2BE2}" type="slidenum">
              <a:rPr lang="en-US" smtClean="0"/>
              <a:t>11</a:t>
            </a:fld>
            <a:endParaRPr lang="en-US" dirty="0"/>
          </a:p>
        </p:txBody>
      </p:sp>
      <p:sp>
        <p:nvSpPr>
          <p:cNvPr id="31" name="TextBox 30">
            <a:extLst>
              <a:ext uri="{FF2B5EF4-FFF2-40B4-BE49-F238E27FC236}">
                <a16:creationId xmlns:a16="http://schemas.microsoft.com/office/drawing/2014/main" id="{508EC1BE-D27B-7641-AD6E-B31A8C684115}"/>
              </a:ext>
            </a:extLst>
          </p:cNvPr>
          <p:cNvSpPr txBox="1"/>
          <p:nvPr/>
        </p:nvSpPr>
        <p:spPr>
          <a:xfrm>
            <a:off x="990600" y="2514600"/>
            <a:ext cx="9906000" cy="1200329"/>
          </a:xfrm>
          <a:prstGeom prst="rect">
            <a:avLst/>
          </a:prstGeom>
          <a:noFill/>
        </p:spPr>
        <p:txBody>
          <a:bodyPr wrap="square" rtlCol="0">
            <a:spAutoFit/>
          </a:bodyPr>
          <a:lstStyle/>
          <a:p>
            <a:r>
              <a:rPr lang="en-US" dirty="0"/>
              <a:t>Material in this course covers topics such as chronic illness and death. These topics are incredibly important, but can also be extremely difficult, and emotionally taxing. While we dive into these topics, please remember to be mindful and respectful. Additionally, please pay attention to your own mental health needs, and reach out to Dr. Scheuler if you have concerns. </a:t>
            </a:r>
          </a:p>
        </p:txBody>
      </p:sp>
    </p:spTree>
    <p:extLst>
      <p:ext uri="{BB962C8B-B14F-4D97-AF65-F5344CB8AC3E}">
        <p14:creationId xmlns:p14="http://schemas.microsoft.com/office/powerpoint/2010/main" val="519983185"/>
      </p:ext>
    </p:extLst>
  </p:cSld>
  <p:clrMapOvr>
    <a:masterClrMapping/>
  </p:clrMapOvr>
  <mc:AlternateContent xmlns:mc="http://schemas.openxmlformats.org/markup-compatibility/2006" xmlns:p14="http://schemas.microsoft.com/office/powerpoint/2010/main">
    <mc:Choice Requires="p14">
      <p:transition spd="slow" p14:dur="2000" advTm="65743"/>
    </mc:Choice>
    <mc:Fallback xmlns="">
      <p:transition spd="slow" advTm="6574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5571-FE39-CC4B-504D-9127764CC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FF760-8EAE-2DCB-8193-6DA07CA31809}"/>
              </a:ext>
            </a:extLst>
          </p:cNvPr>
          <p:cNvSpPr>
            <a:spLocks noGrp="1"/>
          </p:cNvSpPr>
          <p:nvPr>
            <p:ph type="title" idx="4294967295"/>
          </p:nvPr>
        </p:nvSpPr>
        <p:spPr>
          <a:xfrm>
            <a:off x="1219200" y="868363"/>
            <a:ext cx="10972800" cy="1573212"/>
          </a:xfrm>
        </p:spPr>
        <p:txBody>
          <a:bodyPr/>
          <a:lstStyle/>
          <a:p>
            <a:r>
              <a:rPr lang="en-US" dirty="0"/>
              <a:t>Journal Prompts</a:t>
            </a:r>
          </a:p>
        </p:txBody>
      </p:sp>
      <p:sp>
        <p:nvSpPr>
          <p:cNvPr id="3" name="Content Placeholder 2">
            <a:extLst>
              <a:ext uri="{FF2B5EF4-FFF2-40B4-BE49-F238E27FC236}">
                <a16:creationId xmlns:a16="http://schemas.microsoft.com/office/drawing/2014/main" id="{D45C5284-D61F-AE5C-1988-E79E9C3D0F80}"/>
              </a:ext>
            </a:extLst>
          </p:cNvPr>
          <p:cNvSpPr>
            <a:spLocks noGrp="1"/>
          </p:cNvSpPr>
          <p:nvPr>
            <p:ph sz="half" idx="4294967295"/>
          </p:nvPr>
        </p:nvSpPr>
        <p:spPr>
          <a:xfrm>
            <a:off x="914400" y="2286000"/>
            <a:ext cx="10515600" cy="3703637"/>
          </a:xfrm>
        </p:spPr>
        <p:txBody>
          <a:bodyPr/>
          <a:lstStyle/>
          <a:p>
            <a:r>
              <a:rPr lang="en-US" sz="2000" dirty="0"/>
              <a:t>For every lecture day, there will be a journal prompt </a:t>
            </a:r>
          </a:p>
          <a:p>
            <a:r>
              <a:rPr lang="en-US" sz="2000" dirty="0"/>
              <a:t>Journal prompts may be based on research article, the lecture, or both</a:t>
            </a:r>
          </a:p>
          <a:p>
            <a:r>
              <a:rPr lang="en-US" sz="2000" dirty="0"/>
              <a:t>Journal prompts will be presented at the end of the lecture and will be turned in at the beginning of the next class</a:t>
            </a:r>
          </a:p>
          <a:p>
            <a:r>
              <a:rPr lang="en-US" sz="2000" dirty="0"/>
              <a:t>Students are provided one journal and bookmark, and are responsible for both (you lose it, you replace it)</a:t>
            </a:r>
          </a:p>
          <a:p>
            <a:r>
              <a:rPr lang="en-US" sz="2000" dirty="0"/>
              <a:t>Why do we do these?</a:t>
            </a:r>
          </a:p>
          <a:p>
            <a:pPr lvl="1"/>
            <a:r>
              <a:rPr lang="en-US" sz="1800" dirty="0"/>
              <a:t>Challenge students to synthesize information</a:t>
            </a:r>
          </a:p>
          <a:p>
            <a:pPr lvl="1"/>
            <a:r>
              <a:rPr lang="en-US" sz="1800" dirty="0"/>
              <a:t>Practice applying class content to personal life</a:t>
            </a:r>
          </a:p>
          <a:p>
            <a:pPr lvl="1"/>
            <a:r>
              <a:rPr lang="en-US" sz="1800" dirty="0"/>
              <a:t>More beneficial than taking attendance</a:t>
            </a:r>
          </a:p>
          <a:p>
            <a:pPr marL="0" indent="0">
              <a:buNone/>
            </a:pPr>
            <a:endParaRPr lang="en-US" sz="2000" dirty="0"/>
          </a:p>
        </p:txBody>
      </p:sp>
      <p:sp>
        <p:nvSpPr>
          <p:cNvPr id="5" name="Slide Number Placeholder 4">
            <a:extLst>
              <a:ext uri="{FF2B5EF4-FFF2-40B4-BE49-F238E27FC236}">
                <a16:creationId xmlns:a16="http://schemas.microsoft.com/office/drawing/2014/main" id="{CC930B3F-08ED-B7AB-66AE-22606DB04B62}"/>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12</a:t>
            </a:fld>
            <a:endParaRPr lang="en-US" dirty="0"/>
          </a:p>
        </p:txBody>
      </p:sp>
      <p:sp>
        <p:nvSpPr>
          <p:cNvPr id="4" name="TextBox 3">
            <a:extLst>
              <a:ext uri="{FF2B5EF4-FFF2-40B4-BE49-F238E27FC236}">
                <a16:creationId xmlns:a16="http://schemas.microsoft.com/office/drawing/2014/main" id="{B43E2CE2-7F70-DA96-0839-FE0B614AA438}"/>
              </a:ext>
            </a:extLst>
          </p:cNvPr>
          <p:cNvSpPr txBox="1"/>
          <p:nvPr/>
        </p:nvSpPr>
        <p:spPr>
          <a:xfrm>
            <a:off x="7696200" y="4572000"/>
            <a:ext cx="4267200" cy="2031325"/>
          </a:xfrm>
          <a:prstGeom prst="rect">
            <a:avLst/>
          </a:prstGeom>
          <a:noFill/>
          <a:ln w="28575">
            <a:solidFill>
              <a:schemeClr val="tx2">
                <a:lumMod val="40000"/>
                <a:lumOff val="60000"/>
              </a:schemeClr>
            </a:solidFill>
          </a:ln>
        </p:spPr>
        <p:txBody>
          <a:bodyPr wrap="square" rtlCol="0">
            <a:spAutoFit/>
          </a:bodyPr>
          <a:lstStyle/>
          <a:p>
            <a:r>
              <a:rPr lang="en-US" dirty="0"/>
              <a:t>Note: You are welcome to decorate your journal and bookmark if you would like, but at the very least, your journal needs to have your name on it. Be aware that you will be turning it into a bin every other class, so I advise against any decorations that will fall off</a:t>
            </a:r>
          </a:p>
        </p:txBody>
      </p:sp>
    </p:spTree>
    <p:extLst>
      <p:ext uri="{BB962C8B-B14F-4D97-AF65-F5344CB8AC3E}">
        <p14:creationId xmlns:p14="http://schemas.microsoft.com/office/powerpoint/2010/main" val="3811581958"/>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21D6-B39A-383B-3743-489F00DBA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A27CC-5D0F-D316-25DA-FA10747EF2E7}"/>
              </a:ext>
            </a:extLst>
          </p:cNvPr>
          <p:cNvSpPr>
            <a:spLocks noGrp="1"/>
          </p:cNvSpPr>
          <p:nvPr>
            <p:ph type="title"/>
          </p:nvPr>
        </p:nvSpPr>
        <p:spPr/>
        <p:txBody>
          <a:bodyPr/>
          <a:lstStyle/>
          <a:p>
            <a:r>
              <a:rPr lang="en-US" dirty="0"/>
              <a:t>Exams</a:t>
            </a:r>
          </a:p>
        </p:txBody>
      </p:sp>
      <p:sp>
        <p:nvSpPr>
          <p:cNvPr id="3" name="Content Placeholder 2">
            <a:extLst>
              <a:ext uri="{FF2B5EF4-FFF2-40B4-BE49-F238E27FC236}">
                <a16:creationId xmlns:a16="http://schemas.microsoft.com/office/drawing/2014/main" id="{27091058-C297-3F19-B0D9-896F91C71E35}"/>
              </a:ext>
            </a:extLst>
          </p:cNvPr>
          <p:cNvSpPr>
            <a:spLocks noGrp="1"/>
          </p:cNvSpPr>
          <p:nvPr>
            <p:ph sz="half" idx="2"/>
          </p:nvPr>
        </p:nvSpPr>
        <p:spPr>
          <a:xfrm>
            <a:off x="3962399" y="2441448"/>
            <a:ext cx="7623047" cy="3044952"/>
          </a:xfrm>
        </p:spPr>
        <p:txBody>
          <a:bodyPr/>
          <a:lstStyle/>
          <a:p>
            <a:r>
              <a:rPr lang="en-US" sz="2000" dirty="0"/>
              <a:t>Three exams (semi-comprehensive, due to how the class builds)</a:t>
            </a:r>
          </a:p>
          <a:p>
            <a:r>
              <a:rPr lang="en-US" sz="2000" dirty="0"/>
              <a:t>Worth 100 points each (so 30% of total grade)</a:t>
            </a:r>
          </a:p>
          <a:p>
            <a:r>
              <a:rPr lang="en-US" sz="2000" dirty="0"/>
              <a:t>Why?</a:t>
            </a:r>
          </a:p>
          <a:p>
            <a:pPr lvl="1"/>
            <a:r>
              <a:rPr lang="en-US" sz="1800" dirty="0"/>
              <a:t>There are some aspects you need to know off the topic of your head in health psychology, but being able to apply your knowledge is arguably more important </a:t>
            </a:r>
          </a:p>
          <a:p>
            <a:pPr marL="0" indent="0">
              <a:buNone/>
            </a:pPr>
            <a:endParaRPr lang="en-US" sz="2000" dirty="0"/>
          </a:p>
        </p:txBody>
      </p:sp>
      <p:sp>
        <p:nvSpPr>
          <p:cNvPr id="5" name="Slide Number Placeholder 4">
            <a:extLst>
              <a:ext uri="{FF2B5EF4-FFF2-40B4-BE49-F238E27FC236}">
                <a16:creationId xmlns:a16="http://schemas.microsoft.com/office/drawing/2014/main" id="{9823E300-4ED8-DE1F-6B93-0F49F8B1CCCC}"/>
              </a:ext>
            </a:extLst>
          </p:cNvPr>
          <p:cNvSpPr>
            <a:spLocks noGrp="1"/>
          </p:cNvSpPr>
          <p:nvPr>
            <p:ph type="sldNum" sz="quarter" idx="12"/>
          </p:nvPr>
        </p:nvSpPr>
        <p:spPr/>
        <p:txBody>
          <a:bodyPr/>
          <a:lstStyle/>
          <a:p>
            <a:fld id="{294A09A9-5501-47C1-A89A-A340965A2BE2}" type="slidenum">
              <a:rPr lang="en-US" smtClean="0"/>
              <a:t>13</a:t>
            </a:fld>
            <a:endParaRPr lang="en-US" dirty="0"/>
          </a:p>
        </p:txBody>
      </p:sp>
    </p:spTree>
    <p:extLst>
      <p:ext uri="{BB962C8B-B14F-4D97-AF65-F5344CB8AC3E}">
        <p14:creationId xmlns:p14="http://schemas.microsoft.com/office/powerpoint/2010/main" val="2767669653"/>
      </p:ext>
    </p:extLst>
  </p:cSld>
  <p:clrMapOvr>
    <a:masterClrMapping/>
  </p:clrMapOvr>
  <mc:AlternateContent xmlns:mc="http://schemas.openxmlformats.org/markup-compatibility/2006" xmlns:p14="http://schemas.microsoft.com/office/powerpoint/2010/main">
    <mc:Choice Requires="p14">
      <p:transition spd="slow" p14:dur="2000" advTm="347618"/>
    </mc:Choice>
    <mc:Fallback xmlns="">
      <p:transition spd="slow" advTm="34761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A9EE-D39C-7E38-5378-49BEA2E57E06}"/>
              </a:ext>
            </a:extLst>
          </p:cNvPr>
          <p:cNvSpPr>
            <a:spLocks noGrp="1"/>
          </p:cNvSpPr>
          <p:nvPr>
            <p:ph type="title"/>
          </p:nvPr>
        </p:nvSpPr>
        <p:spPr>
          <a:xfrm>
            <a:off x="914400" y="3048000"/>
            <a:ext cx="9982200" cy="1580714"/>
          </a:xfrm>
        </p:spPr>
        <p:txBody>
          <a:bodyPr/>
          <a:lstStyle/>
          <a:p>
            <a:r>
              <a:rPr lang="en-US" sz="6600" dirty="0"/>
              <a:t>Quick show of hands…</a:t>
            </a:r>
          </a:p>
        </p:txBody>
      </p:sp>
    </p:spTree>
    <p:extLst>
      <p:ext uri="{BB962C8B-B14F-4D97-AF65-F5344CB8AC3E}">
        <p14:creationId xmlns:p14="http://schemas.microsoft.com/office/powerpoint/2010/main" val="500883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60C1-1C6E-5567-4402-6A3B156A7768}"/>
              </a:ext>
            </a:extLst>
          </p:cNvPr>
          <p:cNvSpPr>
            <a:spLocks noGrp="1"/>
          </p:cNvSpPr>
          <p:nvPr>
            <p:ph type="title"/>
          </p:nvPr>
        </p:nvSpPr>
        <p:spPr/>
        <p:txBody>
          <a:bodyPr/>
          <a:lstStyle/>
          <a:p>
            <a:r>
              <a:rPr lang="en-US" dirty="0"/>
              <a:t>Behavior Change Project</a:t>
            </a:r>
          </a:p>
        </p:txBody>
      </p:sp>
      <p:sp>
        <p:nvSpPr>
          <p:cNvPr id="5" name="Slide Number Placeholder 4">
            <a:extLst>
              <a:ext uri="{FF2B5EF4-FFF2-40B4-BE49-F238E27FC236}">
                <a16:creationId xmlns:a16="http://schemas.microsoft.com/office/drawing/2014/main" id="{21EA4EB5-9994-941D-4BB7-8DA362C04961}"/>
              </a:ext>
            </a:extLst>
          </p:cNvPr>
          <p:cNvSpPr>
            <a:spLocks noGrp="1"/>
          </p:cNvSpPr>
          <p:nvPr>
            <p:ph type="sldNum" sz="quarter" idx="12"/>
          </p:nvPr>
        </p:nvSpPr>
        <p:spPr/>
        <p:txBody>
          <a:bodyPr/>
          <a:lstStyle/>
          <a:p>
            <a:fld id="{294A09A9-5501-47C1-A89A-A340965A2BE2}" type="slidenum">
              <a:rPr lang="en-US" smtClean="0"/>
              <a:t>15</a:t>
            </a:fld>
            <a:endParaRPr lang="en-US" dirty="0"/>
          </a:p>
        </p:txBody>
      </p:sp>
      <p:sp>
        <p:nvSpPr>
          <p:cNvPr id="3" name="TextBox 2">
            <a:extLst>
              <a:ext uri="{FF2B5EF4-FFF2-40B4-BE49-F238E27FC236}">
                <a16:creationId xmlns:a16="http://schemas.microsoft.com/office/drawing/2014/main" id="{D58B1909-0719-CC89-1B2E-DB4E84A1ADA8}"/>
              </a:ext>
            </a:extLst>
          </p:cNvPr>
          <p:cNvSpPr txBox="1"/>
          <p:nvPr/>
        </p:nvSpPr>
        <p:spPr>
          <a:xfrm>
            <a:off x="8001000" y="4495800"/>
            <a:ext cx="3505200" cy="2062103"/>
          </a:xfrm>
          <a:prstGeom prst="rect">
            <a:avLst/>
          </a:prstGeom>
          <a:noFill/>
        </p:spPr>
        <p:txBody>
          <a:bodyPr wrap="square" rtlCol="0">
            <a:spAutoFit/>
          </a:bodyPr>
          <a:lstStyle/>
          <a:p>
            <a:r>
              <a:rPr lang="en-US" sz="2000" dirty="0"/>
              <a:t>Why do we do this?</a:t>
            </a:r>
          </a:p>
          <a:p>
            <a:r>
              <a:rPr lang="en-US" dirty="0"/>
              <a:t>-Give context for understanding difficulties in interventions</a:t>
            </a:r>
          </a:p>
          <a:p>
            <a:r>
              <a:rPr lang="en-US" dirty="0"/>
              <a:t>-Practice scientific process in approaching health (including conference presentations)</a:t>
            </a:r>
          </a:p>
          <a:p>
            <a:r>
              <a:rPr lang="en-US" dirty="0"/>
              <a:t>-(Hopefully) improve health  </a:t>
            </a:r>
          </a:p>
        </p:txBody>
      </p:sp>
      <p:graphicFrame>
        <p:nvGraphicFramePr>
          <p:cNvPr id="10" name="Content Placeholder 9" descr="An arrow demonstrating the process for the behavior change project. Transitions from &quot;background research&quot; to &quot;setting a SMART goal&quot;">
            <a:extLst>
              <a:ext uri="{FF2B5EF4-FFF2-40B4-BE49-F238E27FC236}">
                <a16:creationId xmlns:a16="http://schemas.microsoft.com/office/drawing/2014/main" id="{73F67B40-6035-BFBE-63CC-D5135AF34814}"/>
              </a:ext>
            </a:extLst>
          </p:cNvPr>
          <p:cNvGraphicFramePr>
            <a:graphicFrameLocks noGrp="1"/>
          </p:cNvGraphicFramePr>
          <p:nvPr>
            <p:ph sz="half" idx="2"/>
            <p:extLst>
              <p:ext uri="{D42A27DB-BD31-4B8C-83A1-F6EECF244321}">
                <p14:modId xmlns:p14="http://schemas.microsoft.com/office/powerpoint/2010/main" val="446382984"/>
              </p:ext>
            </p:extLst>
          </p:nvPr>
        </p:nvGraphicFramePr>
        <p:xfrm>
          <a:off x="685800" y="2123583"/>
          <a:ext cx="9144000" cy="23591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9095293"/>
      </p:ext>
    </p:extLst>
  </p:cSld>
  <p:clrMapOvr>
    <a:masterClrMapping/>
  </p:clrMapOvr>
  <mc:AlternateContent xmlns:mc="http://schemas.openxmlformats.org/markup-compatibility/2006" xmlns:p14="http://schemas.microsoft.com/office/powerpoint/2010/main">
    <mc:Choice Requires="p14">
      <p:transition spd="slow" p14:dur="2000" advTm="220784"/>
    </mc:Choice>
    <mc:Fallback xmlns="">
      <p:transition spd="slow" advTm="2207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888645E-FEB6-F888-E6FE-34C62E283C7F}"/>
              </a:ext>
            </a:extLst>
          </p:cNvPr>
          <p:cNvSpPr>
            <a:spLocks noGrp="1"/>
          </p:cNvSpPr>
          <p:nvPr>
            <p:ph type="sldNum" sz="quarter" idx="4294967295"/>
          </p:nvPr>
        </p:nvSpPr>
        <p:spPr>
          <a:xfrm>
            <a:off x="0" y="6007100"/>
            <a:ext cx="4114800" cy="850900"/>
          </a:xfrm>
        </p:spPr>
        <p:txBody>
          <a:bodyPr/>
          <a:lstStyle/>
          <a:p>
            <a:fld id="{294A09A9-5501-47C1-A89A-A340965A2BE2}" type="slidenum">
              <a:rPr lang="en-US" smtClean="0"/>
              <a:t>16</a:t>
            </a:fld>
            <a:endParaRPr lang="en-US" dirty="0"/>
          </a:p>
        </p:txBody>
      </p:sp>
      <p:graphicFrame>
        <p:nvGraphicFramePr>
          <p:cNvPr id="6" name="Object 5">
            <a:extLst>
              <a:ext uri="{FF2B5EF4-FFF2-40B4-BE49-F238E27FC236}">
                <a16:creationId xmlns:a16="http://schemas.microsoft.com/office/drawing/2014/main" id="{7102145C-168C-DFEA-83B2-791E4C3F2D87}"/>
              </a:ext>
            </a:extLst>
          </p:cNvPr>
          <p:cNvGraphicFramePr>
            <a:graphicFrameLocks noChangeAspect="1"/>
          </p:cNvGraphicFramePr>
          <p:nvPr>
            <p:extLst>
              <p:ext uri="{D42A27DB-BD31-4B8C-83A1-F6EECF244321}">
                <p14:modId xmlns:p14="http://schemas.microsoft.com/office/powerpoint/2010/main" val="2248349774"/>
              </p:ext>
            </p:extLst>
          </p:nvPr>
        </p:nvGraphicFramePr>
        <p:xfrm>
          <a:off x="1219200" y="2514600"/>
          <a:ext cx="9677400" cy="2597509"/>
        </p:xfrm>
        <a:graphic>
          <a:graphicData uri="http://schemas.openxmlformats.org/presentationml/2006/ole">
            <mc:AlternateContent xmlns:mc="http://schemas.openxmlformats.org/markup-compatibility/2006">
              <mc:Choice xmlns:v="urn:schemas-microsoft-com:vml" Requires="v">
                <p:oleObj name="Document" r:id="rId3" imgW="5949456" imgH="1596788" progId="Word.Document.12">
                  <p:embed/>
                </p:oleObj>
              </mc:Choice>
              <mc:Fallback>
                <p:oleObj name="Document" r:id="rId3" imgW="5949456" imgH="1596788" progId="Word.Document.12">
                  <p:embed/>
                  <p:pic>
                    <p:nvPicPr>
                      <p:cNvPr id="0" name=""/>
                      <p:cNvPicPr/>
                      <p:nvPr/>
                    </p:nvPicPr>
                    <p:blipFill>
                      <a:blip r:embed="rId4"/>
                      <a:stretch>
                        <a:fillRect/>
                      </a:stretch>
                    </p:blipFill>
                    <p:spPr>
                      <a:xfrm>
                        <a:off x="1219200" y="2514600"/>
                        <a:ext cx="9677400" cy="2597509"/>
                      </a:xfrm>
                      <a:prstGeom prst="rect">
                        <a:avLst/>
                      </a:prstGeom>
                    </p:spPr>
                  </p:pic>
                </p:oleObj>
              </mc:Fallback>
            </mc:AlternateContent>
          </a:graphicData>
        </a:graphic>
      </p:graphicFrame>
    </p:spTree>
    <p:extLst>
      <p:ext uri="{BB962C8B-B14F-4D97-AF65-F5344CB8AC3E}">
        <p14:creationId xmlns:p14="http://schemas.microsoft.com/office/powerpoint/2010/main" val="4156410761"/>
      </p:ext>
    </p:extLst>
  </p:cSld>
  <p:clrMapOvr>
    <a:masterClrMapping/>
  </p:clrMapOvr>
  <mc:AlternateContent xmlns:mc="http://schemas.openxmlformats.org/markup-compatibility/2006" xmlns:p14="http://schemas.microsoft.com/office/powerpoint/2010/main">
    <mc:Choice Requires="p14">
      <p:transition spd="slow" p14:dur="2000" advTm="111334"/>
    </mc:Choice>
    <mc:Fallback xmlns="">
      <p:transition spd="slow" advTm="111334"/>
    </mc:Fallback>
  </mc:AlternateContent>
  <p:extLst>
    <p:ext uri="{3A86A75C-4F4B-4683-9AE1-C65F6400EC91}">
      <p14:laserTraceLst xmlns:p14="http://schemas.microsoft.com/office/powerpoint/2010/main">
        <p14:tracePtLst>
          <p14:tracePt t="11681" x="4638675" y="6515100"/>
          <p14:tracePt t="11942" x="4418013" y="6829425"/>
          <p14:tracePt t="11957" x="4468813" y="6621463"/>
          <p14:tracePt t="11967" x="4508500" y="6397625"/>
          <p14:tracePt t="11977" x="4548188" y="6165850"/>
          <p14:tracePt t="11987" x="4581525" y="5924550"/>
          <p14:tracePt t="11988" x="4586288" y="5868988"/>
          <p14:tracePt t="11997" x="4603750" y="5665788"/>
          <p14:tracePt t="12007" x="4632325" y="5424488"/>
          <p14:tracePt t="12018" x="4648200" y="5187950"/>
          <p14:tracePt t="12018" x="4654550" y="5143500"/>
          <p14:tracePt t="12028" x="4681538" y="4941888"/>
          <p14:tracePt t="12037" x="4710113" y="4789488"/>
          <p14:tracePt t="12048" x="4743450" y="4625975"/>
          <p14:tracePt t="12058" x="4778375" y="4468813"/>
          <p14:tracePt t="12068" x="4800600" y="4384675"/>
          <p14:tracePt t="12068" x="4805363" y="4367213"/>
          <p14:tracePt t="12077" x="4816475" y="4300538"/>
          <p14:tracePt t="12087" x="4829175" y="4232275"/>
          <p14:tracePt t="12098" x="4833938" y="4176713"/>
          <p14:tracePt t="12098" x="4840288" y="4170363"/>
          <p14:tracePt t="12108" x="4845050" y="4143375"/>
          <p14:tracePt t="12118" x="4851400" y="4121150"/>
          <p14:tracePt t="12128" x="4851400" y="4114800"/>
          <p14:tracePt t="12137" x="4856163" y="4108450"/>
          <p14:tracePt t="12234" x="4856163" y="4103688"/>
          <p14:tracePt t="12238" x="4856163" y="4097338"/>
          <p14:tracePt t="12240" x="4851400" y="4097338"/>
          <p14:tracePt t="12248" x="4845050" y="4092575"/>
          <p14:tracePt t="12257" x="4822825" y="4070350"/>
          <p14:tracePt t="12267" x="4794250" y="4035425"/>
          <p14:tracePt t="12277" x="4738688" y="3990975"/>
          <p14:tracePt t="12287" x="4681538" y="3946525"/>
          <p14:tracePt t="12288" x="4659313" y="3929063"/>
          <p14:tracePt t="12297" x="4597400" y="3889375"/>
          <p14:tracePt t="12307" x="4519613" y="3833813"/>
          <p14:tracePt t="12317" x="4440238" y="3778250"/>
          <p14:tracePt t="12328" x="4395788" y="3738563"/>
          <p14:tracePt t="12328" x="4384675" y="3732213"/>
          <p14:tracePt t="12337" x="4362450" y="3709988"/>
          <p14:tracePt t="12347" x="4351338" y="3692525"/>
          <p14:tracePt t="12357" x="4344988" y="3687763"/>
          <p14:tracePt t="12367" x="4344988" y="3681413"/>
          <p14:tracePt t="12378" x="4338638" y="3676650"/>
          <p14:tracePt t="12410" x="4338638" y="3670300"/>
          <p14:tracePt t="12430" x="4338638" y="3665538"/>
          <p14:tracePt t="12448" x="4338638" y="3659188"/>
          <p14:tracePt t="12454" x="4333875" y="3659188"/>
          <p14:tracePt t="12466" x="4333875" y="3654425"/>
          <p14:tracePt t="12470" x="4333875" y="3648075"/>
          <p14:tracePt t="12478" x="4333875" y="3643313"/>
          <p14:tracePt t="12487" x="4333875" y="3636963"/>
          <p14:tracePt t="12498" x="4333875" y="3619500"/>
          <p14:tracePt t="12507" x="4333875" y="3603625"/>
          <p14:tracePt t="12518" x="4333875" y="3592513"/>
          <p14:tracePt t="12527" x="4333875" y="3575050"/>
          <p14:tracePt t="12537" x="4333875" y="3563938"/>
          <p14:tracePt t="12547" x="4327525" y="3546475"/>
          <p14:tracePt t="12558" x="4322763" y="3535363"/>
          <p14:tracePt t="12567" x="4322763" y="3524250"/>
          <p14:tracePt t="12578" x="4316413" y="3513138"/>
          <p14:tracePt t="12588" x="4316413" y="3502025"/>
          <p14:tracePt t="12588" x="4311650" y="3495675"/>
          <p14:tracePt t="12598" x="4311650" y="3479800"/>
          <p14:tracePt t="12598" x="4305300" y="3479800"/>
          <p14:tracePt t="12608" x="4305300" y="3468688"/>
          <p14:tracePt t="12618" x="4300538" y="3468688"/>
          <p14:tracePt t="12628" x="4300538" y="3462338"/>
          <p14:tracePt t="12670" x="4300538" y="3457575"/>
          <p14:tracePt t="12794" x="4294188" y="3457575"/>
          <p14:tracePt t="12800" x="4289425" y="3451225"/>
          <p14:tracePt t="12804" x="4289425" y="3446463"/>
          <p14:tracePt t="12807" x="4283075" y="3446463"/>
          <p14:tracePt t="12817" x="4260850" y="3417888"/>
          <p14:tracePt t="12827" x="4227513" y="3349625"/>
          <p14:tracePt t="12838" x="4187825" y="3271838"/>
          <p14:tracePt t="12848" x="4159250" y="3221038"/>
          <p14:tracePt t="12858" x="4148138" y="3192463"/>
          <p14:tracePt t="12867" x="4143375" y="3176588"/>
          <p14:tracePt t="12877" x="4143375" y="3170238"/>
          <p14:tracePt t="12910" x="4143375" y="3165475"/>
          <p14:tracePt t="12942" x="4137025" y="3165475"/>
          <p14:tracePt t="12962" x="4137025" y="3170238"/>
          <p14:tracePt t="12966" x="4137025" y="3181350"/>
          <p14:tracePt t="12968" x="4137025" y="3187700"/>
          <p14:tracePt t="12978" x="4130675" y="3221038"/>
          <p14:tracePt t="12988" x="4125913" y="3254375"/>
          <p14:tracePt t="12998" x="4119563" y="3294063"/>
          <p14:tracePt t="13008" x="4114800" y="3327400"/>
          <p14:tracePt t="13018" x="4108450" y="3355975"/>
          <p14:tracePt t="13028" x="4108450" y="3378200"/>
          <p14:tracePt t="13037" x="4108450" y="3395663"/>
          <p14:tracePt t="13047" x="4108450" y="3400425"/>
          <p14:tracePt t="13057" x="4108450" y="3406775"/>
          <p14:tracePt t="13067" x="4108450" y="3411538"/>
          <p14:tracePt t="13077" x="4108450" y="3417888"/>
          <p14:tracePt t="13087" x="4114800" y="3417888"/>
          <p14:tracePt t="13126" x="4119563" y="3417888"/>
          <p14:tracePt t="13128" x="4119563" y="3411538"/>
          <p14:tracePt t="13137" x="4125913" y="3400425"/>
          <p14:tracePt t="13147" x="4130675" y="3389313"/>
          <p14:tracePt t="13157" x="4143375" y="3367088"/>
          <p14:tracePt t="13167" x="4148138" y="3355975"/>
          <p14:tracePt t="13177" x="4154488" y="3338513"/>
          <p14:tracePt t="13187" x="4159250" y="3327400"/>
          <p14:tracePt t="13197" x="4159250" y="3311525"/>
          <p14:tracePt t="13208" x="4159250" y="3300413"/>
          <p14:tracePt t="13217" x="4159250" y="3287713"/>
          <p14:tracePt t="13227" x="4159250" y="3276600"/>
          <p14:tracePt t="13237" x="4148138" y="3265488"/>
          <p14:tracePt t="13247" x="4143375" y="3260725"/>
          <p14:tracePt t="13257" x="4137025" y="3254375"/>
          <p14:tracePt t="13272" x="4130675" y="3254375"/>
          <p14:tracePt t="13277" x="4125913" y="3254375"/>
          <p14:tracePt t="13288" x="4108450" y="3254375"/>
          <p14:tracePt t="13288" x="4103688" y="3260725"/>
          <p14:tracePt t="13297" x="4075113" y="3276600"/>
          <p14:tracePt t="13307" x="4041775" y="3300413"/>
          <p14:tracePt t="13317" x="4013200" y="3327400"/>
          <p14:tracePt t="13318" x="4013200" y="3333750"/>
          <p14:tracePt t="13327" x="4002088" y="3367088"/>
          <p14:tracePt t="13337" x="3990975" y="3400425"/>
          <p14:tracePt t="13338" x="3990975" y="3411538"/>
          <p14:tracePt t="13347" x="3990975" y="3446463"/>
          <p14:tracePt t="13357" x="3990975" y="3495675"/>
          <p14:tracePt t="13368" x="4002088" y="3541713"/>
          <p14:tracePt t="13378" x="4013200" y="3570288"/>
          <p14:tracePt t="13388" x="4013200" y="3575050"/>
          <p14:tracePt t="13402" x="4013200" y="3581400"/>
          <p14:tracePt t="13422" x="4019550" y="3581400"/>
          <p14:tracePt t="13430" x="4019550" y="3575050"/>
          <p14:tracePt t="13432" x="4024313" y="3575050"/>
          <p14:tracePt t="13437" x="4024313" y="3570288"/>
          <p14:tracePt t="13448" x="4046538" y="3530600"/>
          <p14:tracePt t="13457" x="4057650" y="3508375"/>
          <p14:tracePt t="13468" x="4070350" y="3468688"/>
          <p14:tracePt t="13468" x="4070350" y="3457575"/>
          <p14:tracePt t="13477" x="4081463" y="3417888"/>
          <p14:tracePt t="13488" x="4092575" y="3349625"/>
          <p14:tracePt t="13498" x="4097338" y="3300413"/>
          <p14:tracePt t="13508" x="4097338" y="3260725"/>
          <p14:tracePt t="13518" x="4097338" y="3227388"/>
          <p14:tracePt t="13528" x="4092575" y="3209925"/>
          <p14:tracePt t="13538" x="4092575" y="3198813"/>
          <p14:tracePt t="13538" x="4086225" y="3192463"/>
          <p14:tracePt t="13547" x="4086225" y="3187700"/>
          <p14:tracePt t="13558" x="4081463" y="3181350"/>
          <p14:tracePt t="13568" x="4081463" y="3176588"/>
          <p14:tracePt t="13588" x="4081463" y="3170238"/>
          <p14:tracePt t="13590" x="4075113" y="3170238"/>
          <p14:tracePt t="13620" x="4070350" y="3170238"/>
          <p14:tracePt t="13638" x="4064000" y="3170238"/>
          <p14:tracePt t="13640" x="4064000" y="3176588"/>
          <p14:tracePt t="13648" x="4052888" y="3198813"/>
          <p14:tracePt t="13657" x="4041775" y="3232150"/>
          <p14:tracePt t="13667" x="4030663" y="3282950"/>
          <p14:tracePt t="13668" x="4030663" y="3287713"/>
          <p14:tracePt t="13677" x="4024313" y="3333750"/>
          <p14:tracePt t="13687" x="4024313" y="3384550"/>
          <p14:tracePt t="13697" x="4024313" y="3435350"/>
          <p14:tracePt t="13707" x="4024313" y="3468688"/>
          <p14:tracePt t="13708" x="4024313" y="3479800"/>
          <p14:tracePt t="13717" x="4024313" y="3490913"/>
          <p14:tracePt t="13727" x="4030663" y="3502025"/>
          <p14:tracePt t="13737" x="4035425" y="3502025"/>
          <p14:tracePt t="13747" x="4035425" y="3508375"/>
          <p14:tracePt t="13757" x="4035425" y="3513138"/>
          <p14:tracePt t="13767" x="4041775" y="3513138"/>
          <p14:tracePt t="13777" x="4046538" y="3513138"/>
          <p14:tracePt t="13787" x="4052888" y="3513138"/>
          <p14:tracePt t="13797" x="4057650" y="3513138"/>
          <p14:tracePt t="13807" x="4070350" y="3502025"/>
          <p14:tracePt t="13818" x="4086225" y="3484563"/>
          <p14:tracePt t="13827" x="4092575" y="3468688"/>
          <p14:tracePt t="13837" x="4103688" y="3440113"/>
          <p14:tracePt t="13847" x="4108450" y="3417888"/>
          <p14:tracePt t="13857" x="4114800" y="3395663"/>
          <p14:tracePt t="13867" x="4114800" y="3378200"/>
          <p14:tracePt t="13877" x="4114800" y="3373438"/>
          <p14:tracePt t="13900" x="4114800" y="3367088"/>
          <p14:tracePt t="14864" x="4119563" y="3367088"/>
          <p14:tracePt t="14870" x="4125913" y="3367088"/>
          <p14:tracePt t="14872" x="4137025" y="3367088"/>
          <p14:tracePt t="14877" x="4148138" y="3367088"/>
          <p14:tracePt t="14888" x="4216400" y="3367088"/>
          <p14:tracePt t="14897" x="4289425" y="3373438"/>
          <p14:tracePt t="14908" x="4418013" y="3378200"/>
          <p14:tracePt t="14918" x="4552950" y="3384550"/>
          <p14:tracePt t="14927" x="4687888" y="3395663"/>
          <p14:tracePt t="14937" x="4889500" y="3411538"/>
          <p14:tracePt t="14938" x="4924425" y="3411538"/>
          <p14:tracePt t="14947" x="5121275" y="3429000"/>
          <p14:tracePt t="14958" x="5307013" y="3446463"/>
          <p14:tracePt t="14958" x="5340350" y="3446463"/>
          <p14:tracePt t="14967" x="5446713" y="3451225"/>
          <p14:tracePt t="14977" x="5530850" y="3451225"/>
          <p14:tracePt t="14987" x="5599113" y="3451225"/>
          <p14:tracePt t="14998" x="5665788" y="3457575"/>
          <p14:tracePt t="15008" x="5694363" y="3457575"/>
          <p14:tracePt t="15018" x="5716588" y="3457575"/>
          <p14:tracePt t="15027" x="5722938" y="3462338"/>
          <p14:tracePt t="15038" x="5738813" y="3462338"/>
          <p14:tracePt t="15047" x="5756275" y="3462338"/>
          <p14:tracePt t="15057" x="5800725" y="3462338"/>
          <p14:tracePt t="15068" x="5891213" y="3473450"/>
          <p14:tracePt t="15078" x="5986463" y="3484563"/>
          <p14:tracePt t="15088" x="6088063" y="3495675"/>
          <p14:tracePt t="15098" x="6200775" y="3502025"/>
          <p14:tracePt t="15107" x="6278563" y="3508375"/>
          <p14:tracePt t="15118" x="6369050" y="3519488"/>
          <p14:tracePt t="15128" x="6396038" y="3519488"/>
          <p14:tracePt t="15138" x="6408738" y="3519488"/>
          <p14:tracePt t="15178" x="6413500" y="3519488"/>
          <p14:tracePt t="15318" x="6419850" y="3519488"/>
          <p14:tracePt t="15328" x="6424613" y="3519488"/>
          <p14:tracePt t="15330" x="6430963" y="3513138"/>
          <p14:tracePt t="15338" x="6435725" y="3508375"/>
          <p14:tracePt t="15348" x="6453188" y="3495675"/>
          <p14:tracePt t="15358" x="6469063" y="3484563"/>
          <p14:tracePt t="15368" x="6497638" y="3473450"/>
          <p14:tracePt t="15368" x="6503988" y="3473450"/>
          <p14:tracePt t="15378" x="6537325" y="3457575"/>
          <p14:tracePt t="15388" x="6570663" y="3446463"/>
          <p14:tracePt t="15398" x="6592888" y="3435350"/>
          <p14:tracePt t="15408" x="6592888" y="3429000"/>
          <p14:tracePt t="15408" x="6599238" y="3429000"/>
          <p14:tracePt t="15418" x="6604000" y="3429000"/>
          <p14:tracePt t="15446" x="6604000" y="3422650"/>
          <p14:tracePt t="15458" x="6610350" y="3422650"/>
          <p14:tracePt t="15494" x="6610350" y="3417888"/>
          <p14:tracePt t="15510" x="6610350" y="3411538"/>
          <p14:tracePt t="15540" x="6610350" y="3406775"/>
          <p14:tracePt t="15574" x="6610350" y="3400425"/>
          <p14:tracePt t="15742" x="6604000" y="3400425"/>
          <p14:tracePt t="15756" x="6604000" y="3406775"/>
          <p14:tracePt t="15774" x="6599238" y="3406775"/>
          <p14:tracePt t="34450" x="6599238" y="3395663"/>
          <p14:tracePt t="34452" x="6592888" y="3384550"/>
          <p14:tracePt t="34458" x="6577013" y="3338513"/>
          <p14:tracePt t="34468" x="6548438" y="3260725"/>
          <p14:tracePt t="34468" x="6537325" y="3232150"/>
          <p14:tracePt t="34478" x="6508750" y="3152775"/>
          <p14:tracePt t="34478" x="6503988" y="3136900"/>
          <p14:tracePt t="34488" x="6475413" y="3086100"/>
          <p14:tracePt t="34488" x="6469063" y="3079750"/>
          <p14:tracePt t="34498" x="6457950" y="3057525"/>
          <p14:tracePt t="34508" x="6457950" y="3052763"/>
          <p14:tracePt t="34518" x="6453188" y="3046413"/>
          <p14:tracePt t="34560" x="6453188" y="3052763"/>
          <p14:tracePt t="34566" x="6453188" y="3057525"/>
          <p14:tracePt t="34570" x="6453188" y="3063875"/>
          <p14:tracePt t="34578" x="6464300" y="3079750"/>
          <p14:tracePt t="34578" x="6464300" y="3086100"/>
          <p14:tracePt t="34587" x="6475413" y="3119438"/>
          <p14:tracePt t="34597" x="6492875" y="3148013"/>
          <p14:tracePt t="34608" x="6497638" y="3170238"/>
          <p14:tracePt t="34608" x="6503988" y="3170238"/>
          <p14:tracePt t="34617" x="6508750" y="3187700"/>
          <p14:tracePt t="34628" x="6515100" y="3203575"/>
          <p14:tracePt t="34628" x="6515100" y="3209925"/>
          <p14:tracePt t="34638" x="6515100" y="3227388"/>
          <p14:tracePt t="34648" x="6515100" y="3238500"/>
          <p14:tracePt t="34658" x="6515100" y="3254375"/>
          <p14:tracePt t="34668" x="6519863" y="3276600"/>
          <p14:tracePt t="34677" x="6526213" y="3287713"/>
          <p14:tracePt t="34687" x="6542088" y="3305175"/>
          <p14:tracePt t="34698" x="6548438" y="3316288"/>
          <p14:tracePt t="34708" x="6559550" y="3316288"/>
          <p14:tracePt t="34708" x="6559550" y="3322638"/>
          <p14:tracePt t="34718" x="6565900" y="3327400"/>
          <p14:tracePt t="34727" x="6565900" y="3338513"/>
          <p14:tracePt t="34737" x="6570663" y="3344863"/>
          <p14:tracePt t="34748" x="6570663" y="3349625"/>
          <p14:tracePt t="34748" x="6570663" y="3355975"/>
          <p14:tracePt t="34757" x="6577013" y="3355975"/>
          <p14:tracePt t="34768" x="6577013" y="3362325"/>
          <p14:tracePt t="34777" x="6581775" y="3362325"/>
          <p14:tracePt t="34787" x="6581775" y="3367088"/>
          <p14:tracePt t="35142" x="6588125" y="3367088"/>
          <p14:tracePt t="35148" x="6592888" y="3367088"/>
          <p14:tracePt t="35152" x="6604000" y="3367088"/>
          <p14:tracePt t="35158" x="6616700" y="3367088"/>
          <p14:tracePt t="35158" x="6627813" y="3367088"/>
          <p14:tracePt t="35168" x="6654800" y="3367088"/>
          <p14:tracePt t="35168" x="6677025" y="3367088"/>
          <p14:tracePt t="35178" x="6773863" y="3378200"/>
          <p14:tracePt t="35187" x="6884988" y="3395663"/>
          <p14:tracePt t="35198" x="7116763" y="3429000"/>
          <p14:tracePt t="35208" x="7419975" y="3473450"/>
          <p14:tracePt t="35218" x="7632700" y="3508375"/>
          <p14:tracePt t="35218" x="7678738" y="3513138"/>
          <p14:tracePt t="35228" x="7913688" y="3557588"/>
          <p14:tracePt t="35238" x="8054975" y="3570288"/>
          <p14:tracePt t="35248" x="8145463" y="3581400"/>
          <p14:tracePt t="35248" x="8156575" y="3586163"/>
          <p14:tracePt t="35257" x="8178800" y="3586163"/>
          <p14:tracePt t="35267" x="8183563" y="3586163"/>
          <p14:tracePt t="35292" x="8189913" y="3586163"/>
          <p14:tracePt t="35344" x="8189913" y="3581400"/>
          <p14:tracePt t="35346" x="8183563" y="3581400"/>
          <p14:tracePt t="35350" x="8183563" y="3575050"/>
          <p14:tracePt t="35357" x="8172450" y="3570288"/>
          <p14:tracePt t="35368" x="8161338" y="3563938"/>
          <p14:tracePt t="35368" x="8161338" y="3557588"/>
          <p14:tracePt t="35377" x="8156575" y="3552825"/>
          <p14:tracePt t="35388" x="8139113" y="3546475"/>
          <p14:tracePt t="35397" x="8134350" y="3541713"/>
          <p14:tracePt t="35408" x="8121650" y="3541713"/>
          <p14:tracePt t="35408" x="8121650" y="3535363"/>
          <p14:tracePt t="35417" x="8110538" y="3535363"/>
          <p14:tracePt t="35428" x="8094663" y="3524250"/>
          <p14:tracePt t="35438" x="8083550" y="3519488"/>
          <p14:tracePt t="35448" x="8048625" y="3502025"/>
          <p14:tracePt t="35448" x="8043863" y="3502025"/>
          <p14:tracePt t="35458" x="8021638" y="3490913"/>
          <p14:tracePt t="35468" x="8021638" y="3484563"/>
          <p14:tracePt t="35477" x="8015288" y="3484563"/>
          <p14:tracePt t="35502" x="8021638" y="3479800"/>
          <p14:tracePt t="35504" x="8021638" y="3473450"/>
          <p14:tracePt t="35508" x="8032750" y="3468688"/>
          <p14:tracePt t="35508" x="8048625" y="3462338"/>
          <p14:tracePt t="35517" x="8116888" y="3422650"/>
          <p14:tracePt t="35527" x="8223250" y="3384550"/>
          <p14:tracePt t="35538" x="8437563" y="3333750"/>
          <p14:tracePt t="35548" x="8672513" y="3287713"/>
          <p14:tracePt t="35557" x="8864600" y="3260725"/>
          <p14:tracePt t="35568" x="9077325" y="3227388"/>
          <p14:tracePt t="35578" x="9163050" y="3221038"/>
          <p14:tracePt t="35587" x="9185275" y="3214688"/>
          <p14:tracePt t="35597" x="9190038" y="3214688"/>
          <p14:tracePt t="35644" x="9190038" y="3209925"/>
          <p14:tracePt t="35646" x="9185275" y="3209925"/>
          <p14:tracePt t="35648" x="9178925" y="3203575"/>
          <p14:tracePt t="35658" x="9117013" y="3187700"/>
          <p14:tracePt t="35668" x="9010650" y="3170238"/>
          <p14:tracePt t="35677" x="8886825" y="3159125"/>
          <p14:tracePt t="35688" x="8605838" y="3141663"/>
          <p14:tracePt t="35698" x="8426450" y="3141663"/>
          <p14:tracePt t="35698" x="8386763" y="3141663"/>
          <p14:tracePt t="35708" x="8218488" y="3141663"/>
          <p14:tracePt t="35718" x="8094663" y="3152775"/>
          <p14:tracePt t="35728" x="8015288" y="3152775"/>
          <p14:tracePt t="35738" x="7964488" y="3152775"/>
          <p14:tracePt t="35748" x="7948613" y="3152775"/>
          <p14:tracePt t="35757" x="7937500" y="3152775"/>
          <p14:tracePt t="35774" x="7931150" y="3152775"/>
          <p14:tracePt t="35822" x="7926388" y="3152775"/>
          <p14:tracePt t="38676" x="7931150" y="3152775"/>
          <p14:tracePt t="38678" x="7937500" y="3159125"/>
          <p14:tracePt t="38688" x="7975600" y="3176588"/>
          <p14:tracePt t="38688" x="7993063" y="3187700"/>
          <p14:tracePt t="38698" x="8072438" y="3227388"/>
          <p14:tracePt t="38708" x="8121650" y="3260725"/>
          <p14:tracePt t="38708" x="8134350" y="3265488"/>
          <p14:tracePt t="38718" x="8172450" y="3300413"/>
          <p14:tracePt t="38718" x="8183563" y="3305175"/>
          <p14:tracePt t="38728" x="8218488" y="3327400"/>
          <p14:tracePt t="38738" x="8245475" y="3344863"/>
          <p14:tracePt t="38738" x="8251825" y="3344863"/>
          <p14:tracePt t="38748" x="8269288" y="3362325"/>
          <p14:tracePt t="38748" x="8274050" y="3362325"/>
          <p14:tracePt t="38758" x="8291513" y="3367088"/>
          <p14:tracePt t="38768" x="8307388" y="3378200"/>
          <p14:tracePt t="38768" x="8313738" y="3378200"/>
          <p14:tracePt t="38777" x="8313738" y="3384550"/>
          <p14:tracePt t="38788" x="8318500" y="3384550"/>
          <p14:tracePt t="38812" x="8324850" y="3384550"/>
          <p14:tracePt t="39028" x="8329613" y="3384550"/>
          <p14:tracePt t="39038" x="8335963" y="3384550"/>
          <p14:tracePt t="39044" x="8342313" y="3384550"/>
          <p14:tracePt t="39048" x="8347075" y="3384550"/>
          <p14:tracePt t="39058" x="8358188" y="3384550"/>
          <p14:tracePt t="39058" x="8364538" y="3384550"/>
          <p14:tracePt t="39068" x="8375650" y="3384550"/>
          <p14:tracePt t="39068" x="8380413" y="3384550"/>
          <p14:tracePt t="39078" x="8391525" y="3384550"/>
          <p14:tracePt t="39078" x="8397875" y="3384550"/>
          <p14:tracePt t="39088" x="8415338" y="3384550"/>
          <p14:tracePt t="39098" x="8420100" y="3384550"/>
          <p14:tracePt t="39108" x="8426450" y="3384550"/>
          <p14:tracePt t="39162" x="8431213" y="3384550"/>
          <p14:tracePt t="39288" x="8431213" y="3378200"/>
          <p14:tracePt t="39306" x="8426450" y="3378200"/>
          <p14:tracePt t="39322" x="8426450" y="3373438"/>
          <p14:tracePt t="39346" x="8420100" y="3373438"/>
          <p14:tracePt t="39354" x="8415338" y="3373438"/>
          <p14:tracePt t="39358" x="8408988" y="3373438"/>
          <p14:tracePt t="39368" x="8397875" y="3373438"/>
          <p14:tracePt t="39368" x="8391525" y="3373438"/>
          <p14:tracePt t="39378" x="8353425" y="3367088"/>
          <p14:tracePt t="39388" x="8296275" y="3362325"/>
          <p14:tracePt t="39388" x="8274050" y="3355975"/>
          <p14:tracePt t="39398" x="8178800" y="3344863"/>
          <p14:tracePt t="39398" x="8150225" y="3338513"/>
          <p14:tracePt t="39408" x="7993063" y="3322638"/>
          <p14:tracePt t="39408" x="7942263" y="3316288"/>
          <p14:tracePt t="39418" x="7734300" y="3300413"/>
          <p14:tracePt t="39418" x="7678738" y="3300413"/>
          <p14:tracePt t="39428" x="7408863" y="3282950"/>
          <p14:tracePt t="39428" x="7340600" y="3276600"/>
          <p14:tracePt t="39438" x="6975475" y="3254375"/>
          <p14:tracePt t="39448" x="6599238" y="3243263"/>
          <p14:tracePt t="39458" x="6318250" y="3232150"/>
          <p14:tracePt t="39458" x="6256338" y="3232150"/>
          <p14:tracePt t="39468" x="5953125" y="3227388"/>
          <p14:tracePt t="39478" x="5716588" y="3209925"/>
          <p14:tracePt t="39488" x="5519738" y="3176588"/>
          <p14:tracePt t="39498" x="5418138" y="3159125"/>
          <p14:tracePt t="39498" x="5402263" y="3152775"/>
          <p14:tracePt t="39508" x="5367338" y="3136900"/>
          <p14:tracePt t="39508" x="5362575" y="3136900"/>
          <p14:tracePt t="39517" x="5356225" y="3130550"/>
          <p14:tracePt t="39528" x="5356225" y="3125788"/>
          <p14:tracePt t="39538" x="5356225" y="3114675"/>
          <p14:tracePt t="39548" x="5356225" y="3097213"/>
          <p14:tracePt t="39548" x="5356225" y="3092450"/>
          <p14:tracePt t="39558" x="5367338" y="3057525"/>
          <p14:tracePt t="39568" x="5380038" y="3035300"/>
          <p14:tracePt t="39577" x="5380038" y="3030538"/>
          <p14:tracePt t="39587" x="5380038" y="3024188"/>
          <p14:tracePt t="39598" x="5384800" y="3024188"/>
          <p14:tracePt t="39607" x="5384800" y="3019425"/>
          <p14:tracePt t="39706" x="5384800" y="3013075"/>
          <p14:tracePt t="39712" x="5384800" y="3006725"/>
          <p14:tracePt t="39718" x="5373688" y="2990850"/>
          <p14:tracePt t="39728" x="5351463" y="2962275"/>
          <p14:tracePt t="39738" x="5300663" y="2906713"/>
          <p14:tracePt t="39738" x="5289550" y="2895600"/>
          <p14:tracePt t="39748" x="5232400" y="2849563"/>
          <p14:tracePt t="39748" x="5221288" y="2838450"/>
          <p14:tracePt t="39758" x="5159375" y="2798763"/>
          <p14:tracePt t="39768" x="5099050" y="2765425"/>
          <p14:tracePt t="39778" x="5048250" y="2743200"/>
          <p14:tracePt t="39778" x="5030788" y="2732088"/>
          <p14:tracePt t="39788" x="4968875" y="2714625"/>
          <p14:tracePt t="39798" x="4889500" y="2692400"/>
          <p14:tracePt t="39808" x="4822825" y="2681288"/>
          <p14:tracePt t="39818" x="4767263" y="2670175"/>
          <p14:tracePt t="39818" x="4756150" y="2663825"/>
          <p14:tracePt t="39828" x="4705350" y="2663825"/>
          <p14:tracePt t="39828" x="4694238" y="2663825"/>
          <p14:tracePt t="39838" x="4654550" y="2663825"/>
          <p14:tracePt t="39838" x="4648200" y="2663825"/>
          <p14:tracePt t="39848" x="4603750" y="2663825"/>
          <p14:tracePt t="39848" x="4592638" y="2663825"/>
          <p14:tracePt t="39858" x="4530725" y="2676525"/>
          <p14:tracePt t="39868" x="4479925" y="2692400"/>
          <p14:tracePt t="39868" x="4462463" y="2692400"/>
          <p14:tracePt t="39878" x="4400550" y="2714625"/>
          <p14:tracePt t="39878" x="4384675" y="2725738"/>
          <p14:tracePt t="39888" x="4305300" y="2760663"/>
          <p14:tracePt t="39898" x="4243388" y="2787650"/>
          <p14:tracePt t="39898" x="4232275" y="2798763"/>
          <p14:tracePt t="39908" x="4181475" y="2838450"/>
          <p14:tracePt t="39908" x="4165600" y="2844800"/>
          <p14:tracePt t="39918" x="4125913" y="2878138"/>
          <p14:tracePt t="39918" x="4114800" y="2889250"/>
          <p14:tracePt t="39928" x="4070350" y="2922588"/>
          <p14:tracePt t="39928" x="4057650" y="2933700"/>
          <p14:tracePt t="39938" x="4024313" y="2968625"/>
          <p14:tracePt t="39938" x="4013200" y="2979738"/>
          <p14:tracePt t="39948" x="3979863" y="3006725"/>
          <p14:tracePt t="39948" x="3962400" y="3019425"/>
          <p14:tracePt t="39958" x="3922713" y="3052763"/>
          <p14:tracePt t="39958" x="3917950" y="3057525"/>
          <p14:tracePt t="39968" x="3873500" y="3097213"/>
          <p14:tracePt t="39968" x="3862388" y="3103563"/>
          <p14:tracePt t="39978" x="3816350" y="3141663"/>
          <p14:tracePt t="39978" x="3805238" y="3148013"/>
          <p14:tracePt t="39988" x="3754438" y="3192463"/>
          <p14:tracePt t="39988" x="3749675" y="3198813"/>
          <p14:tracePt t="39998" x="3698875" y="3249613"/>
          <p14:tracePt t="40008" x="3665538" y="3287713"/>
          <p14:tracePt t="40008" x="3665538" y="3300413"/>
          <p14:tracePt t="40018" x="3636963" y="3333750"/>
          <p14:tracePt t="40018" x="3636963" y="3338513"/>
          <p14:tracePt t="40028" x="3619500" y="3367088"/>
          <p14:tracePt t="40028" x="3619500" y="3373438"/>
          <p14:tracePt t="40038" x="3608388" y="3389313"/>
          <p14:tracePt t="40048" x="3603625" y="3406775"/>
          <p14:tracePt t="40058" x="3603625" y="3429000"/>
          <p14:tracePt t="40068" x="3597275" y="3446463"/>
          <p14:tracePt t="40068" x="3597275" y="3451225"/>
          <p14:tracePt t="40078" x="3597275" y="3468688"/>
          <p14:tracePt t="40088" x="3597275" y="3479800"/>
          <p14:tracePt t="40088" x="3597275" y="3484563"/>
          <p14:tracePt t="40098" x="3597275" y="3502025"/>
          <p14:tracePt t="40108" x="3597275" y="3513138"/>
          <p14:tracePt t="40108" x="3597275" y="3519488"/>
          <p14:tracePt t="40118" x="3597275" y="3535363"/>
          <p14:tracePt t="40118" x="3597275" y="3541713"/>
          <p14:tracePt t="40128" x="3603625" y="3557588"/>
          <p14:tracePt t="40128" x="3608388" y="3563938"/>
          <p14:tracePt t="40138" x="3619500" y="3581400"/>
          <p14:tracePt t="40138" x="3619500" y="3586163"/>
          <p14:tracePt t="40148" x="3636963" y="3608388"/>
          <p14:tracePt t="40158" x="3654425" y="3625850"/>
          <p14:tracePt t="40158" x="3654425" y="3630613"/>
          <p14:tracePt t="40168" x="3670300" y="3648075"/>
          <p14:tracePt t="40178" x="3698875" y="3676650"/>
          <p14:tracePt t="40178" x="3709988" y="3681413"/>
          <p14:tracePt t="40188" x="3732213" y="3709988"/>
          <p14:tracePt t="40188" x="3749675" y="3721100"/>
          <p14:tracePt t="40198" x="3789363" y="3760788"/>
          <p14:tracePt t="40198" x="3800475" y="3771900"/>
          <p14:tracePt t="40208" x="3862388" y="3822700"/>
          <p14:tracePt t="40218" x="3906838" y="3878263"/>
          <p14:tracePt t="40228" x="3940175" y="3917950"/>
          <p14:tracePt t="40238" x="3951288" y="3935413"/>
          <p14:tracePt t="40248" x="3957638" y="3946525"/>
          <p14:tracePt t="40257" x="3962400" y="3957638"/>
          <p14:tracePt t="40268" x="3962400" y="3962400"/>
          <p14:tracePt t="40280" x="3962400" y="3968750"/>
          <p14:tracePt t="40287" x="3962400" y="3973513"/>
          <p14:tracePt t="40298" x="3962400" y="3979863"/>
          <p14:tracePt t="40298" x="3968750" y="3979863"/>
          <p14:tracePt t="40310" x="3968750" y="3986213"/>
          <p14:tracePt t="40354" x="3968750" y="3990975"/>
          <p14:tracePt t="40376" x="3973513" y="3997325"/>
          <p14:tracePt t="40382" x="3973513" y="4002088"/>
          <p14:tracePt t="40402" x="3973513" y="4008438"/>
          <p14:tracePt t="40418" x="3979863" y="4008438"/>
          <p14:tracePt t="40432" x="3979863" y="4013200"/>
          <p14:tracePt t="40480" x="3979863" y="4019550"/>
          <p14:tracePt t="41722" x="3984625" y="4019550"/>
          <p14:tracePt t="41724" x="3984625" y="4013200"/>
          <p14:tracePt t="41730" x="3984625" y="4008438"/>
          <p14:tracePt t="41738" x="3997325" y="3990975"/>
          <p14:tracePt t="41748" x="4008438" y="3962400"/>
          <p14:tracePt t="41758" x="4024313" y="3935413"/>
          <p14:tracePt t="41758" x="4024313" y="3929063"/>
          <p14:tracePt t="41768" x="4052888" y="3889375"/>
          <p14:tracePt t="41778" x="4086225" y="3862388"/>
          <p14:tracePt t="41788" x="4108450" y="3844925"/>
          <p14:tracePt t="41788" x="4114800" y="3833813"/>
          <p14:tracePt t="41798" x="4130675" y="3816350"/>
          <p14:tracePt t="41807" x="4137025" y="3816350"/>
          <p14:tracePt t="41820" x="4143375" y="3816350"/>
          <p14:tracePt t="41832" x="4143375" y="3811588"/>
          <p14:tracePt t="41882" x="4143375" y="3816350"/>
          <p14:tracePt t="41884" x="4143375" y="3822700"/>
          <p14:tracePt t="41888" x="4143375" y="3827463"/>
          <p14:tracePt t="41898" x="4143375" y="3844925"/>
          <p14:tracePt t="41908" x="4137025" y="3862388"/>
          <p14:tracePt t="41918" x="4125913" y="3889375"/>
          <p14:tracePt t="41918" x="4119563" y="3900488"/>
          <p14:tracePt t="41928" x="4108450" y="3929063"/>
          <p14:tracePt t="41928" x="4108450" y="3935413"/>
          <p14:tracePt t="41938" x="4097338" y="3962400"/>
          <p14:tracePt t="41948" x="4092575" y="3986213"/>
          <p14:tracePt t="41948" x="4086225" y="3990975"/>
          <p14:tracePt t="41958" x="4081463" y="4008438"/>
          <p14:tracePt t="41968" x="4070350" y="4019550"/>
          <p14:tracePt t="41968" x="4070350" y="4024313"/>
          <p14:tracePt t="41978" x="4064000" y="4030663"/>
          <p14:tracePt t="41987" x="4057650" y="4035425"/>
          <p14:tracePt t="41998" x="4052888" y="4041775"/>
          <p14:tracePt t="42008" x="4035425" y="4059238"/>
          <p14:tracePt t="42018" x="4019550" y="4064000"/>
          <p14:tracePt t="42028" x="4008438" y="4070350"/>
          <p14:tracePt t="42037" x="4008438" y="4075113"/>
          <p14:tracePt t="42068" x="4008438" y="4081463"/>
          <p14:tracePt t="42074" x="4002088" y="4081463"/>
          <p14:tracePt t="42410" x="4008438" y="4081463"/>
          <p14:tracePt t="42416" x="4013200" y="4081463"/>
          <p14:tracePt t="42420" x="4019550" y="4075113"/>
          <p14:tracePt t="42428" x="4035425" y="4075113"/>
          <p14:tracePt t="42428" x="4046538" y="4075113"/>
          <p14:tracePt t="42438" x="4092575" y="4075113"/>
          <p14:tracePt t="42448" x="4143375" y="4075113"/>
          <p14:tracePt t="42458" x="4181475" y="4075113"/>
          <p14:tracePt t="42467" x="4198938" y="4075113"/>
          <p14:tracePt t="42477" x="4205288" y="4075113"/>
          <p14:tracePt t="42487" x="4210050" y="4075113"/>
          <p14:tracePt t="42724" x="4216400" y="4075113"/>
          <p14:tracePt t="42766" x="4221163" y="4075113"/>
          <p14:tracePt t="42772" x="4227513" y="4075113"/>
          <p14:tracePt t="42778" x="4238625" y="4075113"/>
          <p14:tracePt t="42788" x="4289425" y="4075113"/>
          <p14:tracePt t="42798" x="4384675" y="4075113"/>
          <p14:tracePt t="42808" x="4491038" y="4075113"/>
          <p14:tracePt t="42818" x="4621213" y="4075113"/>
          <p14:tracePt t="42828" x="4727575" y="4075113"/>
          <p14:tracePt t="42838" x="4822825" y="4075113"/>
          <p14:tracePt t="42848" x="4902200" y="4075113"/>
          <p14:tracePt t="42858" x="4975225" y="4075113"/>
          <p14:tracePt t="42868" x="5030788" y="4081463"/>
          <p14:tracePt t="42878" x="5081588" y="4081463"/>
          <p14:tracePt t="42888" x="5132388" y="4086225"/>
          <p14:tracePt t="42898" x="5199063" y="4086225"/>
          <p14:tracePt t="42908" x="5272088" y="4092575"/>
          <p14:tracePt t="42918" x="5362575" y="4097338"/>
          <p14:tracePt t="42928" x="5464175" y="4097338"/>
          <p14:tracePt t="42938" x="5564188" y="4103688"/>
          <p14:tracePt t="42948" x="5649913" y="4103688"/>
          <p14:tracePt t="42958" x="5734050" y="4108450"/>
          <p14:tracePt t="42968" x="5800725" y="4108450"/>
          <p14:tracePt t="42978" x="5868988" y="4114800"/>
          <p14:tracePt t="42988" x="5930900" y="4114800"/>
          <p14:tracePt t="42998" x="5997575" y="4114800"/>
          <p14:tracePt t="43008" x="6081713" y="4114800"/>
          <p14:tracePt t="43018" x="6183313" y="4114800"/>
          <p14:tracePt t="43028" x="6318250" y="4125913"/>
          <p14:tracePt t="43038" x="6464300" y="4132263"/>
          <p14:tracePt t="43048" x="6592888" y="4143375"/>
          <p14:tracePt t="43058" x="6711950" y="4148138"/>
          <p14:tracePt t="43068" x="6800850" y="4154488"/>
          <p14:tracePt t="43078" x="6884988" y="4154488"/>
          <p14:tracePt t="43088" x="6959600" y="4159250"/>
          <p14:tracePt t="43098" x="7026275" y="4170363"/>
          <p14:tracePt t="43108" x="7099300" y="4170363"/>
          <p14:tracePt t="43118" x="7154863" y="4170363"/>
          <p14:tracePt t="43128" x="7200900" y="4170363"/>
          <p14:tracePt t="43138" x="7256463" y="4170363"/>
          <p14:tracePt t="43148" x="7324725" y="4170363"/>
          <p14:tracePt t="43158" x="7419975" y="4176713"/>
          <p14:tracePt t="43168" x="7537450" y="4176713"/>
          <p14:tracePt t="43178" x="7661275" y="4176713"/>
          <p14:tracePt t="43188" x="7778750" y="4170363"/>
          <p14:tracePt t="43198" x="7886700" y="4159250"/>
          <p14:tracePt t="43208" x="7975600" y="4148138"/>
          <p14:tracePt t="43218" x="8066088" y="4137025"/>
          <p14:tracePt t="43228" x="8150225" y="4132263"/>
          <p14:tracePt t="43238" x="8245475" y="4132263"/>
          <p14:tracePt t="43248" x="8353425" y="4132263"/>
          <p14:tracePt t="43258" x="8453438" y="4132263"/>
          <p14:tracePt t="43268" x="8550275" y="4143375"/>
          <p14:tracePt t="43278" x="8623300" y="4148138"/>
          <p14:tracePt t="43288" x="8685213" y="4159250"/>
          <p14:tracePt t="43298" x="8712200" y="4165600"/>
          <p14:tracePt t="43308" x="8729663" y="4170363"/>
          <p14:tracePt t="43317" x="8734425" y="4170363"/>
          <p14:tracePt t="43360" x="8740775" y="4170363"/>
          <p14:tracePt t="43696" x="8740775" y="4165600"/>
          <p14:tracePt t="43698" x="8734425" y="4165600"/>
          <p14:tracePt t="43708" x="8723313" y="4159250"/>
          <p14:tracePt t="43708" x="8718550" y="4159250"/>
          <p14:tracePt t="43717" x="8689975" y="4148138"/>
          <p14:tracePt t="43728" x="8628063" y="4125913"/>
          <p14:tracePt t="43738" x="8537575" y="4097338"/>
          <p14:tracePt t="43748" x="8415338" y="4081463"/>
          <p14:tracePt t="43758" x="8251825" y="4064000"/>
          <p14:tracePt t="43768" x="8054975" y="4052888"/>
          <p14:tracePt t="43778" x="7791450" y="4048125"/>
          <p14:tracePt t="43788" x="7537450" y="4041775"/>
          <p14:tracePt t="43798" x="7278688" y="4041775"/>
          <p14:tracePt t="43808" x="7004050" y="4035425"/>
          <p14:tracePt t="43818" x="6738938" y="4035425"/>
          <p14:tracePt t="43828" x="6508750" y="4035425"/>
          <p14:tracePt t="43838" x="6323013" y="4030663"/>
          <p14:tracePt t="43848" x="6205538" y="4030663"/>
          <p14:tracePt t="43858" x="6126163" y="4030663"/>
          <p14:tracePt t="43868" x="6070600" y="4030663"/>
          <p14:tracePt t="43878" x="6019800" y="4024313"/>
          <p14:tracePt t="43888" x="5991225" y="4024313"/>
          <p14:tracePt t="43898" x="5964238" y="4024313"/>
          <p14:tracePt t="43908" x="5930900" y="4030663"/>
          <p14:tracePt t="43918" x="5891213" y="4041775"/>
          <p14:tracePt t="43928" x="5818188" y="4052888"/>
          <p14:tracePt t="43938" x="5722938" y="4081463"/>
          <p14:tracePt t="43948" x="5614988" y="4108450"/>
          <p14:tracePt t="43958" x="5480050" y="4137025"/>
          <p14:tracePt t="43968" x="5322888" y="4170363"/>
          <p14:tracePt t="43978" x="5132388" y="4187825"/>
          <p14:tracePt t="43988" x="4929188" y="4198938"/>
          <p14:tracePt t="43998" x="4721225" y="4198938"/>
          <p14:tracePt t="44008" x="4541838" y="4198938"/>
          <p14:tracePt t="44018" x="4395788" y="4198938"/>
          <p14:tracePt t="44028" x="4294188" y="4198938"/>
          <p14:tracePt t="44038" x="4210050" y="4194175"/>
          <p14:tracePt t="44048" x="4137025" y="4187825"/>
          <p14:tracePt t="44058" x="4075113" y="4181475"/>
          <p14:tracePt t="44068" x="4013200" y="4170363"/>
          <p14:tracePt t="44078" x="3940175" y="4154488"/>
          <p14:tracePt t="44088" x="3867150" y="4132263"/>
          <p14:tracePt t="44098" x="3794125" y="4108450"/>
          <p14:tracePt t="44108" x="3721100" y="4092575"/>
          <p14:tracePt t="44118" x="3665538" y="4075113"/>
          <p14:tracePt t="44127" x="3641725" y="4070350"/>
          <p14:tracePt t="44138" x="3641725" y="4064000"/>
          <p14:tracePt t="44148" x="3636963" y="4064000"/>
          <p14:tracePt t="44196" x="3630613" y="4064000"/>
          <p14:tracePt t="44432" x="3636963" y="4064000"/>
          <p14:tracePt t="44434" x="3636963" y="4059238"/>
          <p14:tracePt t="44442" x="3641725" y="4059238"/>
          <p14:tracePt t="44448" x="3648075" y="4059238"/>
          <p14:tracePt t="44458" x="3665538" y="4052888"/>
          <p14:tracePt t="44458" x="3670300" y="4052888"/>
          <p14:tracePt t="44468" x="3703638" y="4048125"/>
          <p14:tracePt t="44468" x="3709988" y="4048125"/>
          <p14:tracePt t="44478" x="3749675" y="4048125"/>
          <p14:tracePt t="44478" x="3760788" y="4048125"/>
          <p14:tracePt t="44488" x="3816350" y="4064000"/>
          <p14:tracePt t="44488" x="3833813" y="4075113"/>
          <p14:tracePt t="44498" x="3917950" y="4103688"/>
          <p14:tracePt t="44508" x="3984625" y="4137025"/>
          <p14:tracePt t="44518" x="4035425" y="4165600"/>
          <p14:tracePt t="44528" x="4070350" y="4187825"/>
          <p14:tracePt t="44538" x="4081463" y="4205288"/>
          <p14:tracePt t="44538" x="4086225" y="4210050"/>
          <p14:tracePt t="44548" x="4103688" y="4232275"/>
          <p14:tracePt t="44548" x="4103688" y="4243388"/>
          <p14:tracePt t="44558" x="4114800" y="4260850"/>
          <p14:tracePt t="44568" x="4119563" y="4283075"/>
          <p14:tracePt t="44578" x="4119563" y="4300538"/>
          <p14:tracePt t="44578" x="4119563" y="4305300"/>
          <p14:tracePt t="44588" x="4119563" y="4322763"/>
          <p14:tracePt t="44598" x="4114800" y="4344988"/>
          <p14:tracePt t="44608" x="4108450" y="4367213"/>
          <p14:tracePt t="44608" x="4108450" y="4373563"/>
          <p14:tracePt t="44618" x="4097338" y="4391025"/>
          <p14:tracePt t="44618" x="4092575" y="4402138"/>
          <p14:tracePt t="44628" x="4075113" y="4429125"/>
          <p14:tracePt t="44638" x="4064000" y="4446588"/>
          <p14:tracePt t="44648" x="4046538" y="4464050"/>
          <p14:tracePt t="44648" x="4041775" y="4468813"/>
          <p14:tracePt t="44657" x="4030663" y="4479925"/>
          <p14:tracePt t="44668" x="4024313" y="4479925"/>
          <p14:tracePt t="44668" x="4024313" y="4486275"/>
          <p14:tracePt t="44678" x="4013200" y="4486275"/>
          <p14:tracePt t="44688" x="4008438" y="4486275"/>
          <p14:tracePt t="44698" x="4008438" y="4491038"/>
          <p14:tracePt t="44707" x="4002088" y="4491038"/>
          <p14:tracePt t="44726" x="3997325" y="4497388"/>
          <p14:tracePt t="44732" x="3990975" y="4497388"/>
          <p14:tracePt t="44742" x="3984625" y="4497388"/>
          <p14:tracePt t="44748" x="3984625" y="4502150"/>
          <p14:tracePt t="44758" x="3979863" y="4502150"/>
          <p14:tracePt t="44768" x="3962400" y="4513263"/>
          <p14:tracePt t="44778" x="3957638" y="4519613"/>
          <p14:tracePt t="44788" x="3951288" y="4519613"/>
          <p14:tracePt t="44788" x="3951288" y="4524375"/>
          <p14:tracePt t="44798" x="3946525" y="4524375"/>
          <p14:tracePt t="44798" x="3940175" y="4530725"/>
          <p14:tracePt t="44808" x="3935413" y="4537075"/>
          <p14:tracePt t="44818" x="3929063" y="4548188"/>
          <p14:tracePt t="44828" x="3917950" y="4552950"/>
          <p14:tracePt t="44838" x="3911600" y="4570413"/>
          <p14:tracePt t="44848" x="3906838" y="4581525"/>
          <p14:tracePt t="44858" x="3900488" y="4592638"/>
          <p14:tracePt t="44868" x="3895725" y="4598988"/>
          <p14:tracePt t="44877" x="3895725" y="4603750"/>
          <p14:tracePt t="44888" x="3895725" y="4610100"/>
          <p14:tracePt t="44897" x="3895725" y="4614863"/>
          <p14:tracePt t="44942" x="3895725" y="4621213"/>
          <p14:tracePt t="44956" x="3895725" y="4625975"/>
          <p14:tracePt t="44968" x="3900488" y="4632325"/>
          <p14:tracePt t="44976" x="3900488" y="4637088"/>
          <p14:tracePt t="44992" x="3900488" y="4643438"/>
          <p14:tracePt t="45040" x="3900488" y="4648200"/>
          <p14:tracePt t="45702" x="3906838" y="4648200"/>
          <p14:tracePt t="45714" x="3911600" y="4648200"/>
          <p14:tracePt t="45720" x="3917950" y="4648200"/>
          <p14:tracePt t="45722" x="3922713" y="4643438"/>
          <p14:tracePt t="45728" x="3929063" y="4643438"/>
          <p14:tracePt t="45738" x="3951288" y="4637088"/>
          <p14:tracePt t="45748" x="3973513" y="4632325"/>
          <p14:tracePt t="45758" x="4013200" y="4625975"/>
          <p14:tracePt t="45768" x="4046538" y="4621213"/>
          <p14:tracePt t="45778" x="4070350" y="4621213"/>
          <p14:tracePt t="45788" x="4092575" y="4614863"/>
          <p14:tracePt t="45798" x="4119563" y="4614863"/>
          <p14:tracePt t="45808" x="4143375" y="4614863"/>
          <p14:tracePt t="45818" x="4159250" y="4614863"/>
          <p14:tracePt t="45828" x="4187825" y="4614863"/>
          <p14:tracePt t="45838" x="4221163" y="4614863"/>
          <p14:tracePt t="45848" x="4271963" y="4610100"/>
          <p14:tracePt t="45858" x="4327525" y="4603750"/>
          <p14:tracePt t="45868" x="4378325" y="4598988"/>
          <p14:tracePt t="45878" x="4424363" y="4598988"/>
          <p14:tracePt t="45888" x="4462463" y="4598988"/>
          <p14:tracePt t="45898" x="4491038" y="4598988"/>
          <p14:tracePt t="45908" x="4513263" y="4598988"/>
          <p14:tracePt t="45918" x="4535488" y="4598988"/>
          <p14:tracePt t="45928" x="4575175" y="4598988"/>
          <p14:tracePt t="45938" x="4654550" y="4598988"/>
          <p14:tracePt t="45948" x="4749800" y="4598988"/>
          <p14:tracePt t="45958" x="4851400" y="4603750"/>
          <p14:tracePt t="45968" x="4964113" y="4610100"/>
          <p14:tracePt t="45978" x="5059363" y="4614863"/>
          <p14:tracePt t="45988" x="5137150" y="4621213"/>
          <p14:tracePt t="45998" x="5199063" y="4625975"/>
          <p14:tracePt t="46008" x="5249863" y="4632325"/>
          <p14:tracePt t="46018" x="5294313" y="4637088"/>
          <p14:tracePt t="46028" x="5351463" y="4643438"/>
          <p14:tracePt t="46038" x="5418138" y="4654550"/>
          <p14:tracePt t="46048" x="5497513" y="4659313"/>
          <p14:tracePt t="46058" x="5592763" y="4676775"/>
          <p14:tracePt t="46068" x="5688013" y="4683125"/>
          <p14:tracePt t="46078" x="5783263" y="4683125"/>
          <p14:tracePt t="46088" x="5868988" y="4683125"/>
          <p14:tracePt t="46098" x="5930900" y="4683125"/>
          <p14:tracePt t="46108" x="5969000" y="4683125"/>
          <p14:tracePt t="46118" x="5986463" y="4683125"/>
          <p14:tracePt t="46128" x="6003925" y="4683125"/>
          <p14:tracePt t="46138" x="6015038" y="4683125"/>
          <p14:tracePt t="46148" x="6026150" y="4683125"/>
          <p14:tracePt t="46158" x="6042025" y="4683125"/>
          <p14:tracePt t="46168" x="6053138" y="4683125"/>
          <p14:tracePt t="46178" x="6070600" y="4683125"/>
          <p14:tracePt t="46188" x="6076950" y="4683125"/>
          <p14:tracePt t="46198" x="6081713" y="4683125"/>
          <p14:tracePt t="46208" x="6088063" y="4676775"/>
          <p14:tracePt t="46218" x="6092825" y="4676775"/>
          <p14:tracePt t="46228" x="6099175" y="4676775"/>
          <p14:tracePt t="46238" x="6110288" y="4672013"/>
          <p14:tracePt t="46248" x="6121400" y="4665663"/>
          <p14:tracePt t="46258" x="6154738" y="4665663"/>
          <p14:tracePt t="46268" x="6194425" y="4654550"/>
          <p14:tracePt t="46278" x="6238875" y="4648200"/>
          <p14:tracePt t="46288" x="6296025" y="4643438"/>
          <p14:tracePt t="46298" x="6357938" y="4643438"/>
          <p14:tracePt t="46308" x="6419850" y="4643438"/>
          <p14:tracePt t="46318" x="6481763" y="4643438"/>
          <p14:tracePt t="46328" x="6537325" y="4643438"/>
          <p14:tracePt t="46338" x="6588125" y="4643438"/>
          <p14:tracePt t="46348" x="6650038" y="4643438"/>
          <p14:tracePt t="46358" x="6716713" y="4643438"/>
          <p14:tracePt t="46368" x="6784975" y="4637088"/>
          <p14:tracePt t="46378" x="6846888" y="4637088"/>
          <p14:tracePt t="46388" x="6902450" y="4637088"/>
          <p14:tracePt t="46398" x="6942138" y="4637088"/>
          <p14:tracePt t="46408" x="6953250" y="4637088"/>
          <p14:tracePt t="46422" x="6959600" y="4637088"/>
          <p14:tracePt t="46470" x="6964363" y="4637088"/>
          <p14:tracePt t="46474" x="6970713" y="4637088"/>
          <p14:tracePt t="46478" x="6975475" y="4637088"/>
          <p14:tracePt t="46488" x="7004050" y="4637088"/>
          <p14:tracePt t="46498" x="7059613" y="4643438"/>
          <p14:tracePt t="46508" x="7132638" y="4654550"/>
          <p14:tracePt t="46518" x="7216775" y="4665663"/>
          <p14:tracePt t="46528" x="7307263" y="4672013"/>
          <p14:tracePt t="46538" x="7402513" y="4676775"/>
          <p14:tracePt t="46548" x="7515225" y="4687888"/>
          <p14:tracePt t="46558" x="7632700" y="4694238"/>
          <p14:tracePt t="46568" x="7734300" y="4705350"/>
          <p14:tracePt t="46578" x="7818438" y="4710113"/>
          <p14:tracePt t="46588" x="7886700" y="4710113"/>
          <p14:tracePt t="46598" x="7926388" y="4716463"/>
          <p14:tracePt t="46608" x="7948613" y="4716463"/>
          <p14:tracePt t="46618" x="7970838" y="4716463"/>
          <p14:tracePt t="46628" x="7986713" y="4716463"/>
          <p14:tracePt t="46638" x="7999413" y="4716463"/>
          <p14:tracePt t="46647" x="8004175" y="4716463"/>
          <p14:tracePt t="46658" x="8010525" y="4716463"/>
          <p14:tracePt t="46674" x="8015288" y="4716463"/>
          <p14:tracePt t="47038" x="8010525" y="4716463"/>
          <p14:tracePt t="47042" x="8004175" y="4716463"/>
          <p14:tracePt t="47048" x="7981950" y="4716463"/>
          <p14:tracePt t="47058" x="7908925" y="4694238"/>
          <p14:tracePt t="47068" x="7802563" y="4683125"/>
          <p14:tracePt t="47078" x="7661275" y="4672013"/>
          <p14:tracePt t="47088" x="7493000" y="4665663"/>
          <p14:tracePt t="47098" x="7313613" y="4665663"/>
          <p14:tracePt t="47108" x="7138988" y="4665663"/>
          <p14:tracePt t="47118" x="6970713" y="4665663"/>
          <p14:tracePt t="47128" x="6818313" y="4665663"/>
          <p14:tracePt t="47138" x="6665913" y="4665663"/>
          <p14:tracePt t="47148" x="6519863" y="4659313"/>
          <p14:tracePt t="47158" x="6346825" y="4654550"/>
          <p14:tracePt t="47168" x="6092825" y="4637088"/>
          <p14:tracePt t="47178" x="5829300" y="4621213"/>
          <p14:tracePt t="47188" x="5570538" y="4610100"/>
          <p14:tracePt t="47198" x="5311775" y="4610100"/>
          <p14:tracePt t="47208" x="5092700" y="4610100"/>
          <p14:tracePt t="47218" x="4918075" y="4614863"/>
          <p14:tracePt t="47228" x="4760913" y="4632325"/>
          <p14:tracePt t="47238" x="4632325" y="4637088"/>
          <p14:tracePt t="47248" x="4530725" y="4637088"/>
          <p14:tracePt t="47258" x="4451350" y="4643438"/>
          <p14:tracePt t="47268" x="4389438" y="4643438"/>
          <p14:tracePt t="47278" x="4344988" y="4648200"/>
          <p14:tracePt t="47288" x="4322763" y="4654550"/>
          <p14:tracePt t="47298" x="4300538" y="4654550"/>
          <p14:tracePt t="47307" x="4289425" y="4654550"/>
          <p14:tracePt t="47317" x="4278313" y="4659313"/>
          <p14:tracePt t="47356" x="4271963" y="4665663"/>
          <p14:tracePt t="47374" x="4265613" y="4665663"/>
          <p14:tracePt t="47384" x="4260850" y="4665663"/>
          <p14:tracePt t="47390" x="4254500" y="4672013"/>
          <p14:tracePt t="47404" x="4249738" y="4672013"/>
          <p14:tracePt t="47452" x="4243388" y="4672013"/>
          <p14:tracePt t="55618" x="4249738" y="4672013"/>
          <p14:tracePt t="55620" x="4249738" y="4659313"/>
          <p14:tracePt t="55627" x="4265613" y="4648200"/>
          <p14:tracePt t="55638" x="4305300" y="4621213"/>
          <p14:tracePt t="55648" x="4351338" y="4603750"/>
          <p14:tracePt t="55648" x="4362450" y="4603750"/>
          <p14:tracePt t="55658" x="4435475" y="4603750"/>
          <p14:tracePt t="55668" x="4552950" y="4625975"/>
          <p14:tracePt t="55678" x="4738688" y="4694238"/>
          <p14:tracePt t="55678" x="4783138" y="4710113"/>
          <p14:tracePt t="55688" x="5008563" y="4794250"/>
          <p14:tracePt t="55698" x="5373688" y="4941888"/>
          <p14:tracePt t="55698" x="5457825" y="4964113"/>
          <p14:tracePt t="55708" x="5918200" y="5132388"/>
          <p14:tracePt t="55718" x="6430963" y="5284788"/>
          <p14:tracePt t="55728" x="6784975" y="5380038"/>
          <p14:tracePt t="55728" x="6862763" y="5391150"/>
          <p14:tracePt t="55738" x="7216775" y="5464175"/>
          <p14:tracePt t="55748" x="7481888" y="5514975"/>
          <p14:tracePt t="55758" x="7632700" y="5541963"/>
          <p14:tracePt t="55758" x="7661275" y="5548313"/>
          <p14:tracePt t="55768" x="7729538" y="5553075"/>
          <p14:tracePt t="55768" x="7745413" y="5559425"/>
          <p14:tracePt t="55778" x="7778750" y="5565775"/>
          <p14:tracePt t="55788" x="7802563" y="5565775"/>
          <p14:tracePt t="55800" x="7807325" y="5565775"/>
          <p14:tracePt t="55808" x="7813675" y="5565775"/>
          <p14:tracePt t="55818" x="7818438" y="5559425"/>
          <p14:tracePt t="55828" x="7835900" y="5526088"/>
          <p14:tracePt t="55838" x="7858125" y="5492750"/>
          <p14:tracePt t="55848" x="7880350" y="5464175"/>
          <p14:tracePt t="55848" x="7886700" y="5453063"/>
          <p14:tracePt t="55858" x="7908925" y="5424488"/>
          <p14:tracePt t="55858" x="7908925" y="5413375"/>
          <p14:tracePt t="55868" x="7931150" y="5373688"/>
          <p14:tracePt t="55868" x="7937500" y="5357813"/>
          <p14:tracePt t="55878" x="7970838" y="5295900"/>
          <p14:tracePt t="55888" x="8026400" y="5216525"/>
          <p14:tracePt t="55898" x="8077200" y="5165725"/>
          <p14:tracePt t="55898" x="8083550" y="5160963"/>
          <p14:tracePt t="55908" x="8128000" y="5126038"/>
          <p14:tracePt t="55908" x="8134350" y="5121275"/>
          <p14:tracePt t="55918" x="8161338" y="5103813"/>
          <p14:tracePt t="55928" x="8178800" y="5087938"/>
          <p14:tracePt t="55938" x="8189913" y="5070475"/>
          <p14:tracePt t="55938" x="8194675" y="5070475"/>
          <p14:tracePt t="55948" x="8201025" y="5059363"/>
          <p14:tracePt t="55976" x="8201025" y="5053013"/>
          <p14:tracePt t="56006" x="8207375" y="5053013"/>
          <p14:tracePt t="56022" x="8207375" y="5048250"/>
          <p14:tracePt t="56028" x="8207375" y="5041900"/>
          <p14:tracePt t="56032" x="8207375" y="5037138"/>
          <p14:tracePt t="56038" x="8212138" y="5030788"/>
          <p14:tracePt t="56038" x="8212138" y="5026025"/>
          <p14:tracePt t="56048" x="8223250" y="4997450"/>
          <p14:tracePt t="56058" x="8229600" y="4968875"/>
          <p14:tracePt t="56058" x="8234363" y="4968875"/>
          <p14:tracePt t="56068" x="8234363" y="4953000"/>
          <p14:tracePt t="56068" x="8240713" y="4941888"/>
          <p14:tracePt t="56078" x="8245475" y="4924425"/>
          <p14:tracePt t="56088" x="8251825" y="4902200"/>
          <p14:tracePt t="56098" x="8256588" y="4891088"/>
          <p14:tracePt t="56108" x="8262938" y="4873625"/>
          <p14:tracePt t="56118" x="8274050" y="4862513"/>
          <p14:tracePt t="56128" x="8280400" y="4856163"/>
          <p14:tracePt t="56138" x="8280400" y="4851400"/>
          <p14:tracePt t="56168" x="8285163" y="4851400"/>
          <p14:tracePt t="58768" x="8285163" y="4845050"/>
          <p14:tracePt t="59096" x="8291513" y="4845050"/>
          <p14:tracePt t="59102" x="8296275" y="4845050"/>
          <p14:tracePt t="59112" x="8302625" y="4845050"/>
          <p14:tracePt t="59120" x="8307388" y="4845050"/>
          <p14:tracePt t="59128" x="8313738" y="4845050"/>
          <p14:tracePt t="59128" x="8318500" y="4840288"/>
          <p14:tracePt t="59138" x="8329613" y="4840288"/>
          <p14:tracePt t="59148" x="8347075" y="4840288"/>
          <p14:tracePt t="59148" x="8353425" y="4840288"/>
          <p14:tracePt t="59158" x="8375650" y="4840288"/>
          <p14:tracePt t="59158" x="8380413" y="4840288"/>
          <p14:tracePt t="59168" x="8397875" y="4845050"/>
          <p14:tracePt t="59168" x="8408988" y="4845050"/>
          <p14:tracePt t="59178" x="8426450" y="4845050"/>
          <p14:tracePt t="59178" x="8426450" y="4851400"/>
          <p14:tracePt t="59188" x="8448675" y="4856163"/>
          <p14:tracePt t="59198" x="8453438" y="4856163"/>
          <p14:tracePt t="59208" x="8464550" y="4862513"/>
          <p14:tracePt t="59218" x="8470900" y="4862513"/>
          <p14:tracePt t="59232" x="8477250" y="4862513"/>
          <p14:tracePt t="59246" x="8482013" y="4862513"/>
          <p14:tracePt t="59252" x="8488363" y="4862513"/>
          <p14:tracePt t="59264" x="8493125" y="4862513"/>
          <p14:tracePt t="59274" x="8499475" y="4862513"/>
          <p14:tracePt t="59282" x="8504238" y="4862513"/>
          <p14:tracePt t="59292" x="8510588" y="4862513"/>
          <p14:tracePt t="59298" x="8515350" y="4856163"/>
          <p14:tracePt t="59308" x="8521700" y="4856163"/>
          <p14:tracePt t="59318" x="8521700" y="4851400"/>
          <p14:tracePt t="59319" x="8521700" y="4845050"/>
          <p14:tracePt t="59328" x="8526463" y="4840288"/>
          <p14:tracePt t="59328" x="8532813" y="4840288"/>
          <p14:tracePt t="59338" x="8537575" y="4833938"/>
          <p14:tracePt t="59348" x="8537575" y="4829175"/>
          <p14:tracePt t="59358" x="8537575" y="4822825"/>
          <p14:tracePt t="59358" x="8543925" y="4822825"/>
          <p14:tracePt t="59424" x="8543925" y="4818063"/>
          <p14:tracePt t="59538" x="8543925" y="4811713"/>
          <p14:tracePt t="59542" x="8543925" y="4806950"/>
          <p14:tracePt t="59548" x="8543925" y="4794250"/>
          <p14:tracePt t="59558" x="8537575" y="4760913"/>
          <p14:tracePt t="59568" x="8532813" y="4727575"/>
          <p14:tracePt t="59578" x="8526463" y="4699000"/>
          <p14:tracePt t="59588" x="8521700" y="4676775"/>
          <p14:tracePt t="59598" x="8521700" y="4654550"/>
          <p14:tracePt t="59608" x="8521700" y="4643438"/>
          <p14:tracePt t="59618" x="8521700" y="4621213"/>
          <p14:tracePt t="59628" x="8532813" y="4603750"/>
          <p14:tracePt t="59638" x="8537575" y="4592638"/>
          <p14:tracePt t="59648" x="8543925" y="4581525"/>
          <p14:tracePt t="59658" x="8550275" y="4575175"/>
          <p14:tracePt t="59668" x="8555038" y="4564063"/>
          <p14:tracePt t="59678" x="8566150" y="4564063"/>
          <p14:tracePt t="59688" x="8577263" y="4559300"/>
          <p14:tracePt t="59698" x="8599488" y="4559300"/>
          <p14:tracePt t="59708" x="8628063" y="4552950"/>
          <p14:tracePt t="59718" x="8661400" y="4548188"/>
          <p14:tracePt t="59728" x="8696325" y="4548188"/>
          <p14:tracePt t="59738" x="8712200" y="4548188"/>
          <p14:tracePt t="59748" x="8723313" y="4548188"/>
          <p14:tracePt t="59758" x="8729663" y="4548188"/>
          <p14:tracePt t="59776" x="8734425" y="4548188"/>
          <p14:tracePt t="59796" x="8740775" y="4548188"/>
          <p14:tracePt t="59808" x="8745538" y="4548188"/>
          <p14:tracePt t="59810" x="8751888" y="4548188"/>
          <p14:tracePt t="59818" x="8763000" y="4552950"/>
          <p14:tracePt t="59828" x="8802688" y="4564063"/>
          <p14:tracePt t="59838" x="8853488" y="4581525"/>
          <p14:tracePt t="59848" x="8886825" y="4586288"/>
          <p14:tracePt t="59858" x="8926513" y="4603750"/>
          <p14:tracePt t="59868" x="8942388" y="4610100"/>
          <p14:tracePt t="59878" x="8966200" y="4614863"/>
          <p14:tracePt t="59888" x="8982075" y="4625975"/>
          <p14:tracePt t="59898" x="9004300" y="4632325"/>
          <p14:tracePt t="59908" x="9032875" y="4643438"/>
          <p14:tracePt t="59918" x="9043988" y="4648200"/>
          <p14:tracePt t="59928" x="9061450" y="4659313"/>
          <p14:tracePt t="59938" x="9066213" y="4665663"/>
          <p14:tracePt t="59948" x="9077325" y="4683125"/>
          <p14:tracePt t="59958" x="9094788" y="4705350"/>
          <p14:tracePt t="59968" x="9112250" y="4738688"/>
          <p14:tracePt t="59978" x="9128125" y="4778375"/>
          <p14:tracePt t="59988" x="9145588" y="4811713"/>
          <p14:tracePt t="59998" x="9156700" y="4833938"/>
          <p14:tracePt t="60008" x="9174163" y="4862513"/>
          <p14:tracePt t="60018" x="9178925" y="4879975"/>
          <p14:tracePt t="60028" x="9185275" y="4895850"/>
          <p14:tracePt t="60038" x="9185275" y="4906963"/>
          <p14:tracePt t="60048" x="9185275" y="4918075"/>
          <p14:tracePt t="60058" x="9185275" y="4929188"/>
          <p14:tracePt t="60068" x="9185275" y="4941888"/>
          <p14:tracePt t="60078" x="9185275" y="4946650"/>
          <p14:tracePt t="60088" x="9185275" y="4957763"/>
          <p14:tracePt t="60098" x="9185275" y="4968875"/>
          <p14:tracePt t="60108" x="9185275" y="4979988"/>
          <p14:tracePt t="60118" x="9185275" y="4997450"/>
          <p14:tracePt t="60128" x="9178925" y="5014913"/>
          <p14:tracePt t="60138" x="9167813" y="5026025"/>
          <p14:tracePt t="60148" x="9163050" y="5037138"/>
          <p14:tracePt t="60158" x="9156700" y="5041900"/>
          <p14:tracePt t="60168" x="9156700" y="5048250"/>
          <p14:tracePt t="60178" x="9150350" y="5048250"/>
          <p14:tracePt t="60194" x="9145588" y="5048250"/>
          <p14:tracePt t="60197" x="9139238" y="5048250"/>
          <p14:tracePt t="60208" x="9128125" y="5048250"/>
          <p14:tracePt t="60218" x="9094788" y="5037138"/>
          <p14:tracePt t="60228" x="9043988" y="5019675"/>
          <p14:tracePt t="60238" x="8993188" y="4997450"/>
          <p14:tracePt t="60248" x="8942388" y="4975225"/>
          <p14:tracePt t="60258" x="8904288" y="4957763"/>
          <p14:tracePt t="60268" x="8869363" y="4941888"/>
          <p14:tracePt t="60278" x="8836025" y="4924425"/>
          <p14:tracePt t="60288" x="8802688" y="4906963"/>
          <p14:tracePt t="60298" x="8774113" y="4891088"/>
          <p14:tracePt t="60308" x="8740775" y="4873625"/>
          <p14:tracePt t="60318" x="8707438" y="4851400"/>
          <p14:tracePt t="60328" x="8672513" y="4833938"/>
          <p14:tracePt t="60338" x="8645525" y="4818063"/>
          <p14:tracePt t="60348" x="8616950" y="4794250"/>
          <p14:tracePt t="60358" x="8599488" y="4783138"/>
          <p14:tracePt t="60368" x="8583613" y="4767263"/>
          <p14:tracePt t="60378" x="8572500" y="4756150"/>
          <p14:tracePt t="60388" x="8572500" y="4749800"/>
          <p14:tracePt t="60398" x="8566150" y="4738688"/>
          <p14:tracePt t="60408" x="8561388" y="4727575"/>
          <p14:tracePt t="60418" x="8561388" y="4710113"/>
          <p14:tracePt t="60428" x="8561388" y="4699000"/>
          <p14:tracePt t="60438" x="8561388" y="4683125"/>
          <p14:tracePt t="60448" x="8561388" y="4665663"/>
          <p14:tracePt t="60458" x="8561388" y="4648200"/>
          <p14:tracePt t="60468" x="8566150" y="4632325"/>
          <p14:tracePt t="60478" x="8572500" y="4614863"/>
          <p14:tracePt t="60488" x="8577263" y="4603750"/>
          <p14:tracePt t="60498" x="8583613" y="4592638"/>
          <p14:tracePt t="60508" x="8588375" y="4586288"/>
          <p14:tracePt t="60518" x="8594725" y="4581525"/>
          <p14:tracePt t="60528" x="8599488" y="4575175"/>
          <p14:tracePt t="60538" x="8612188" y="4570413"/>
          <p14:tracePt t="60548" x="8628063" y="4564063"/>
          <p14:tracePt t="60558" x="8656638" y="4559300"/>
          <p14:tracePt t="60568" x="8696325" y="4548188"/>
          <p14:tracePt t="60578" x="8723313" y="4537075"/>
          <p14:tracePt t="60588" x="8745538" y="4524375"/>
          <p14:tracePt t="60598" x="8763000" y="4519613"/>
          <p14:tracePt t="60608" x="8769350" y="4513263"/>
          <p14:tracePt t="60618" x="8780463" y="4508500"/>
          <p14:tracePt t="60628" x="8791575" y="4508500"/>
          <p14:tracePt t="60638" x="8820150" y="4502150"/>
          <p14:tracePt t="60648" x="8847138" y="4497388"/>
          <p14:tracePt t="60658" x="8886825" y="4491038"/>
          <p14:tracePt t="60668" x="8920163" y="4491038"/>
          <p14:tracePt t="60678" x="8953500" y="4491038"/>
          <p14:tracePt t="60688" x="8966200" y="4491038"/>
          <p14:tracePt t="60704" x="8970963" y="4491038"/>
          <p14:tracePt t="60734" x="8977313" y="4491038"/>
          <p14:tracePt t="60738" x="8982075" y="4491038"/>
          <p14:tracePt t="60754" x="8988425" y="4491038"/>
          <p14:tracePt t="60762" x="8993188" y="4491038"/>
          <p14:tracePt t="60770" x="8999538" y="4491038"/>
          <p14:tracePt t="60776" x="9004300" y="4491038"/>
          <p14:tracePt t="60778" x="9004300" y="4497388"/>
          <p14:tracePt t="60788" x="9010650" y="4502150"/>
          <p14:tracePt t="60798" x="9015413" y="4513263"/>
          <p14:tracePt t="60808" x="9028113" y="4524375"/>
          <p14:tracePt t="60818" x="9039225" y="4537075"/>
          <p14:tracePt t="60828" x="9050338" y="4564063"/>
          <p14:tracePt t="60838" x="9072563" y="4603750"/>
          <p14:tracePt t="60848" x="9083675" y="4637088"/>
          <p14:tracePt t="60858" x="9105900" y="4683125"/>
          <p14:tracePt t="60868" x="9134475" y="4721225"/>
          <p14:tracePt t="60878" x="9150350" y="4767263"/>
          <p14:tracePt t="60888" x="9167813" y="4800600"/>
          <p14:tracePt t="60898" x="9174163" y="4818063"/>
          <p14:tracePt t="60908" x="9178925" y="4822825"/>
          <p14:tracePt t="60918" x="9185275" y="4829175"/>
          <p14:tracePt t="60932" x="9185275" y="4833938"/>
          <p14:tracePt t="60946" x="9185275" y="4840288"/>
          <p14:tracePt t="60956" x="9190038" y="4845050"/>
          <p14:tracePt t="60960" x="9190038" y="4851400"/>
          <p14:tracePt t="60968" x="9190038" y="4856163"/>
          <p14:tracePt t="60978" x="9190038" y="4862513"/>
          <p14:tracePt t="60988" x="9196388" y="4867275"/>
          <p14:tracePt t="60998" x="9196388" y="4879975"/>
          <p14:tracePt t="61008" x="9196388" y="4884738"/>
          <p14:tracePt t="61020" x="9196388" y="4891088"/>
          <p14:tracePt t="61036" x="9201150" y="4891088"/>
          <p14:tracePt t="61042" x="9201150" y="4895850"/>
          <p14:tracePt t="62658" x="9201150" y="4902200"/>
          <p14:tracePt t="62660" x="9196388" y="4902200"/>
          <p14:tracePt t="62668" x="9185275" y="4918075"/>
          <p14:tracePt t="62678" x="9150350" y="5002213"/>
          <p14:tracePt t="62688" x="9112250" y="5070475"/>
          <p14:tracePt t="62698" x="9088438" y="5126038"/>
          <p14:tracePt t="62698" x="9077325" y="5137150"/>
          <p14:tracePt t="62708" x="9055100" y="5187950"/>
          <p14:tracePt t="62708" x="9050338" y="5194300"/>
          <p14:tracePt t="62718" x="9015413" y="5256213"/>
          <p14:tracePt t="62728" x="8977313" y="5300663"/>
          <p14:tracePt t="62738" x="8948738" y="5329238"/>
          <p14:tracePt t="62748" x="8926513" y="5351463"/>
          <p14:tracePt t="62748" x="8920163" y="5351463"/>
          <p14:tracePt t="62758" x="8909050" y="5357813"/>
          <p14:tracePt t="62758" x="8909050" y="5362575"/>
          <p14:tracePt t="62772" x="8904288" y="5362575"/>
          <p14:tracePt t="62798" x="8904288" y="5368925"/>
          <p14:tracePt t="62832" x="8904288" y="5373688"/>
          <p14:tracePt t="62834" x="8897938" y="5373688"/>
          <p14:tracePt t="62846" x="8897938" y="5380038"/>
          <p14:tracePt t="62858" x="8897938" y="5384800"/>
          <p14:tracePt t="62862" x="8893175" y="5384800"/>
          <p14:tracePt t="62874" x="8893175" y="5391150"/>
          <p14:tracePt t="62888" x="8886825" y="5391150"/>
          <p14:tracePt t="62898" x="8886825" y="5395913"/>
          <p14:tracePt t="62980" x="8886825" y="5391150"/>
          <p14:tracePt t="62984" x="8880475" y="5391150"/>
          <p14:tracePt t="62988" x="8880475" y="5384800"/>
          <p14:tracePt t="62998" x="8869363" y="5373688"/>
          <p14:tracePt t="63008" x="8858250" y="5362575"/>
          <p14:tracePt t="63018" x="8842375" y="5357813"/>
          <p14:tracePt t="63018" x="8836025" y="5351463"/>
          <p14:tracePt t="63028" x="8820150" y="5340350"/>
          <p14:tracePt t="63028" x="8813800" y="5334000"/>
          <p14:tracePt t="63038" x="8785225" y="5322888"/>
          <p14:tracePt t="63048" x="8751888" y="5300663"/>
          <p14:tracePt t="63058" x="8718550" y="5284788"/>
          <p14:tracePt t="63058" x="8707438" y="5278438"/>
          <p14:tracePt t="63068" x="8672513" y="5256213"/>
          <p14:tracePt t="63078" x="8639175" y="5238750"/>
          <p14:tracePt t="63078" x="8634413" y="5238750"/>
          <p14:tracePt t="63088" x="8599488" y="5222875"/>
          <p14:tracePt t="63088" x="8594725" y="5222875"/>
          <p14:tracePt t="63098" x="8566150" y="5205413"/>
          <p14:tracePt t="63098" x="8555038" y="5205413"/>
          <p14:tracePt t="63108" x="8532813" y="5194300"/>
          <p14:tracePt t="63118" x="8510588" y="5176838"/>
          <p14:tracePt t="63118" x="8504238" y="5176838"/>
          <p14:tracePt t="63128" x="8493125" y="5172075"/>
          <p14:tracePt t="63142" x="8493125" y="5165725"/>
          <p14:tracePt t="63148" x="8488363" y="5165725"/>
          <p14:tracePt t="63338" x="8493125" y="5165725"/>
          <p14:tracePt t="63342" x="8499475" y="5165725"/>
          <p14:tracePt t="63348" x="8504238" y="5165725"/>
          <p14:tracePt t="63358" x="8532813" y="5165725"/>
          <p14:tracePt t="63368" x="8566150" y="5165725"/>
          <p14:tracePt t="63368" x="8572500" y="5160963"/>
          <p14:tracePt t="63378" x="8599488" y="5160963"/>
          <p14:tracePt t="63378" x="8612188" y="5160963"/>
          <p14:tracePt t="63388" x="8639175" y="5160963"/>
          <p14:tracePt t="63388" x="8645525" y="5160963"/>
          <p14:tracePt t="63398" x="8678863" y="5160963"/>
          <p14:tracePt t="63398" x="8689975" y="5160963"/>
          <p14:tracePt t="63408" x="8718550" y="5154613"/>
          <p14:tracePt t="63408" x="8729663" y="5154613"/>
          <p14:tracePt t="63418" x="8758238" y="5154613"/>
          <p14:tracePt t="63418" x="8769350" y="5154613"/>
          <p14:tracePt t="63428" x="8813800" y="5154613"/>
          <p14:tracePt t="63438" x="8875713" y="5154613"/>
          <p14:tracePt t="63448" x="8942388" y="5165725"/>
          <p14:tracePt t="63458" x="9004300" y="5176838"/>
          <p14:tracePt t="63458" x="9015413" y="5176838"/>
          <p14:tracePt t="63468" x="9066213" y="5187950"/>
          <p14:tracePt t="63468" x="9077325" y="5194300"/>
          <p14:tracePt t="63478" x="9112250" y="5199063"/>
          <p14:tracePt t="63478" x="9117013" y="5205413"/>
          <p14:tracePt t="63488" x="9128125" y="5205413"/>
          <p14:tracePt t="63516" x="9128125" y="5210175"/>
          <p14:tracePt t="63530" x="9134475" y="5210175"/>
          <p14:tracePt t="63552" x="9134475" y="5216525"/>
          <p14:tracePt t="63604" x="9128125" y="5210175"/>
          <p14:tracePt t="63610" x="9123363" y="5210175"/>
          <p14:tracePt t="63612" x="9123363" y="5205413"/>
          <p14:tracePt t="63617" x="9112250" y="5205413"/>
          <p14:tracePt t="63628" x="9083675" y="5183188"/>
          <p14:tracePt t="63628" x="9077325" y="5176838"/>
          <p14:tracePt t="63638" x="9061450" y="5165725"/>
          <p14:tracePt t="63638" x="9055100" y="5165725"/>
          <p14:tracePt t="63648" x="9050338" y="5154613"/>
          <p14:tracePt t="63658" x="9039225" y="5149850"/>
          <p14:tracePt t="63667" x="9032875" y="5143500"/>
          <p14:tracePt t="63678" x="9028113" y="5137150"/>
          <p14:tracePt t="63688" x="9015413" y="5132388"/>
          <p14:tracePt t="63698" x="8988425" y="5121275"/>
          <p14:tracePt t="63708" x="8953500" y="5114925"/>
          <p14:tracePt t="63708" x="8948738" y="5110163"/>
          <p14:tracePt t="63718" x="8915400" y="5103813"/>
          <p14:tracePt t="63728" x="8864600" y="5099050"/>
          <p14:tracePt t="63728" x="8853488" y="5099050"/>
          <p14:tracePt t="63738" x="8824913" y="5099050"/>
          <p14:tracePt t="63748" x="8791575" y="5099050"/>
          <p14:tracePt t="63758" x="8774113" y="5099050"/>
          <p14:tracePt t="63768" x="8769350" y="5103813"/>
          <p14:tracePt t="63768" x="8763000" y="5103813"/>
          <p14:tracePt t="63778" x="8758238" y="5110163"/>
          <p14:tracePt t="63778" x="8758238" y="5114925"/>
          <p14:tracePt t="63788" x="8751888" y="5121275"/>
          <p14:tracePt t="63788" x="8745538" y="5121275"/>
          <p14:tracePt t="63798" x="8740775" y="5132388"/>
          <p14:tracePt t="63808" x="8729663" y="5143500"/>
          <p14:tracePt t="63818" x="8723313" y="5149850"/>
          <p14:tracePt t="63828" x="8723313" y="5154613"/>
          <p14:tracePt t="63838" x="8718550" y="5160963"/>
          <p14:tracePt t="63848" x="8718550" y="5165725"/>
          <p14:tracePt t="63860" x="8718550" y="5172075"/>
          <p14:tracePt t="63868" x="8718550" y="5176838"/>
          <p14:tracePt t="63878" x="8718550" y="5183188"/>
          <p14:tracePt t="63890" x="8718550" y="5187950"/>
          <p14:tracePt t="63902" x="8718550" y="5194300"/>
          <p14:tracePt t="63908" x="8723313" y="5194300"/>
          <p14:tracePt t="63918" x="8729663" y="5205413"/>
          <p14:tracePt t="63918" x="8734425" y="5205413"/>
          <p14:tracePt t="63928" x="8740775" y="5205413"/>
          <p14:tracePt t="63938" x="8745538" y="5210175"/>
          <p14:tracePt t="63948" x="8751888" y="5210175"/>
          <p14:tracePt t="63958" x="8758238" y="5210175"/>
          <p14:tracePt t="63970" x="8763000" y="5210175"/>
          <p14:tracePt t="63988" x="8769350" y="5210175"/>
          <p14:tracePt t="63996" x="8774113" y="5205413"/>
          <p14:tracePt t="63998" x="8780463" y="5205413"/>
          <p14:tracePt t="64008" x="8785225" y="5194300"/>
          <p14:tracePt t="64018" x="8807450" y="5176838"/>
          <p14:tracePt t="64028" x="8820150" y="5172075"/>
          <p14:tracePt t="64028" x="8824913" y="5165725"/>
          <p14:tracePt t="64038" x="8836025" y="5154613"/>
          <p14:tracePt t="64038" x="8842375" y="5149850"/>
          <p14:tracePt t="64048" x="8847138" y="5143500"/>
          <p14:tracePt t="64058" x="8853488" y="5132388"/>
          <p14:tracePt t="64078" x="8853488" y="5126038"/>
          <p14:tracePt t="64100" x="8858250" y="5126038"/>
          <p14:tracePt t="64116" x="8864600" y="5126038"/>
          <p14:tracePt t="64124" x="8869363" y="5126038"/>
          <p14:tracePt t="64128" x="8875713" y="5126038"/>
          <p14:tracePt t="64132" x="8880475" y="5126038"/>
          <p14:tracePt t="64138" x="8893175" y="5126038"/>
          <p14:tracePt t="64148" x="8915400" y="5126038"/>
          <p14:tracePt t="64148" x="8920163" y="5126038"/>
          <p14:tracePt t="64158" x="8942388" y="5126038"/>
          <p14:tracePt t="64158" x="8948738" y="5126038"/>
          <p14:tracePt t="64168" x="8966200" y="5126038"/>
          <p14:tracePt t="64178" x="8977313" y="5126038"/>
          <p14:tracePt t="64188" x="8982075" y="5126038"/>
          <p14:tracePt t="64198" x="8988425" y="5126038"/>
          <p14:tracePt t="64208" x="8999538" y="5126038"/>
          <p14:tracePt t="64218" x="9015413" y="5137150"/>
          <p14:tracePt t="64218" x="9021763" y="5137150"/>
          <p14:tracePt t="64228" x="9043988" y="5143500"/>
          <p14:tracePt t="64238" x="9072563" y="5154613"/>
          <p14:tracePt t="64248" x="9094788" y="5160963"/>
          <p14:tracePt t="64248" x="9101138" y="5160963"/>
          <p14:tracePt t="64258" x="9105900" y="5160963"/>
          <p14:tracePt t="64258" x="9112250" y="5160963"/>
          <p14:tracePt t="64268" x="9117013" y="5165725"/>
          <p14:tracePt t="64278" x="9123363" y="5165725"/>
          <p14:tracePt t="64288" x="9128125" y="5165725"/>
          <p14:tracePt t="64298" x="9128125" y="5172075"/>
          <p14:tracePt t="64308" x="9145588" y="5176838"/>
          <p14:tracePt t="64318" x="9163050" y="5194300"/>
          <p14:tracePt t="64318" x="9167813" y="5199063"/>
          <p14:tracePt t="64328" x="9185275" y="5216525"/>
          <p14:tracePt t="64328" x="9190038" y="5222875"/>
          <p14:tracePt t="64338" x="9207500" y="5245100"/>
          <p14:tracePt t="64338" x="9207500" y="5249863"/>
          <p14:tracePt t="64348" x="9223375" y="5272088"/>
          <p14:tracePt t="64358" x="9229725" y="5295900"/>
          <p14:tracePt t="64358" x="9229725" y="5300663"/>
          <p14:tracePt t="64368" x="9236075" y="5318125"/>
          <p14:tracePt t="64368" x="9236075" y="5322888"/>
          <p14:tracePt t="64378" x="9236075" y="5345113"/>
          <p14:tracePt t="64378" x="9236075" y="5351463"/>
          <p14:tracePt t="64388" x="9236075" y="5380038"/>
          <p14:tracePt t="64398" x="9236075" y="5407025"/>
          <p14:tracePt t="64408" x="9236075" y="5435600"/>
          <p14:tracePt t="64408" x="9236075" y="5441950"/>
          <p14:tracePt t="64418" x="9236075" y="5464175"/>
          <p14:tracePt t="64418" x="9236075" y="5468938"/>
          <p14:tracePt t="64428" x="9229725" y="5486400"/>
          <p14:tracePt t="64428" x="9229725" y="5492750"/>
          <p14:tracePt t="64438" x="9223375" y="5503863"/>
          <p14:tracePt t="64438" x="9223375" y="5508625"/>
          <p14:tracePt t="64448" x="9212263" y="5508625"/>
          <p14:tracePt t="64458" x="9207500" y="5519738"/>
          <p14:tracePt t="64468" x="9201150" y="5519738"/>
          <p14:tracePt t="64482" x="9196388" y="5519738"/>
          <p14:tracePt t="64488" x="9190038" y="5519738"/>
          <p14:tracePt t="64498" x="9174163" y="5519738"/>
          <p14:tracePt t="64498" x="9167813" y="5514975"/>
          <p14:tracePt t="64508" x="9145588" y="5503863"/>
          <p14:tracePt t="64508" x="9134475" y="5497513"/>
          <p14:tracePt t="64518" x="9101138" y="5480050"/>
          <p14:tracePt t="64518" x="9083675" y="5475288"/>
          <p14:tracePt t="64528" x="9021763" y="5435600"/>
          <p14:tracePt t="64528" x="9004300" y="5424488"/>
          <p14:tracePt t="64538" x="8904288" y="5373688"/>
          <p14:tracePt t="64538" x="8880475" y="5357813"/>
          <p14:tracePt t="64548" x="8774113" y="5295900"/>
          <p14:tracePt t="64548" x="8745538" y="5278438"/>
          <p14:tracePt t="64558" x="8656638" y="5222875"/>
          <p14:tracePt t="64568" x="8583613" y="5172075"/>
          <p14:tracePt t="64578" x="8543925" y="5137150"/>
          <p14:tracePt t="64578" x="8537575" y="5132388"/>
          <p14:tracePt t="64588" x="8532813" y="5126038"/>
          <p14:tracePt t="64598" x="8526463" y="5121275"/>
          <p14:tracePt t="64608" x="8526463" y="5114925"/>
          <p14:tracePt t="64622" x="8521700" y="5110163"/>
          <p14:tracePt t="64660" x="8521700" y="5103813"/>
          <p14:tracePt t="64662" x="8526463" y="5103813"/>
          <p14:tracePt t="64668" x="8532813" y="5103813"/>
          <p14:tracePt t="64678" x="8572500" y="5092700"/>
          <p14:tracePt t="64688" x="8599488" y="5087938"/>
          <p14:tracePt t="64688" x="8605838" y="5087938"/>
          <p14:tracePt t="64698" x="8639175" y="5081588"/>
          <p14:tracePt t="64698" x="8645525" y="5081588"/>
          <p14:tracePt t="64708" x="8667750" y="5081588"/>
          <p14:tracePt t="64708" x="8672513" y="5076825"/>
          <p14:tracePt t="64718" x="8689975" y="5070475"/>
          <p14:tracePt t="64728" x="8707438" y="5070475"/>
          <p14:tracePt t="64728" x="8712200" y="5070475"/>
          <p14:tracePt t="64738" x="8729663" y="5064125"/>
          <p14:tracePt t="64748" x="8745538" y="5059363"/>
          <p14:tracePt t="64758" x="8763000" y="5048250"/>
          <p14:tracePt t="64768" x="8774113" y="5037138"/>
          <p14:tracePt t="64778" x="8774113" y="5026025"/>
          <p14:tracePt t="64778" x="8780463" y="5026025"/>
          <p14:tracePt t="64788" x="8785225" y="5019675"/>
          <p14:tracePt t="64798" x="8791575" y="5014913"/>
          <p14:tracePt t="64808" x="8791575" y="5008563"/>
          <p14:tracePt t="64818" x="8796338" y="5008563"/>
          <p14:tracePt t="64828" x="8796338" y="5002213"/>
          <p14:tracePt t="64838" x="8802688" y="5002213"/>
          <p14:tracePt t="64850" x="8807450" y="5002213"/>
          <p14:tracePt t="64862" x="8813800" y="5002213"/>
          <p14:tracePt t="64868" x="8820150" y="5002213"/>
          <p14:tracePt t="64878" x="8842375" y="5008563"/>
          <p14:tracePt t="64878" x="8853488" y="5014913"/>
          <p14:tracePt t="64888" x="8904288" y="5041900"/>
          <p14:tracePt t="64888" x="8920163" y="5048250"/>
          <p14:tracePt t="64898" x="8982075" y="5081588"/>
          <p14:tracePt t="64908" x="9077325" y="5137150"/>
          <p14:tracePt t="64908" x="9094788" y="5143500"/>
          <p14:tracePt t="64918" x="9163050" y="5194300"/>
          <p14:tracePt t="64928" x="9240838" y="5249863"/>
          <p14:tracePt t="64938" x="9291638" y="5289550"/>
          <p14:tracePt t="64938" x="9309100" y="5307013"/>
          <p14:tracePt t="64948" x="9353550" y="5340350"/>
          <p14:tracePt t="64948" x="9358313" y="5351463"/>
          <p14:tracePt t="64958" x="9404350" y="5384800"/>
          <p14:tracePt t="64958" x="9415463" y="5391150"/>
          <p14:tracePt t="64968" x="9448800" y="5419725"/>
          <p14:tracePt t="64968" x="9455150" y="5430838"/>
          <p14:tracePt t="64978" x="9466263" y="5441950"/>
          <p14:tracePt t="64978" x="9471025" y="5441950"/>
          <p14:tracePt t="64988" x="9477375" y="5453063"/>
          <p14:tracePt t="65004" x="9477375" y="5457825"/>
          <p14:tracePt t="65018" x="9477375" y="5464175"/>
          <p14:tracePt t="65034" x="9477375" y="5468938"/>
          <p14:tracePt t="65044" x="9477375" y="5475288"/>
          <p14:tracePt t="65082" x="9471025" y="5475288"/>
          <p14:tracePt t="65094" x="9466263" y="5475288"/>
          <p14:tracePt t="65100" x="9459913" y="5475288"/>
          <p14:tracePt t="65106" x="9455150" y="5475288"/>
          <p14:tracePt t="65110" x="9448800" y="5475288"/>
          <p14:tracePt t="65118" x="9444038" y="5475288"/>
          <p14:tracePt t="65118" x="9437688" y="5475288"/>
          <p14:tracePt t="65128" x="9415463" y="5475288"/>
          <p14:tracePt t="65128" x="9409113" y="5475288"/>
          <p14:tracePt t="65138" x="9375775" y="5475288"/>
          <p14:tracePt t="65148" x="9347200" y="5475288"/>
          <p14:tracePt t="65148" x="9342438" y="5475288"/>
          <p14:tracePt t="65158" x="9313863" y="5475288"/>
          <p14:tracePt t="65158" x="9309100" y="5475288"/>
          <p14:tracePt t="65168" x="9280525" y="5480050"/>
          <p14:tracePt t="65168" x="9269413" y="5480050"/>
          <p14:tracePt t="65178" x="9229725" y="5486400"/>
          <p14:tracePt t="65188" x="9201150" y="5497513"/>
          <p14:tracePt t="65188" x="9190038" y="5497513"/>
          <p14:tracePt t="65198" x="9174163" y="5508625"/>
          <p14:tracePt t="65198" x="9167813" y="5508625"/>
          <p14:tracePt t="65208" x="9150350" y="5519738"/>
          <p14:tracePt t="65208" x="9145588" y="5519738"/>
          <p14:tracePt t="65218" x="9134475" y="5530850"/>
          <p14:tracePt t="65218" x="9128125" y="5537200"/>
          <p14:tracePt t="65228" x="9117013" y="5548313"/>
          <p14:tracePt t="65228" x="9112250" y="5553075"/>
          <p14:tracePt t="65238" x="9101138" y="5570538"/>
          <p14:tracePt t="65238" x="9101138" y="5576888"/>
          <p14:tracePt t="65248" x="9088438" y="5592763"/>
          <p14:tracePt t="65248" x="9083675" y="5599113"/>
          <p14:tracePt t="65258" x="9072563" y="5621338"/>
          <p14:tracePt t="65258" x="9066213" y="5627688"/>
          <p14:tracePt t="65268" x="9061450" y="5643563"/>
          <p14:tracePt t="65268" x="9061450" y="5649913"/>
          <p14:tracePt t="65278" x="9061450" y="5665788"/>
          <p14:tracePt t="65278" x="9061450" y="5672138"/>
          <p14:tracePt t="65288" x="9061450" y="5683250"/>
          <p14:tracePt t="65298" x="9061450" y="5694363"/>
          <p14:tracePt t="65308" x="9061450" y="5700713"/>
          <p14:tracePt t="65308" x="9061450" y="5705475"/>
          <p14:tracePt t="65324" x="9061450" y="5711825"/>
          <p14:tracePt t="65350" x="9061450" y="5716588"/>
          <p14:tracePt t="65530" x="9061450" y="5711825"/>
          <p14:tracePt t="65536" x="9055100" y="5711825"/>
          <p14:tracePt t="65540" x="9055100" y="5705475"/>
          <p14:tracePt t="65548" x="9050338" y="5700713"/>
          <p14:tracePt t="65558" x="9039225" y="5672138"/>
          <p14:tracePt t="65568" x="9021763" y="5621338"/>
          <p14:tracePt t="65578" x="9004300" y="5570538"/>
          <p14:tracePt t="65588" x="8988425" y="5514975"/>
          <p14:tracePt t="65598" x="8953500" y="5419725"/>
          <p14:tracePt t="65598" x="8942388" y="5395913"/>
          <p14:tracePt t="65608" x="8915400" y="5295900"/>
          <p14:tracePt t="65618" x="8897938" y="5194300"/>
          <p14:tracePt t="65628" x="8886825" y="5126038"/>
          <p14:tracePt t="65628" x="8886825" y="5110163"/>
          <p14:tracePt t="65638" x="8875713" y="5048250"/>
          <p14:tracePt t="65648" x="8869363" y="4979988"/>
          <p14:tracePt t="65648" x="8869363" y="4968875"/>
          <p14:tracePt t="65658" x="8869363" y="4913313"/>
          <p14:tracePt t="65658" x="8869363" y="4895850"/>
          <p14:tracePt t="65668" x="8869363" y="4845050"/>
          <p14:tracePt t="65668" x="8869363" y="4833938"/>
          <p14:tracePt t="65678" x="8869363" y="4789488"/>
          <p14:tracePt t="65678" x="8869363" y="4778375"/>
          <p14:tracePt t="65688" x="8869363" y="4745038"/>
          <p14:tracePt t="65688" x="8869363" y="4733925"/>
          <p14:tracePt t="65698" x="8869363" y="4705350"/>
          <p14:tracePt t="65708" x="8869363" y="4676775"/>
          <p14:tracePt t="65718" x="8869363" y="4672013"/>
          <p14:tracePt t="65728" x="8869363" y="4665663"/>
          <p14:tracePt t="65766" x="8869363" y="4659313"/>
          <p14:tracePt t="65814" x="8864600" y="4659313"/>
          <p14:tracePt t="65816" x="8858250" y="4665663"/>
          <p14:tracePt t="65818" x="8853488" y="4665663"/>
          <p14:tracePt t="65828" x="8796338" y="4687888"/>
          <p14:tracePt t="65828" x="8774113" y="4699000"/>
          <p14:tracePt t="65838" x="8645525" y="4716463"/>
          <p14:tracePt t="65848" x="8459788" y="4716463"/>
          <p14:tracePt t="65858" x="8307388" y="4710113"/>
          <p14:tracePt t="65858" x="8280400" y="4705350"/>
          <p14:tracePt t="65868" x="8128000" y="4687888"/>
          <p14:tracePt t="65878" x="8048625" y="4672013"/>
          <p14:tracePt t="65878" x="8037513" y="4672013"/>
          <p14:tracePt t="65888" x="7999413" y="4654550"/>
          <p14:tracePt t="65898" x="7993063" y="4654550"/>
          <p14:tracePt t="65936" x="7993063" y="4648200"/>
          <p14:tracePt t="67240" x="7993063" y="4643438"/>
          <p14:tracePt t="67242" x="7986713" y="4632325"/>
          <p14:tracePt t="67247" x="7970838" y="4575175"/>
          <p14:tracePt t="67258" x="7869238" y="4278313"/>
          <p14:tracePt t="67268" x="7802563" y="4125913"/>
          <p14:tracePt t="67268" x="7785100" y="4097338"/>
          <p14:tracePt t="67278" x="7734300" y="4024313"/>
          <p14:tracePt t="67288" x="7705725" y="3997325"/>
          <p14:tracePt t="67288" x="7694613" y="3986213"/>
          <p14:tracePt t="67298" x="7689850" y="3979863"/>
          <p14:tracePt t="67314" x="7689850" y="3973513"/>
          <p14:tracePt t="67358" x="7683500" y="3973513"/>
          <p14:tracePt t="67482" x="7672388" y="3973513"/>
          <p14:tracePt t="67486" x="7667625" y="3973513"/>
          <p14:tracePt t="67488" x="7650163" y="3973513"/>
          <p14:tracePt t="67498" x="7610475" y="3986213"/>
          <p14:tracePt t="67508" x="7526338" y="4008438"/>
          <p14:tracePt t="67518" x="7481888" y="4019550"/>
          <p14:tracePt t="67528" x="7408863" y="4041775"/>
          <p14:tracePt t="67538" x="7369175" y="4048125"/>
          <p14:tracePt t="67538" x="7351713" y="4052888"/>
          <p14:tracePt t="67548" x="7318375" y="4064000"/>
          <p14:tracePt t="67548" x="7307263" y="4064000"/>
          <p14:tracePt t="67558" x="7278688" y="4064000"/>
          <p14:tracePt t="67568" x="7251700" y="4070350"/>
          <p14:tracePt t="67578" x="7245350" y="4070350"/>
          <p14:tracePt t="67598" x="7240588" y="4070350"/>
          <p14:tracePt t="69088" x="7234238" y="4070350"/>
          <p14:tracePt t="69100" x="7227888" y="4070350"/>
          <p14:tracePt t="69110" x="7223125" y="4070350"/>
          <p14:tracePt t="69114" x="7223125" y="4075113"/>
          <p14:tracePt t="69120" x="7216775" y="4075113"/>
          <p14:tracePt t="69128" x="7212013" y="4081463"/>
          <p14:tracePt t="69138" x="7205663" y="4081463"/>
          <p14:tracePt t="69148" x="7200900" y="4086225"/>
          <p14:tracePt t="69148" x="7194550" y="4086225"/>
          <p14:tracePt t="69158" x="7178675" y="4103688"/>
          <p14:tracePt t="69158" x="7172325" y="4103688"/>
          <p14:tracePt t="69168" x="7138988" y="4125913"/>
          <p14:tracePt t="69168" x="7132638" y="4132263"/>
          <p14:tracePt t="69178" x="7065963" y="4165600"/>
          <p14:tracePt t="69178" x="7048500" y="4170363"/>
          <p14:tracePt t="69188" x="6964363" y="4210050"/>
          <p14:tracePt t="69188" x="6946900" y="4221163"/>
          <p14:tracePt t="69198" x="6835775" y="4271963"/>
          <p14:tracePt t="69198" x="6800850" y="4289425"/>
          <p14:tracePt t="69208" x="6643688" y="4362450"/>
          <p14:tracePt t="69218" x="6497638" y="4429125"/>
          <p14:tracePt t="69218" x="6464300" y="4446588"/>
          <p14:tracePt t="69228" x="6289675" y="4519613"/>
          <p14:tracePt t="69228" x="6249988" y="4537075"/>
          <p14:tracePt t="69238" x="6081713" y="4614863"/>
          <p14:tracePt t="69238" x="6042025" y="4632325"/>
          <p14:tracePt t="69248" x="5857875" y="4705350"/>
          <p14:tracePt t="69248" x="5795963" y="4733925"/>
          <p14:tracePt t="69258" x="5592763" y="4829175"/>
          <p14:tracePt t="69258" x="5537200" y="4845050"/>
          <p14:tracePt t="69268" x="5227638" y="4979988"/>
          <p14:tracePt t="69278" x="4946650" y="5103813"/>
          <p14:tracePt t="69278" x="4884738" y="5137150"/>
          <p14:tracePt t="69288" x="4564063" y="5278438"/>
          <p14:tracePt t="69288" x="4497388" y="5307013"/>
          <p14:tracePt t="69298" x="4216400" y="5435600"/>
          <p14:tracePt t="69298" x="4137025" y="5475288"/>
          <p14:tracePt t="69308" x="3884613" y="5576888"/>
          <p14:tracePt t="69308" x="3833813" y="5592763"/>
          <p14:tracePt t="69318" x="3603625" y="5683250"/>
          <p14:tracePt t="69328" x="3506788" y="5716588"/>
          <p14:tracePt t="69328" x="3502025" y="5722938"/>
          <p14:tracePt t="69338" x="3479800" y="5727700"/>
          <p14:tracePt t="69348" x="3473450" y="5727700"/>
          <p14:tracePt t="69360" x="3473450" y="5734050"/>
          <p14:tracePt t="69368" x="3468688" y="5734050"/>
          <p14:tracePt t="69388" x="3468688" y="5727700"/>
          <p14:tracePt t="69392" x="3468688" y="5722938"/>
          <p14:tracePt t="69398" x="3468688" y="5716588"/>
          <p14:tracePt t="69408" x="3468688" y="5683250"/>
          <p14:tracePt t="69408" x="3468688" y="5672138"/>
          <p14:tracePt t="69418" x="3468688" y="5638800"/>
          <p14:tracePt t="69418" x="3468688" y="5632450"/>
          <p14:tracePt t="69428" x="3468688" y="5592763"/>
          <p14:tracePt t="69428" x="3468688" y="5588000"/>
          <p14:tracePt t="69438" x="3462338" y="5559425"/>
          <p14:tracePt t="69438" x="3462338" y="5548313"/>
          <p14:tracePt t="69448" x="3451225" y="5519738"/>
          <p14:tracePt t="69448" x="3446463" y="5514975"/>
          <p14:tracePt t="69458" x="3446463" y="5486400"/>
          <p14:tracePt t="69468" x="3440113" y="5464175"/>
          <p14:tracePt t="69478" x="3433763" y="5453063"/>
          <p14:tracePt t="69488" x="3429000" y="5446713"/>
          <p14:tracePt t="69654" x="3422650" y="5446713"/>
          <p14:tracePt t="69664" x="3417888" y="5446713"/>
          <p14:tracePt t="69676" x="3411538" y="5453063"/>
          <p14:tracePt t="69680" x="3406775" y="5453063"/>
          <p14:tracePt t="69684" x="3406775" y="5457825"/>
          <p14:tracePt t="69694" x="3400425" y="5457825"/>
          <p14:tracePt t="70800" x="3395663" y="5457825"/>
          <p14:tracePt t="70808" x="3395663" y="5464175"/>
          <p14:tracePt t="70814" x="3389313" y="5464175"/>
          <p14:tracePt t="70820" x="3384550" y="5464175"/>
          <p14:tracePt t="70834" x="3378200" y="5464175"/>
          <p14:tracePt t="70842" x="3378200" y="5468938"/>
          <p14:tracePt t="70848" x="3371850" y="5468938"/>
          <p14:tracePt t="70860" x="3367088" y="5468938"/>
          <p14:tracePt t="70868" x="3360738" y="5468938"/>
          <p14:tracePt t="70880" x="3355975" y="5468938"/>
          <p14:tracePt t="70890" x="3349625" y="5468938"/>
          <p14:tracePt t="70900" x="3344863" y="5468938"/>
          <p14:tracePt t="70908" x="3338513" y="5468938"/>
          <p14:tracePt t="70918" x="3333750" y="5468938"/>
          <p14:tracePt t="70928" x="3327400" y="5468938"/>
          <p14:tracePt t="70942" x="3322638" y="5468938"/>
          <p14:tracePt t="70988" x="3316288" y="5468938"/>
          <p14:tracePt t="71214" x="3322638" y="5468938"/>
          <p14:tracePt t="71218" x="3327400" y="5468938"/>
          <p14:tracePt t="71222" x="3333750" y="5468938"/>
          <p14:tracePt t="71228" x="3349625" y="5464175"/>
          <p14:tracePt t="71238" x="3389313" y="5453063"/>
          <p14:tracePt t="71248" x="3495675" y="5430838"/>
          <p14:tracePt t="71258" x="3614738" y="5419725"/>
          <p14:tracePt t="71268" x="3771900" y="5413375"/>
          <p14:tracePt t="71278" x="3946525" y="5413375"/>
          <p14:tracePt t="71288" x="4097338" y="5413375"/>
          <p14:tracePt t="71288" x="4143375" y="5413375"/>
          <p14:tracePt t="71298" x="4300538" y="5419725"/>
          <p14:tracePt t="71308" x="4559300" y="5430838"/>
          <p14:tracePt t="71318" x="4756150" y="5435600"/>
          <p14:tracePt t="71328" x="4913313" y="5435600"/>
          <p14:tracePt t="71338" x="5143500" y="5441950"/>
          <p14:tracePt t="71348" x="5294313" y="5441950"/>
          <p14:tracePt t="71358" x="5519738" y="5453063"/>
          <p14:tracePt t="71368" x="5710238" y="5457825"/>
          <p14:tracePt t="71378" x="5880100" y="5464175"/>
          <p14:tracePt t="71388" x="6030913" y="5468938"/>
          <p14:tracePt t="71398" x="6172200" y="5468938"/>
          <p14:tracePt t="71408" x="6318250" y="5475288"/>
          <p14:tracePt t="71418" x="6464300" y="5486400"/>
          <p14:tracePt t="71428" x="6610350" y="5497513"/>
          <p14:tracePt t="71438" x="6762750" y="5508625"/>
          <p14:tracePt t="71448" x="6908800" y="5514975"/>
          <p14:tracePt t="71458" x="7054850" y="5519738"/>
          <p14:tracePt t="71468" x="7216775" y="5530850"/>
          <p14:tracePt t="71478" x="7358063" y="5548313"/>
          <p14:tracePt t="71488" x="7481888" y="5565775"/>
          <p14:tracePt t="71498" x="7594600" y="5576888"/>
          <p14:tracePt t="71508" x="7689850" y="5588000"/>
          <p14:tracePt t="71518" x="7767638" y="5588000"/>
          <p14:tracePt t="71528" x="7835900" y="5588000"/>
          <p14:tracePt t="71538" x="7902575" y="5588000"/>
          <p14:tracePt t="71548" x="7953375" y="5588000"/>
          <p14:tracePt t="71558" x="8004175" y="5588000"/>
          <p14:tracePt t="71568" x="8054975" y="5581650"/>
          <p14:tracePt t="71578" x="8105775" y="5581650"/>
          <p14:tracePt t="71588" x="8172450" y="5570538"/>
          <p14:tracePt t="71598" x="8251825" y="5565775"/>
          <p14:tracePt t="71608" x="8318500" y="5559425"/>
          <p14:tracePt t="71618" x="8397875" y="5548313"/>
          <p14:tracePt t="71628" x="8488363" y="5548313"/>
          <p14:tracePt t="71638" x="8572500" y="5537200"/>
          <p14:tracePt t="71648" x="8667750" y="5530850"/>
          <p14:tracePt t="71658" x="8751888" y="5526088"/>
          <p14:tracePt t="71668" x="8836025" y="5526088"/>
          <p14:tracePt t="71678" x="8897938" y="5519738"/>
          <p14:tracePt t="71688" x="8931275" y="5514975"/>
          <p14:tracePt t="71698" x="8948738" y="5514975"/>
          <p14:tracePt t="71708" x="8953500" y="5514975"/>
          <p14:tracePt t="71728" x="8959850" y="5514975"/>
          <p14:tracePt t="71814" x="8953500" y="5514975"/>
          <p14:tracePt t="71818" x="8948738" y="5514975"/>
          <p14:tracePt t="71820" x="8942388" y="5508625"/>
          <p14:tracePt t="71828" x="8915400" y="5503863"/>
          <p14:tracePt t="71838" x="8864600" y="5486400"/>
          <p14:tracePt t="71848" x="8820150" y="5475288"/>
          <p14:tracePt t="71848" x="8807450" y="5475288"/>
          <p14:tracePt t="71858" x="8712200" y="5468938"/>
          <p14:tracePt t="71868" x="8612188" y="5468938"/>
          <p14:tracePt t="71878" x="8493125" y="5468938"/>
          <p14:tracePt t="71888" x="8313738" y="5457825"/>
          <p14:tracePt t="71898" x="8088313" y="5453063"/>
          <p14:tracePt t="71908" x="7864475" y="5453063"/>
          <p14:tracePt t="71918" x="7621588" y="5453063"/>
          <p14:tracePt t="71928" x="7369175" y="5446713"/>
          <p14:tracePt t="71938" x="7081838" y="5446713"/>
          <p14:tracePt t="71948" x="6807200" y="5446713"/>
          <p14:tracePt t="71958" x="6519863" y="5446713"/>
          <p14:tracePt t="71968" x="6227763" y="5446713"/>
          <p14:tracePt t="71978" x="5953125" y="5453063"/>
          <p14:tracePt t="71988" x="5699125" y="5453063"/>
          <p14:tracePt t="71998" x="5486400" y="5453063"/>
          <p14:tracePt t="72008" x="5311775" y="5453063"/>
          <p14:tracePt t="72018" x="5176838" y="5453063"/>
          <p14:tracePt t="72028" x="5086350" y="5453063"/>
          <p14:tracePt t="72038" x="5019675" y="5457825"/>
          <p14:tracePt t="72048" x="4968875" y="5464175"/>
          <p14:tracePt t="72058" x="4924425" y="5468938"/>
          <p14:tracePt t="72068" x="4889500" y="5475288"/>
          <p14:tracePt t="72078" x="4867275" y="5480050"/>
          <p14:tracePt t="72088" x="4845050" y="5480050"/>
          <p14:tracePt t="72098" x="4822825" y="5480050"/>
          <p14:tracePt t="72108" x="4811713" y="5480050"/>
          <p14:tracePt t="72118" x="4805363" y="5480050"/>
          <p14:tracePt t="72134" x="4800600" y="5480050"/>
          <p14:tracePt t="72138" x="4794250" y="5480050"/>
          <p14:tracePt t="72148" x="4767263" y="5475288"/>
          <p14:tracePt t="72158" x="4699000" y="5453063"/>
          <p14:tracePt t="72168" x="4592638" y="5430838"/>
          <p14:tracePt t="72178" x="4457700" y="5407025"/>
          <p14:tracePt t="72188" x="4294188" y="5380038"/>
          <p14:tracePt t="72198" x="4114800" y="5345113"/>
          <p14:tracePt t="72208" x="3940175" y="5322888"/>
          <p14:tracePt t="72218" x="3776663" y="5295900"/>
          <p14:tracePt t="72228" x="3654425" y="5278438"/>
          <p14:tracePt t="72238" x="3592513" y="5278438"/>
          <p14:tracePt t="72248" x="3568700" y="5278438"/>
          <p14:tracePt t="72268" x="3563938" y="5278438"/>
          <p14:tracePt t="72284" x="3557588" y="5278438"/>
          <p14:tracePt t="72378" x="3563938" y="5278438"/>
          <p14:tracePt t="72382" x="3568700" y="5278438"/>
          <p14:tracePt t="72388" x="3592513" y="5289550"/>
          <p14:tracePt t="72398" x="3665538" y="5307013"/>
          <p14:tracePt t="72408" x="3765550" y="5322888"/>
          <p14:tracePt t="72418" x="3922713" y="5329238"/>
          <p14:tracePt t="72428" x="4103688" y="5329238"/>
          <p14:tracePt t="72437" x="4243388" y="5318125"/>
          <p14:tracePt t="72448" x="4468813" y="5278438"/>
          <p14:tracePt t="72458" x="4654550" y="5245100"/>
          <p14:tracePt t="72468" x="4851400" y="5216525"/>
          <p14:tracePt t="72478" x="5048250" y="5187950"/>
          <p14:tracePt t="72488" x="5249863" y="5176838"/>
          <p14:tracePt t="72498" x="5402263" y="5172075"/>
          <p14:tracePt t="72508" x="5519738" y="5172075"/>
          <p14:tracePt t="72518" x="5592763" y="5172075"/>
          <p14:tracePt t="72528" x="5643563" y="5172075"/>
          <p14:tracePt t="72538" x="5683250" y="5176838"/>
          <p14:tracePt t="72548" x="5710238" y="5176838"/>
          <p14:tracePt t="72558" x="5738813" y="5183188"/>
          <p14:tracePt t="72568" x="5795963" y="5199063"/>
          <p14:tracePt t="72578" x="5884863" y="5227638"/>
          <p14:tracePt t="72588" x="6065838" y="5272088"/>
          <p14:tracePt t="72598" x="6278563" y="5318125"/>
          <p14:tracePt t="72608" x="6526213" y="5357813"/>
          <p14:tracePt t="72618" x="6789738" y="5395913"/>
          <p14:tracePt t="72628" x="7054850" y="5419725"/>
          <p14:tracePt t="72638" x="7318375" y="5430838"/>
          <p14:tracePt t="72648" x="7554913" y="5441950"/>
          <p14:tracePt t="72658" x="7745413" y="5446713"/>
          <p14:tracePt t="72668" x="7875588" y="5446713"/>
          <p14:tracePt t="72678" x="7937500" y="5446713"/>
          <p14:tracePt t="72688" x="7953375" y="5446713"/>
          <p14:tracePt t="72698" x="7959725" y="5446713"/>
          <p14:tracePt t="72744" x="7964488" y="5446713"/>
          <p14:tracePt t="72778" x="7970838" y="5446713"/>
          <p14:tracePt t="72782" x="7975600" y="5446713"/>
          <p14:tracePt t="72794" x="7981950" y="5446713"/>
          <p14:tracePt t="72802" x="7986713" y="5446713"/>
          <p14:tracePt t="72810" x="7993063" y="5441950"/>
          <p14:tracePt t="72818" x="7999413" y="5441950"/>
          <p14:tracePt t="72828" x="8004175" y="5441950"/>
          <p14:tracePt t="72838" x="8021638" y="5441950"/>
          <p14:tracePt t="72848" x="8032750" y="5435600"/>
          <p14:tracePt t="72858" x="8048625" y="5430838"/>
          <p14:tracePt t="72868" x="8094663" y="5430838"/>
          <p14:tracePt t="72878" x="8134350" y="5424488"/>
          <p14:tracePt t="72888" x="8194675" y="5424488"/>
          <p14:tracePt t="72898" x="8302625" y="5424488"/>
          <p14:tracePt t="72908" x="8402638" y="5424488"/>
          <p14:tracePt t="72918" x="8510588" y="5424488"/>
          <p14:tracePt t="72928" x="8616950" y="5424488"/>
          <p14:tracePt t="72938" x="8707438" y="5430838"/>
          <p14:tracePt t="72948" x="8780463" y="5435600"/>
          <p14:tracePt t="72958" x="8847138" y="5441950"/>
          <p14:tracePt t="72968" x="8915400" y="5453063"/>
          <p14:tracePt t="72978" x="8982075" y="5457825"/>
          <p14:tracePt t="72988" x="9050338" y="5468938"/>
          <p14:tracePt t="72998" x="9101138" y="5468938"/>
          <p14:tracePt t="73008" x="9117013" y="5475288"/>
          <p14:tracePt t="73018" x="9123363" y="5475288"/>
          <p14:tracePt t="73064" x="9128125" y="5475288"/>
          <p14:tracePt t="73270" x="9128125" y="5468938"/>
          <p14:tracePt t="73272" x="9123363" y="5468938"/>
          <p14:tracePt t="73292" x="9123363" y="5464175"/>
          <p14:tracePt t="108740" x="9117013" y="5464175"/>
          <p14:tracePt t="108744" x="9117013" y="5457825"/>
          <p14:tracePt t="108748" x="9112250" y="5457825"/>
          <p14:tracePt t="108758" x="9094788" y="5446713"/>
          <p14:tracePt t="108768" x="9066213" y="5435600"/>
          <p14:tracePt t="108778" x="9061450" y="5424488"/>
          <p14:tracePt t="108788" x="9055100" y="5424488"/>
          <p14:tracePt t="108938" x="9050338" y="5424488"/>
          <p14:tracePt t="108942" x="9043988" y="5419725"/>
          <p14:tracePt t="108948" x="9021763" y="5413375"/>
          <p14:tracePt t="108958" x="8942388" y="5380038"/>
          <p14:tracePt t="108968" x="8820150" y="5329238"/>
          <p14:tracePt t="108978" x="8572500" y="5238750"/>
          <p14:tracePt t="108988" x="8302625" y="5154613"/>
          <p14:tracePt t="108998" x="8032750" y="5087938"/>
          <p14:tracePt t="109008" x="7818438" y="5041900"/>
          <p14:tracePt t="109018" x="7718425" y="5014913"/>
          <p14:tracePt t="109028" x="7705725" y="5008563"/>
          <p14:tracePt t="109854" x="7718425" y="5026025"/>
          <p14:tracePt t="109856" x="7740650" y="5048250"/>
          <p14:tracePt t="109858" x="7762875" y="5076825"/>
          <p14:tracePt t="109868" x="7847013" y="5172075"/>
          <p14:tracePt t="109878" x="7864475" y="5194300"/>
          <p14:tracePt t="109888" x="7869238" y="5194300"/>
          <p14:tracePt t="109918" x="7869238" y="5199063"/>
          <p14:tracePt t="109980" x="7864475" y="5199063"/>
          <p14:tracePt t="110020" x="7858125" y="5199063"/>
          <p14:tracePt t="110032" x="7853363" y="5199063"/>
          <p14:tracePt t="110036" x="7847013" y="5199063"/>
          <p14:tracePt t="110038" x="7840663" y="5199063"/>
          <p14:tracePt t="110048" x="7829550" y="5199063"/>
          <p14:tracePt t="110058" x="7796213" y="5194300"/>
          <p14:tracePt t="110068" x="7751763" y="5176838"/>
          <p14:tracePt t="110078" x="7689850" y="5149850"/>
          <p14:tracePt t="110088" x="7605713" y="5126038"/>
          <p14:tracePt t="110098" x="7510463" y="5087938"/>
          <p14:tracePt t="110108" x="7369175" y="5041900"/>
          <p14:tracePt t="110118" x="7172325" y="4979988"/>
          <p14:tracePt t="110128" x="6964363" y="4924425"/>
          <p14:tracePt t="110138" x="6745288" y="4856163"/>
          <p14:tracePt t="110148" x="6508750" y="4800600"/>
          <p14:tracePt t="110158" x="6289675" y="4749800"/>
          <p14:tracePt t="110168" x="6092825" y="4710113"/>
          <p14:tracePt t="110178" x="5918200" y="4676775"/>
          <p14:tracePt t="110188" x="5778500" y="4654550"/>
          <p14:tracePt t="110198" x="5661025" y="4637088"/>
          <p14:tracePt t="110208" x="5548313" y="4625975"/>
          <p14:tracePt t="110218" x="5440363" y="4614863"/>
          <p14:tracePt t="110228" x="5322888" y="4598988"/>
          <p14:tracePt t="110238" x="5194300" y="4581525"/>
          <p14:tracePt t="110248" x="5059363" y="4552950"/>
          <p14:tracePt t="110258" x="4913313" y="4524375"/>
          <p14:tracePt t="110268" x="4727575" y="4475163"/>
          <p14:tracePt t="110278" x="4486275" y="4395788"/>
          <p14:tracePt t="110288" x="4181475" y="4289425"/>
          <p14:tracePt t="110298" x="3805238" y="4159250"/>
          <p14:tracePt t="110308" x="3298825" y="3979863"/>
          <p14:tracePt t="110318" x="2725738" y="3765550"/>
          <p14:tracePt t="110328" x="2152650" y="3552825"/>
          <p14:tracePt t="110338" x="1630363" y="3322638"/>
          <p14:tracePt t="110348" x="1230313" y="3108325"/>
          <p14:tracePt t="110358" x="933450" y="2906713"/>
          <p14:tracePt t="110368" x="663575" y="2698750"/>
          <p14:tracePt t="110378" x="433388" y="2473325"/>
          <p14:tracePt t="110388" x="196850" y="2232025"/>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119A-DD78-8835-6E51-A290D6492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EBFE-4A9E-56F5-5833-FCD211E0E018}"/>
              </a:ext>
            </a:extLst>
          </p:cNvPr>
          <p:cNvSpPr>
            <a:spLocks noGrp="1"/>
          </p:cNvSpPr>
          <p:nvPr>
            <p:ph type="title"/>
          </p:nvPr>
        </p:nvSpPr>
        <p:spPr/>
        <p:txBody>
          <a:bodyPr/>
          <a:lstStyle/>
          <a:p>
            <a:r>
              <a:rPr lang="en-US" dirty="0"/>
              <a:t>Health Information PAPER</a:t>
            </a:r>
          </a:p>
        </p:txBody>
      </p:sp>
      <p:sp>
        <p:nvSpPr>
          <p:cNvPr id="5" name="Slide Number Placeholder 4">
            <a:extLst>
              <a:ext uri="{FF2B5EF4-FFF2-40B4-BE49-F238E27FC236}">
                <a16:creationId xmlns:a16="http://schemas.microsoft.com/office/drawing/2014/main" id="{0E1BFEDA-E7E3-1A33-6B33-32C332AAD2CE}"/>
              </a:ext>
            </a:extLst>
          </p:cNvPr>
          <p:cNvSpPr>
            <a:spLocks noGrp="1"/>
          </p:cNvSpPr>
          <p:nvPr>
            <p:ph type="sldNum" sz="quarter" idx="12"/>
          </p:nvPr>
        </p:nvSpPr>
        <p:spPr/>
        <p:txBody>
          <a:bodyPr/>
          <a:lstStyle/>
          <a:p>
            <a:fld id="{294A09A9-5501-47C1-A89A-A340965A2BE2}" type="slidenum">
              <a:rPr lang="en-US" smtClean="0"/>
              <a:t>17</a:t>
            </a:fld>
            <a:endParaRPr lang="en-US" dirty="0"/>
          </a:p>
        </p:txBody>
      </p:sp>
      <p:sp>
        <p:nvSpPr>
          <p:cNvPr id="3" name="TextBox 2">
            <a:extLst>
              <a:ext uri="{FF2B5EF4-FFF2-40B4-BE49-F238E27FC236}">
                <a16:creationId xmlns:a16="http://schemas.microsoft.com/office/drawing/2014/main" id="{073AF28E-237F-6698-BD97-7BF61532266A}"/>
              </a:ext>
            </a:extLst>
          </p:cNvPr>
          <p:cNvSpPr txBox="1"/>
          <p:nvPr/>
        </p:nvSpPr>
        <p:spPr>
          <a:xfrm>
            <a:off x="4038600" y="2285999"/>
            <a:ext cx="7467600" cy="3816429"/>
          </a:xfrm>
          <a:prstGeom prst="rect">
            <a:avLst/>
          </a:prstGeom>
          <a:noFill/>
        </p:spPr>
        <p:txBody>
          <a:bodyPr wrap="square" rtlCol="0">
            <a:spAutoFit/>
          </a:bodyPr>
          <a:lstStyle/>
          <a:p>
            <a:pPr marL="342900" indent="-342900">
              <a:buFont typeface="Arial" panose="020B0604020202020204" pitchFamily="34" charset="0"/>
              <a:buChar char="•"/>
            </a:pPr>
            <a:r>
              <a:rPr lang="en-US" sz="2000" dirty="0"/>
              <a:t>Each group will be given 5 sources, and evaluate each based on how information is communicated (it is NOT about “which one is right”)</a:t>
            </a:r>
          </a:p>
          <a:p>
            <a:pPr marL="342900" indent="-342900">
              <a:buFont typeface="Arial" panose="020B0604020202020204" pitchFamily="34" charset="0"/>
              <a:buChar char="•"/>
            </a:pPr>
            <a:r>
              <a:rPr lang="en-US" sz="2000" dirty="0"/>
              <a:t>Why do we do this?</a:t>
            </a:r>
          </a:p>
          <a:p>
            <a:pPr marL="742950" lvl="1" indent="-285750">
              <a:buFont typeface="Arial" panose="020B0604020202020204" pitchFamily="34" charset="0"/>
              <a:buChar char="•"/>
            </a:pPr>
            <a:r>
              <a:rPr lang="en-US" dirty="0"/>
              <a:t>Practice synthesizing research rather than summarizing it.</a:t>
            </a:r>
          </a:p>
          <a:p>
            <a:pPr marL="742950" lvl="1" indent="-285750">
              <a:buFont typeface="Arial" panose="020B0604020202020204" pitchFamily="34" charset="0"/>
              <a:buChar char="•"/>
            </a:pPr>
            <a:r>
              <a:rPr lang="en-US" dirty="0"/>
              <a:t>Improve scientific literacy.</a:t>
            </a:r>
          </a:p>
          <a:p>
            <a:pPr marL="742950" lvl="1" indent="-285750">
              <a:buFont typeface="Arial" panose="020B0604020202020204" pitchFamily="34" charset="0"/>
              <a:buChar char="•"/>
            </a:pPr>
            <a:r>
              <a:rPr lang="en-US" dirty="0"/>
              <a:t>Understand the complexities of how health information is communicated with the public.</a:t>
            </a:r>
          </a:p>
          <a:p>
            <a:pPr marL="742950" lvl="1" indent="-285750">
              <a:buFont typeface="Arial" panose="020B0604020202020204" pitchFamily="34" charset="0"/>
              <a:buChar char="•"/>
            </a:pPr>
            <a:r>
              <a:rPr lang="en-US" dirty="0"/>
              <a:t>Learn to evaluate sources, separating fact from opinion, and understanding </a:t>
            </a:r>
            <a:r>
              <a:rPr lang="en-US" i="1" dirty="0"/>
              <a:t>why</a:t>
            </a:r>
            <a:r>
              <a:rPr lang="en-US" dirty="0"/>
              <a:t> things are expressed in a specific way.</a:t>
            </a:r>
          </a:p>
          <a:p>
            <a:pPr marL="742950" lvl="1" indent="-285750">
              <a:buFont typeface="Arial" panose="020B0604020202020204" pitchFamily="34" charset="0"/>
              <a:buChar char="•"/>
            </a:pPr>
            <a:r>
              <a:rPr lang="en-US" dirty="0"/>
              <a:t>Practice writing with word maximums rather than minimums.</a:t>
            </a:r>
          </a:p>
          <a:p>
            <a:pPr marL="742950" lvl="1" indent="-285750">
              <a:buFont typeface="Arial" panose="020B0604020202020204" pitchFamily="34" charset="0"/>
              <a:buChar char="•"/>
            </a:pPr>
            <a:r>
              <a:rPr lang="en-US" dirty="0"/>
              <a:t>I can’t, won’t, and shouldn’t tell you all the answers (or opinions). Instead, I want to help you learn how to find them for yourself.</a:t>
            </a:r>
          </a:p>
        </p:txBody>
      </p:sp>
      <p:pic>
        <p:nvPicPr>
          <p:cNvPr id="8" name="Content Placeholder 7">
            <a:extLst>
              <a:ext uri="{FF2B5EF4-FFF2-40B4-BE49-F238E27FC236}">
                <a16:creationId xmlns:a16="http://schemas.microsoft.com/office/drawing/2014/main" id="{E5D8B277-3785-AF51-AD46-693BB4EF6ED9}"/>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304800" y="2768322"/>
            <a:ext cx="3350191" cy="2236231"/>
          </a:xfrm>
          <a:prstGeom prst="rect">
            <a:avLst/>
          </a:prstGeom>
        </p:spPr>
      </p:pic>
    </p:spTree>
    <p:extLst>
      <p:ext uri="{BB962C8B-B14F-4D97-AF65-F5344CB8AC3E}">
        <p14:creationId xmlns:p14="http://schemas.microsoft.com/office/powerpoint/2010/main" val="428965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DA59D-40F1-9887-2D15-F518D8E8E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18DB-EB5B-417D-F91D-12F9A731579A}"/>
              </a:ext>
            </a:extLst>
          </p:cNvPr>
          <p:cNvSpPr>
            <a:spLocks noGrp="1"/>
          </p:cNvSpPr>
          <p:nvPr>
            <p:ph type="title"/>
          </p:nvPr>
        </p:nvSpPr>
        <p:spPr/>
        <p:txBody>
          <a:bodyPr/>
          <a:lstStyle/>
          <a:p>
            <a:r>
              <a:rPr lang="en-US" dirty="0"/>
              <a:t>Health Information PAPER</a:t>
            </a:r>
          </a:p>
        </p:txBody>
      </p:sp>
      <p:sp>
        <p:nvSpPr>
          <p:cNvPr id="5" name="Slide Number Placeholder 4">
            <a:extLst>
              <a:ext uri="{FF2B5EF4-FFF2-40B4-BE49-F238E27FC236}">
                <a16:creationId xmlns:a16="http://schemas.microsoft.com/office/drawing/2014/main" id="{DCE24F73-978E-DDAE-31DD-88B16FBE701C}"/>
              </a:ext>
            </a:extLst>
          </p:cNvPr>
          <p:cNvSpPr>
            <a:spLocks noGrp="1"/>
          </p:cNvSpPr>
          <p:nvPr>
            <p:ph type="sldNum" sz="quarter" idx="12"/>
          </p:nvPr>
        </p:nvSpPr>
        <p:spPr/>
        <p:txBody>
          <a:bodyPr/>
          <a:lstStyle/>
          <a:p>
            <a:fld id="{294A09A9-5501-47C1-A89A-A340965A2BE2}" type="slidenum">
              <a:rPr lang="en-US" smtClean="0"/>
              <a:t>18</a:t>
            </a:fld>
            <a:endParaRPr lang="en-US" dirty="0"/>
          </a:p>
        </p:txBody>
      </p:sp>
      <p:sp>
        <p:nvSpPr>
          <p:cNvPr id="3" name="TextBox 2">
            <a:extLst>
              <a:ext uri="{FF2B5EF4-FFF2-40B4-BE49-F238E27FC236}">
                <a16:creationId xmlns:a16="http://schemas.microsoft.com/office/drawing/2014/main" id="{7BA37440-EC9E-1CC2-B950-63BD4D3B55F9}"/>
              </a:ext>
            </a:extLst>
          </p:cNvPr>
          <p:cNvSpPr txBox="1"/>
          <p:nvPr/>
        </p:nvSpPr>
        <p:spPr>
          <a:xfrm>
            <a:off x="4038600" y="2285999"/>
            <a:ext cx="7467600" cy="2862322"/>
          </a:xfrm>
          <a:prstGeom prst="rect">
            <a:avLst/>
          </a:prstGeom>
          <a:noFill/>
        </p:spPr>
        <p:txBody>
          <a:bodyPr wrap="square" rtlCol="0">
            <a:spAutoFit/>
          </a:bodyPr>
          <a:lstStyle/>
          <a:p>
            <a:r>
              <a:rPr lang="en-US" sz="2000" dirty="0"/>
              <a:t>Yes, this paper will be written in groups. Yes, it will be about topics that are very heavily debated. </a:t>
            </a:r>
          </a:p>
          <a:p>
            <a:r>
              <a:rPr lang="en-US" sz="2000" dirty="0"/>
              <a:t>In real science, you often write a paper as part of a collaboration, where everyone is an “expert” on the topic, but approach that topic from different perspectives (including from perspectives you disagree with fundamentally). For this paper, you will practice that form of writing. </a:t>
            </a:r>
          </a:p>
          <a:p>
            <a:r>
              <a:rPr lang="en-US" sz="2000" dirty="0"/>
              <a:t>I expect everyone to treat each other with respect and professionalism.</a:t>
            </a:r>
          </a:p>
        </p:txBody>
      </p:sp>
      <p:pic>
        <p:nvPicPr>
          <p:cNvPr id="8" name="Content Placeholder 7">
            <a:extLst>
              <a:ext uri="{FF2B5EF4-FFF2-40B4-BE49-F238E27FC236}">
                <a16:creationId xmlns:a16="http://schemas.microsoft.com/office/drawing/2014/main" id="{397E431C-0658-D7F3-54A7-6F4389B38F1F}"/>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304800" y="2768322"/>
            <a:ext cx="3350191" cy="2236231"/>
          </a:xfrm>
          <a:prstGeom prst="rect">
            <a:avLst/>
          </a:prstGeom>
        </p:spPr>
      </p:pic>
    </p:spTree>
    <p:extLst>
      <p:ext uri="{BB962C8B-B14F-4D97-AF65-F5344CB8AC3E}">
        <p14:creationId xmlns:p14="http://schemas.microsoft.com/office/powerpoint/2010/main" val="330590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907D5-EFC8-8DD3-A408-0A33526AE4B0}"/>
              </a:ext>
            </a:extLst>
          </p:cNvPr>
          <p:cNvSpPr>
            <a:spLocks noGrp="1"/>
          </p:cNvSpPr>
          <p:nvPr>
            <p:ph type="title"/>
          </p:nvPr>
        </p:nvSpPr>
        <p:spPr/>
        <p:txBody>
          <a:bodyPr/>
          <a:lstStyle/>
          <a:p>
            <a:r>
              <a:rPr lang="en-US" dirty="0"/>
              <a:t>Day in the Life Project</a:t>
            </a:r>
          </a:p>
        </p:txBody>
      </p:sp>
      <p:sp>
        <p:nvSpPr>
          <p:cNvPr id="5" name="Slide Number Placeholder 4">
            <a:extLst>
              <a:ext uri="{FF2B5EF4-FFF2-40B4-BE49-F238E27FC236}">
                <a16:creationId xmlns:a16="http://schemas.microsoft.com/office/drawing/2014/main" id="{14635C8A-5461-7FD7-0D90-AB71FE4070E8}"/>
              </a:ext>
            </a:extLst>
          </p:cNvPr>
          <p:cNvSpPr>
            <a:spLocks noGrp="1"/>
          </p:cNvSpPr>
          <p:nvPr>
            <p:ph type="sldNum" sz="quarter" idx="12"/>
          </p:nvPr>
        </p:nvSpPr>
        <p:spPr/>
        <p:txBody>
          <a:bodyPr/>
          <a:lstStyle/>
          <a:p>
            <a:fld id="{294A09A9-5501-47C1-A89A-A340965A2BE2}" type="slidenum">
              <a:rPr lang="en-US" smtClean="0"/>
              <a:t>19</a:t>
            </a:fld>
            <a:endParaRPr lang="en-US" dirty="0"/>
          </a:p>
        </p:txBody>
      </p:sp>
      <p:graphicFrame>
        <p:nvGraphicFramePr>
          <p:cNvPr id="6" name="Diagram 5">
            <a:extLst>
              <a:ext uri="{FF2B5EF4-FFF2-40B4-BE49-F238E27FC236}">
                <a16:creationId xmlns:a16="http://schemas.microsoft.com/office/drawing/2014/main" id="{79944898-D387-248D-0810-9492AD3F78EB}"/>
              </a:ext>
            </a:extLst>
          </p:cNvPr>
          <p:cNvGraphicFramePr/>
          <p:nvPr>
            <p:extLst>
              <p:ext uri="{D42A27DB-BD31-4B8C-83A1-F6EECF244321}">
                <p14:modId xmlns:p14="http://schemas.microsoft.com/office/powerpoint/2010/main" val="3021742062"/>
              </p:ext>
            </p:extLst>
          </p:nvPr>
        </p:nvGraphicFramePr>
        <p:xfrm>
          <a:off x="533400" y="2236266"/>
          <a:ext cx="4721352"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4CD02A91-5978-1135-1288-BC3586E87957}"/>
              </a:ext>
            </a:extLst>
          </p:cNvPr>
          <p:cNvSpPr txBox="1"/>
          <p:nvPr/>
        </p:nvSpPr>
        <p:spPr>
          <a:xfrm>
            <a:off x="5074049" y="2441447"/>
            <a:ext cx="647700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t>Completed in your groups</a:t>
            </a:r>
          </a:p>
          <a:p>
            <a:pPr marL="285750" indent="-285750">
              <a:buFont typeface="Arial" panose="020B0604020202020204" pitchFamily="34" charset="0"/>
              <a:buChar char="•"/>
            </a:pPr>
            <a:r>
              <a:rPr lang="en-US" sz="1600" dirty="0"/>
              <a:t>Based on a chronic health condition (e.g., type 1 diabetes, multiple sclerosis, Parkinson’s disease, etc.)</a:t>
            </a:r>
          </a:p>
          <a:p>
            <a:pPr marL="285750" indent="-285750">
              <a:buFont typeface="Arial" panose="020B0604020202020204" pitchFamily="34" charset="0"/>
              <a:buChar char="•"/>
            </a:pPr>
            <a:r>
              <a:rPr lang="en-US" sz="1600" dirty="0"/>
              <a:t>Focus on each area PLUS two separate intersections</a:t>
            </a:r>
          </a:p>
          <a:p>
            <a:pPr marL="285750" indent="-285750">
              <a:buFont typeface="Arial" panose="020B0604020202020204" pitchFamily="34" charset="0"/>
              <a:buChar char="•"/>
            </a:pPr>
            <a:r>
              <a:rPr lang="en-US" sz="1600" dirty="0"/>
              <a:t>Last week of the semester will be preparing and recording your presentation</a:t>
            </a:r>
          </a:p>
          <a:p>
            <a:pPr marL="285750" indent="-285750">
              <a:buFont typeface="Arial" panose="020B0604020202020204" pitchFamily="34" charset="0"/>
              <a:buChar char="•"/>
            </a:pPr>
            <a:r>
              <a:rPr lang="en-US" sz="1600" dirty="0"/>
              <a:t>Grade based on presentation, group evaluation, and personal reflection</a:t>
            </a:r>
          </a:p>
          <a:p>
            <a:pPr marL="285750" indent="-285750">
              <a:buFont typeface="Arial" panose="020B0604020202020204" pitchFamily="34" charset="0"/>
              <a:buChar char="•"/>
            </a:pPr>
            <a:r>
              <a:rPr lang="en-US" sz="1600" dirty="0"/>
              <a:t>Why?</a:t>
            </a:r>
          </a:p>
          <a:p>
            <a:pPr marL="742950" lvl="1" indent="-285750">
              <a:buFont typeface="Arial" panose="020B0604020202020204" pitchFamily="34" charset="0"/>
              <a:buChar char="•"/>
            </a:pPr>
            <a:r>
              <a:rPr lang="en-US" sz="1600" dirty="0"/>
              <a:t>Empathy building</a:t>
            </a:r>
          </a:p>
          <a:p>
            <a:pPr marL="742950" lvl="1" indent="-285750">
              <a:buFont typeface="Arial" panose="020B0604020202020204" pitchFamily="34" charset="0"/>
              <a:buChar char="•"/>
            </a:pPr>
            <a:r>
              <a:rPr lang="en-US" sz="1600" dirty="0"/>
              <a:t>Improve understanding about the complexities and intersectionality of chronic health conditions</a:t>
            </a:r>
          </a:p>
          <a:p>
            <a:pPr lvl="1"/>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4000918704"/>
      </p:ext>
    </p:extLst>
  </p:cSld>
  <p:clrMapOvr>
    <a:masterClrMapping/>
  </p:clrMapOvr>
  <mc:AlternateContent xmlns:mc="http://schemas.openxmlformats.org/markup-compatibility/2006" xmlns:p14="http://schemas.microsoft.com/office/powerpoint/2010/main">
    <mc:Choice Requires="p14">
      <p:transition spd="slow" p14:dur="2000" advTm="110357"/>
    </mc:Choice>
    <mc:Fallback xmlns="">
      <p:transition spd="slow" advTm="11035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E596A-E03D-468F-33FB-6234D420BC51}"/>
              </a:ext>
            </a:extLst>
          </p:cNvPr>
          <p:cNvSpPr>
            <a:spLocks noGrp="1"/>
          </p:cNvSpPr>
          <p:nvPr>
            <p:ph type="title" idx="4294967295"/>
          </p:nvPr>
        </p:nvSpPr>
        <p:spPr>
          <a:xfrm rot="19295037">
            <a:off x="-139166" y="366336"/>
            <a:ext cx="3689350" cy="1573213"/>
          </a:xfrm>
        </p:spPr>
        <p:txBody>
          <a:bodyPr/>
          <a:lstStyle/>
          <a:p>
            <a:r>
              <a:rPr lang="en-US" sz="3200" dirty="0"/>
              <a:t>Timeline</a:t>
            </a:r>
          </a:p>
        </p:txBody>
      </p:sp>
      <p:graphicFrame>
        <p:nvGraphicFramePr>
          <p:cNvPr id="8" name="Table 7">
            <a:extLst>
              <a:ext uri="{FF2B5EF4-FFF2-40B4-BE49-F238E27FC236}">
                <a16:creationId xmlns:a16="http://schemas.microsoft.com/office/drawing/2014/main" id="{60E37E5C-12A7-BE33-D33D-0E4224520954}"/>
              </a:ext>
            </a:extLst>
          </p:cNvPr>
          <p:cNvGraphicFramePr>
            <a:graphicFrameLocks noGrp="1"/>
          </p:cNvGraphicFramePr>
          <p:nvPr>
            <p:extLst>
              <p:ext uri="{D42A27DB-BD31-4B8C-83A1-F6EECF244321}">
                <p14:modId xmlns:p14="http://schemas.microsoft.com/office/powerpoint/2010/main" val="4232510401"/>
              </p:ext>
            </p:extLst>
          </p:nvPr>
        </p:nvGraphicFramePr>
        <p:xfrm>
          <a:off x="2362200" y="304800"/>
          <a:ext cx="9677401" cy="6525312"/>
        </p:xfrm>
        <a:graphic>
          <a:graphicData uri="http://schemas.openxmlformats.org/drawingml/2006/table">
            <a:tbl>
              <a:tblPr firstRow="1" firstCol="1" bandRow="1">
                <a:tableStyleId>{9DCAF9ED-07DC-4A11-8D7F-57B35C25682E}</a:tableStyleId>
              </a:tblPr>
              <a:tblGrid>
                <a:gridCol w="731902">
                  <a:extLst>
                    <a:ext uri="{9D8B030D-6E8A-4147-A177-3AD203B41FA5}">
                      <a16:colId xmlns:a16="http://schemas.microsoft.com/office/drawing/2014/main" val="1053541928"/>
                    </a:ext>
                  </a:extLst>
                </a:gridCol>
                <a:gridCol w="1447693">
                  <a:extLst>
                    <a:ext uri="{9D8B030D-6E8A-4147-A177-3AD203B41FA5}">
                      <a16:colId xmlns:a16="http://schemas.microsoft.com/office/drawing/2014/main" val="81815690"/>
                    </a:ext>
                  </a:extLst>
                </a:gridCol>
                <a:gridCol w="4732832">
                  <a:extLst>
                    <a:ext uri="{9D8B030D-6E8A-4147-A177-3AD203B41FA5}">
                      <a16:colId xmlns:a16="http://schemas.microsoft.com/office/drawing/2014/main" val="2066088238"/>
                    </a:ext>
                  </a:extLst>
                </a:gridCol>
                <a:gridCol w="2764974">
                  <a:extLst>
                    <a:ext uri="{9D8B030D-6E8A-4147-A177-3AD203B41FA5}">
                      <a16:colId xmlns:a16="http://schemas.microsoft.com/office/drawing/2014/main" val="4091433105"/>
                    </a:ext>
                  </a:extLst>
                </a:gridCol>
              </a:tblGrid>
              <a:tr h="98897">
                <a:tc>
                  <a:txBody>
                    <a:bodyPr/>
                    <a:lstStyle/>
                    <a:p>
                      <a:pPr marL="0" marR="0" algn="ctr">
                        <a:lnSpc>
                          <a:spcPct val="115000"/>
                        </a:lnSpc>
                        <a:spcAft>
                          <a:spcPts val="800"/>
                        </a:spcAft>
                        <a:buNone/>
                      </a:pPr>
                      <a:r>
                        <a:rPr lang="en-US" sz="1400" b="1" kern="100">
                          <a:solidFill>
                            <a:srgbClr val="000000"/>
                          </a:solidFill>
                          <a:effectLst/>
                        </a:rPr>
                        <a:t>Week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Dates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Topics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tc>
                  <a:txBody>
                    <a:bodyPr/>
                    <a:lstStyle/>
                    <a:p>
                      <a:pPr marL="0" marR="0">
                        <a:lnSpc>
                          <a:spcPct val="115000"/>
                        </a:lnSpc>
                        <a:spcAft>
                          <a:spcPts val="800"/>
                        </a:spcAft>
                        <a:buNone/>
                      </a:pPr>
                      <a:r>
                        <a:rPr lang="en-US" sz="1400" b="1" kern="100">
                          <a:solidFill>
                            <a:srgbClr val="000000"/>
                          </a:solidFill>
                          <a:effectLst/>
                        </a:rPr>
                        <a:t>Important Dates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tc>
                <a:extLst>
                  <a:ext uri="{0D108BD9-81ED-4DB2-BD59-A6C34878D82A}">
                    <a16:rowId xmlns:a16="http://schemas.microsoft.com/office/drawing/2014/main" val="4125197294"/>
                  </a:ext>
                </a:extLst>
              </a:tr>
              <a:tr h="204558">
                <a:tc>
                  <a:txBody>
                    <a:bodyPr/>
                    <a:lstStyle/>
                    <a:p>
                      <a:pPr marL="0" marR="0" algn="ctr">
                        <a:lnSpc>
                          <a:spcPct val="115000"/>
                        </a:lnSpc>
                        <a:spcAft>
                          <a:spcPts val="800"/>
                        </a:spcAft>
                        <a:buNone/>
                      </a:pPr>
                      <a:r>
                        <a:rPr lang="en-US" sz="1400" kern="100">
                          <a:solidFill>
                            <a:srgbClr val="000000"/>
                          </a:solidFill>
                          <a:effectLst/>
                        </a:rPr>
                        <a:t>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Aug 24 – 28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Course Intro; What is Health Psychology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937400501"/>
                  </a:ext>
                </a:extLst>
              </a:tr>
              <a:tr h="408734">
                <a:tc>
                  <a:txBody>
                    <a:bodyPr/>
                    <a:lstStyle/>
                    <a:p>
                      <a:pPr marL="0" marR="0" algn="ctr">
                        <a:lnSpc>
                          <a:spcPct val="115000"/>
                        </a:lnSpc>
                        <a:spcAft>
                          <a:spcPts val="800"/>
                        </a:spcAft>
                        <a:buNone/>
                      </a:pPr>
                      <a:r>
                        <a:rPr lang="en-US" sz="1400" kern="100">
                          <a:effectLst/>
                        </a:rPr>
                        <a:t>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Aug 31 – Sept 4</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Body Systems; Shaping Health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255455015"/>
                  </a:ext>
                </a:extLst>
              </a:tr>
              <a:tr h="365560">
                <a:tc>
                  <a:txBody>
                    <a:bodyPr/>
                    <a:lstStyle/>
                    <a:p>
                      <a:pPr marL="0" marR="0" algn="ctr">
                        <a:lnSpc>
                          <a:spcPct val="115000"/>
                        </a:lnSpc>
                        <a:spcAft>
                          <a:spcPts val="800"/>
                        </a:spcAft>
                        <a:buNone/>
                      </a:pPr>
                      <a:r>
                        <a:rPr lang="en-US" sz="1400" kern="100">
                          <a:solidFill>
                            <a:srgbClr val="000000"/>
                          </a:solidFill>
                          <a:effectLst/>
                        </a:rPr>
                        <a:t>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Sept 7 – 11</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Holiday; BCP Intro; Health-Promoting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a:solidFill>
                            <a:srgbClr val="000000"/>
                          </a:solidFill>
                          <a:effectLst/>
                        </a:rPr>
                        <a:t>9/7: Holiday</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718482085"/>
                  </a:ext>
                </a:extLst>
              </a:tr>
              <a:tr h="204558">
                <a:tc>
                  <a:txBody>
                    <a:bodyPr/>
                    <a:lstStyle/>
                    <a:p>
                      <a:pPr marL="0" marR="0" algn="ctr">
                        <a:lnSpc>
                          <a:spcPct val="115000"/>
                        </a:lnSpc>
                        <a:spcAft>
                          <a:spcPts val="800"/>
                        </a:spcAft>
                        <a:buNone/>
                      </a:pPr>
                      <a:r>
                        <a:rPr lang="en-US" sz="1400" kern="100">
                          <a:effectLst/>
                        </a:rPr>
                        <a:t>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Sept 14 – 18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Health Promoting Behaviors; Health Compromising Behaviors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3909953856"/>
                  </a:ext>
                </a:extLst>
              </a:tr>
              <a:tr h="408734">
                <a:tc>
                  <a:txBody>
                    <a:bodyPr/>
                    <a:lstStyle/>
                    <a:p>
                      <a:pPr marL="0" marR="0" algn="ctr">
                        <a:lnSpc>
                          <a:spcPct val="115000"/>
                        </a:lnSpc>
                        <a:spcAft>
                          <a:spcPts val="800"/>
                        </a:spcAft>
                        <a:buNone/>
                      </a:pPr>
                      <a:r>
                        <a:rPr lang="en-US" sz="1400" kern="100">
                          <a:solidFill>
                            <a:srgbClr val="000000"/>
                          </a:solidFill>
                          <a:effectLst/>
                        </a:rPr>
                        <a:t>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a:solidFill>
                            <a:srgbClr val="000000"/>
                          </a:solidFill>
                          <a:effectLst/>
                        </a:rPr>
                        <a:t>Sept 21 – 25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Exam 1; Stress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a:solidFill>
                            <a:srgbClr val="000000"/>
                          </a:solidFill>
                          <a:effectLst/>
                        </a:rPr>
                        <a:t>9/21: Exam 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654154162"/>
                  </a:ext>
                </a:extLst>
              </a:tr>
              <a:tr h="204558">
                <a:tc>
                  <a:txBody>
                    <a:bodyPr/>
                    <a:lstStyle/>
                    <a:p>
                      <a:pPr marL="0" marR="0" algn="ctr">
                        <a:lnSpc>
                          <a:spcPct val="115000"/>
                        </a:lnSpc>
                        <a:spcAft>
                          <a:spcPts val="800"/>
                        </a:spcAft>
                        <a:buNone/>
                      </a:pPr>
                      <a:r>
                        <a:rPr lang="en-US" sz="1400" kern="100">
                          <a:effectLst/>
                        </a:rPr>
                        <a:t>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a:solidFill>
                            <a:srgbClr val="000000"/>
                          </a:solidFill>
                          <a:effectLst/>
                        </a:rPr>
                        <a:t>Sept 28 – Oct 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Stress; Coping &amp; Resilience</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086901157"/>
                  </a:ext>
                </a:extLst>
              </a:tr>
              <a:tr h="310219">
                <a:tc>
                  <a:txBody>
                    <a:bodyPr/>
                    <a:lstStyle/>
                    <a:p>
                      <a:pPr marL="0" marR="0" algn="ctr">
                        <a:lnSpc>
                          <a:spcPct val="115000"/>
                        </a:lnSpc>
                        <a:spcAft>
                          <a:spcPts val="800"/>
                        </a:spcAft>
                        <a:buNone/>
                      </a:pPr>
                      <a:r>
                        <a:rPr lang="en-US" sz="1400" kern="100">
                          <a:solidFill>
                            <a:srgbClr val="000000"/>
                          </a:solidFill>
                          <a:effectLst/>
                        </a:rPr>
                        <a:t>7</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5 – Oct 9</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dirty="0">
                          <a:solidFill>
                            <a:srgbClr val="000000"/>
                          </a:solidFill>
                          <a:effectLst/>
                        </a:rPr>
                        <a:t>Coping &amp; Resilience; BCP Workday; Using Health Services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a:solidFill>
                            <a:srgbClr val="000000"/>
                          </a:solidFill>
                          <a:effectLst/>
                        </a:rPr>
                        <a:t>10/7: BCP due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434571383"/>
                  </a:ext>
                </a:extLst>
              </a:tr>
              <a:tr h="204558">
                <a:tc>
                  <a:txBody>
                    <a:bodyPr/>
                    <a:lstStyle/>
                    <a:p>
                      <a:pPr marL="0" marR="0" algn="ctr">
                        <a:lnSpc>
                          <a:spcPct val="115000"/>
                        </a:lnSpc>
                        <a:spcAft>
                          <a:spcPts val="800"/>
                        </a:spcAft>
                        <a:buNone/>
                      </a:pPr>
                      <a:r>
                        <a:rPr lang="en-US" sz="1400" kern="100">
                          <a:effectLst/>
                        </a:rPr>
                        <a:t>8</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12 – 16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0">
                          <a:solidFill>
                            <a:srgbClr val="000000"/>
                          </a:solidFill>
                          <a:effectLst/>
                        </a:rPr>
                        <a:t>Health Communication</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10/16: Virtual Class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527280411"/>
                  </a:ext>
                </a:extLst>
              </a:tr>
              <a:tr h="408734">
                <a:tc>
                  <a:txBody>
                    <a:bodyPr/>
                    <a:lstStyle/>
                    <a:p>
                      <a:pPr marL="0" marR="0" algn="ctr">
                        <a:lnSpc>
                          <a:spcPct val="115000"/>
                        </a:lnSpc>
                        <a:spcAft>
                          <a:spcPts val="800"/>
                        </a:spcAft>
                        <a:buNone/>
                      </a:pPr>
                      <a:r>
                        <a:rPr lang="en-US" sz="1400" kern="100">
                          <a:solidFill>
                            <a:srgbClr val="000000"/>
                          </a:solidFill>
                          <a:effectLst/>
                        </a:rPr>
                        <a:t>9</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19 – 23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HIP Intro; Pain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solidFill>
                            <a:srgbClr val="000000"/>
                          </a:solidFill>
                          <a:effectLst/>
                        </a:rPr>
                        <a:t>10/19: Fall Break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928223395"/>
                  </a:ext>
                </a:extLst>
              </a:tr>
              <a:tr h="408734">
                <a:tc>
                  <a:txBody>
                    <a:bodyPr/>
                    <a:lstStyle/>
                    <a:p>
                      <a:pPr marL="0" marR="0" algn="ctr">
                        <a:lnSpc>
                          <a:spcPct val="115000"/>
                        </a:lnSpc>
                        <a:spcAft>
                          <a:spcPts val="800"/>
                        </a:spcAft>
                        <a:buNone/>
                      </a:pPr>
                      <a:r>
                        <a:rPr lang="en-US" sz="1400" kern="100">
                          <a:effectLst/>
                        </a:rPr>
                        <a:t>10</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Oct 26 – 30</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Pain;  Chronic Health Disorders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314875353"/>
                  </a:ext>
                </a:extLst>
              </a:tr>
              <a:tr h="310219">
                <a:tc>
                  <a:txBody>
                    <a:bodyPr/>
                    <a:lstStyle/>
                    <a:p>
                      <a:pPr marL="0" marR="0" algn="ctr">
                        <a:lnSpc>
                          <a:spcPct val="115000"/>
                        </a:lnSpc>
                        <a:spcAft>
                          <a:spcPts val="800"/>
                        </a:spcAft>
                        <a:buNone/>
                      </a:pPr>
                      <a:r>
                        <a:rPr lang="en-US" sz="1400" kern="100">
                          <a:solidFill>
                            <a:srgbClr val="000000"/>
                          </a:solidFill>
                          <a:effectLst/>
                        </a:rPr>
                        <a:t>11</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2 – 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Exam 2; Heart Disorders; Immune Disorders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11/2: Exam 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452483563"/>
                  </a:ext>
                </a:extLst>
              </a:tr>
              <a:tr h="408734">
                <a:tc>
                  <a:txBody>
                    <a:bodyPr/>
                    <a:lstStyle/>
                    <a:p>
                      <a:pPr marL="0" marR="0" algn="ctr">
                        <a:lnSpc>
                          <a:spcPct val="115000"/>
                        </a:lnSpc>
                        <a:spcAft>
                          <a:spcPts val="800"/>
                        </a:spcAft>
                        <a:buNone/>
                      </a:pPr>
                      <a:r>
                        <a:rPr lang="en-US" sz="1400" kern="100">
                          <a:effectLst/>
                        </a:rPr>
                        <a:t>12</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9 – 13</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Immune Disorders; Cancer</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3384802691"/>
                  </a:ext>
                </a:extLst>
              </a:tr>
              <a:tr h="408734">
                <a:tc>
                  <a:txBody>
                    <a:bodyPr/>
                    <a:lstStyle/>
                    <a:p>
                      <a:pPr marL="0" marR="0" algn="ctr">
                        <a:lnSpc>
                          <a:spcPct val="115000"/>
                        </a:lnSpc>
                        <a:spcAft>
                          <a:spcPts val="800"/>
                        </a:spcAft>
                        <a:buNone/>
                      </a:pPr>
                      <a:r>
                        <a:rPr lang="en-US" sz="1400" kern="100">
                          <a:solidFill>
                            <a:srgbClr val="000000"/>
                          </a:solidFill>
                          <a:effectLst/>
                        </a:rPr>
                        <a:t>13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16 – 20</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Death &amp; Dying; HIP Workday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11/20: HIP due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2678799467"/>
                  </a:ext>
                </a:extLst>
              </a:tr>
              <a:tr h="408734">
                <a:tc>
                  <a:txBody>
                    <a:bodyPr/>
                    <a:lstStyle/>
                    <a:p>
                      <a:pPr marL="0" marR="0" algn="ctr">
                        <a:lnSpc>
                          <a:spcPct val="115000"/>
                        </a:lnSpc>
                        <a:spcAft>
                          <a:spcPts val="800"/>
                        </a:spcAft>
                        <a:buNone/>
                      </a:pPr>
                      <a:r>
                        <a:rPr lang="en-US" sz="1400" kern="100">
                          <a:effectLst/>
                        </a:rPr>
                        <a:t>14</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23 – 27</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Future of Health Psych</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effectLst/>
                        </a:rPr>
                        <a:t>11/25: Virtual Class; 11/27: Holiday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429492754"/>
                  </a:ext>
                </a:extLst>
              </a:tr>
              <a:tr h="514394">
                <a:tc>
                  <a:txBody>
                    <a:bodyPr/>
                    <a:lstStyle/>
                    <a:p>
                      <a:pPr marL="0" marR="0" algn="ctr">
                        <a:lnSpc>
                          <a:spcPct val="115000"/>
                        </a:lnSpc>
                        <a:spcAft>
                          <a:spcPts val="800"/>
                        </a:spcAft>
                        <a:buNone/>
                      </a:pPr>
                      <a:r>
                        <a:rPr lang="en-US" sz="1400" kern="100">
                          <a:solidFill>
                            <a:srgbClr val="000000"/>
                          </a:solidFill>
                          <a:effectLst/>
                        </a:rPr>
                        <a:t>15</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Nov 30 – Dec 4</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Exam 3; Guest Lecture; Day in the Life Project Intro</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100">
                          <a:solidFill>
                            <a:srgbClr val="000000"/>
                          </a:solidFill>
                          <a:effectLst/>
                        </a:rPr>
                        <a:t>11/30: Exam 3</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676220381"/>
                  </a:ext>
                </a:extLst>
              </a:tr>
              <a:tr h="98897">
                <a:tc>
                  <a:txBody>
                    <a:bodyPr/>
                    <a:lstStyle/>
                    <a:p>
                      <a:pPr marL="0" marR="0" algn="ctr">
                        <a:lnSpc>
                          <a:spcPct val="115000"/>
                        </a:lnSpc>
                        <a:spcAft>
                          <a:spcPts val="800"/>
                        </a:spcAft>
                        <a:buNone/>
                      </a:pPr>
                      <a:r>
                        <a:rPr lang="en-US" sz="1400" kern="100">
                          <a:effectLst/>
                        </a:rPr>
                        <a:t>16</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Dec 7 – 11</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Project Days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a:effectLst/>
                        </a:rPr>
                        <a:t>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79335931"/>
                  </a:ext>
                </a:extLst>
              </a:tr>
              <a:tr h="289233">
                <a:tc>
                  <a:txBody>
                    <a:bodyPr/>
                    <a:lstStyle/>
                    <a:p>
                      <a:pPr marL="0" marR="0" algn="ctr">
                        <a:lnSpc>
                          <a:spcPct val="115000"/>
                        </a:lnSpc>
                        <a:spcAft>
                          <a:spcPts val="800"/>
                        </a:spcAft>
                        <a:buNone/>
                      </a:pPr>
                      <a:r>
                        <a:rPr lang="en-US" sz="1400" kern="100">
                          <a:solidFill>
                            <a:srgbClr val="000000"/>
                          </a:solidFill>
                          <a:effectLst/>
                        </a:rPr>
                        <a:t>17</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gn="l">
                        <a:lnSpc>
                          <a:spcPct val="115000"/>
                        </a:lnSpc>
                        <a:spcAft>
                          <a:spcPts val="800"/>
                        </a:spcAft>
                        <a:buNone/>
                      </a:pPr>
                      <a:r>
                        <a:rPr lang="en-US" sz="1400" kern="100" dirty="0">
                          <a:solidFill>
                            <a:srgbClr val="000000"/>
                          </a:solidFill>
                          <a:effectLst/>
                        </a:rPr>
                        <a:t>Dec 14 – 18</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kern="100" dirty="0">
                          <a:solidFill>
                            <a:srgbClr val="000000"/>
                          </a:solidFill>
                          <a:effectLst/>
                        </a:rPr>
                        <a:t>DitL Presentations During Final Exam Window</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tc>
                  <a:txBody>
                    <a:bodyPr/>
                    <a:lstStyle/>
                    <a:p>
                      <a:pPr marL="0" marR="0">
                        <a:lnSpc>
                          <a:spcPct val="115000"/>
                        </a:lnSpc>
                        <a:spcAft>
                          <a:spcPts val="800"/>
                        </a:spcAft>
                        <a:buNone/>
                      </a:pPr>
                      <a:r>
                        <a:rPr lang="en-US" sz="1400" b="1" kern="0" dirty="0">
                          <a:solidFill>
                            <a:srgbClr val="000000"/>
                          </a:solidFill>
                          <a:effectLst/>
                        </a:rPr>
                        <a:t>12/13: Screening Deadline;</a:t>
                      </a:r>
                      <a:br>
                        <a:rPr lang="en-US" sz="1400" b="1" kern="0" dirty="0">
                          <a:solidFill>
                            <a:srgbClr val="000000"/>
                          </a:solidFill>
                          <a:effectLst/>
                        </a:rPr>
                      </a:br>
                      <a:r>
                        <a:rPr lang="en-US" sz="1400" b="1" kern="0" dirty="0">
                          <a:solidFill>
                            <a:srgbClr val="000000"/>
                          </a:solidFill>
                          <a:effectLst/>
                        </a:rPr>
                        <a:t>12/16 @ 1pm: Presentations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5980" marR="15980" marT="0" marB="0" anchor="ctr"/>
                </a:tc>
                <a:extLst>
                  <a:ext uri="{0D108BD9-81ED-4DB2-BD59-A6C34878D82A}">
                    <a16:rowId xmlns:a16="http://schemas.microsoft.com/office/drawing/2014/main" val="1548762116"/>
                  </a:ext>
                </a:extLst>
              </a:tr>
            </a:tbl>
          </a:graphicData>
        </a:graphic>
      </p:graphicFrame>
    </p:spTree>
    <p:extLst>
      <p:ext uri="{BB962C8B-B14F-4D97-AF65-F5344CB8AC3E}">
        <p14:creationId xmlns:p14="http://schemas.microsoft.com/office/powerpoint/2010/main" val="2050434057"/>
      </p:ext>
    </p:extLst>
  </p:cSld>
  <p:clrMapOvr>
    <a:masterClrMapping/>
  </p:clrMapOvr>
  <mc:AlternateContent xmlns:mc="http://schemas.openxmlformats.org/markup-compatibility/2006" xmlns:p14="http://schemas.microsoft.com/office/powerpoint/2010/main">
    <mc:Choice Requires="p14">
      <p:transition spd="slow" p14:dur="2000" advTm="233461"/>
    </mc:Choice>
    <mc:Fallback xmlns="">
      <p:transition spd="slow" advTm="23346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55CD3-8384-E17A-BBFD-4319FD4286F2}"/>
              </a:ext>
            </a:extLst>
          </p:cNvPr>
          <p:cNvSpPr>
            <a:spLocks noGrp="1"/>
          </p:cNvSpPr>
          <p:nvPr>
            <p:ph type="title"/>
          </p:nvPr>
        </p:nvSpPr>
        <p:spPr/>
        <p:txBody>
          <a:bodyPr/>
          <a:lstStyle/>
          <a:p>
            <a:r>
              <a:rPr lang="en-US" sz="6000" dirty="0"/>
              <a:t>Any questions?</a:t>
            </a:r>
          </a:p>
        </p:txBody>
      </p:sp>
    </p:spTree>
    <p:extLst>
      <p:ext uri="{BB962C8B-B14F-4D97-AF65-F5344CB8AC3E}">
        <p14:creationId xmlns:p14="http://schemas.microsoft.com/office/powerpoint/2010/main" val="873362947"/>
      </p:ext>
    </p:extLst>
  </p:cSld>
  <p:clrMapOvr>
    <a:masterClrMapping/>
  </p:clrMapOvr>
</p:sld>
</file>

<file path=ppt/theme/theme1.xml><?xml version="1.0" encoding="utf-8"?>
<a:theme xmlns:a="http://schemas.openxmlformats.org/drawingml/2006/main" name="Office Them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oplet-Design-TM34316244_Win32_SD_v9" id="{4C371580-6163-46D2-96AA-0DCC330A1B9A}" vid="{FC8D8AFF-D381-4C29-B9DC-A81BA0CD1B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21B937-7172-47A3-B8EF-010B04CBBB90}">
  <ds:schemaRefs>
    <ds:schemaRef ds:uri="http://schemas.microsoft.com/sharepoint/v3/contenttype/forms"/>
  </ds:schemaRefs>
</ds:datastoreItem>
</file>

<file path=customXml/itemProps2.xml><?xml version="1.0" encoding="utf-8"?>
<ds:datastoreItem xmlns:ds="http://schemas.openxmlformats.org/officeDocument/2006/customXml" ds:itemID="{B14FA603-F875-4A03-93C9-402691CFAD8E}">
  <ds:schemaRefs>
    <ds:schemaRef ds:uri="http://purl.org/dc/terms/"/>
    <ds:schemaRef ds:uri="http://schemas.microsoft.com/office/2006/documentManagement/types"/>
    <ds:schemaRef ds:uri="http://schemas.microsoft.com/office/infopath/2007/PartnerControls"/>
    <ds:schemaRef ds:uri="http://schemas.microsoft.com/sharepoint/v3"/>
    <ds:schemaRef ds:uri="http://purl.org/dc/dcmitype/"/>
    <ds:schemaRef ds:uri="http://www.w3.org/XML/1998/namespace"/>
    <ds:schemaRef ds:uri="71af3243-3dd4-4a8d-8c0d-dd76da1f02a5"/>
    <ds:schemaRef ds:uri="16c05727-aa75-4e4a-9b5f-8a80a1165891"/>
    <ds:schemaRef ds:uri="http://purl.org/dc/elements/1.1/"/>
    <ds:schemaRef ds:uri="http://schemas.openxmlformats.org/package/2006/metadata/core-properties"/>
    <ds:schemaRef ds:uri="230e9df3-be65-4c73-a93b-d1236ebd677e"/>
    <ds:schemaRef ds:uri="http://schemas.microsoft.com/office/2006/metadata/properties"/>
  </ds:schemaRefs>
</ds:datastoreItem>
</file>

<file path=customXml/itemProps3.xml><?xml version="1.0" encoding="utf-8"?>
<ds:datastoreItem xmlns:ds="http://schemas.openxmlformats.org/officeDocument/2006/customXml" ds:itemID="{6BCCC5ED-FDC5-47FC-8E7E-D334979F14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Droplet design</Template>
  <TotalTime>800</TotalTime>
  <Words>1618</Words>
  <Application>Microsoft Office PowerPoint</Application>
  <PresentationFormat>Widescreen</PresentationFormat>
  <Paragraphs>256</Paragraphs>
  <Slides>21</Slides>
  <Notes>21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7" baseType="lpstr">
      <vt:lpstr>Arial</vt:lpstr>
      <vt:lpstr>Calibri</vt:lpstr>
      <vt:lpstr>Comic Sans MS</vt:lpstr>
      <vt:lpstr>Times New Roman</vt:lpstr>
      <vt:lpstr>Office Theme</vt:lpstr>
      <vt:lpstr>Document</vt:lpstr>
      <vt:lpstr>Welcome to PSY 440</vt:lpstr>
      <vt:lpstr>AGENDA</vt:lpstr>
      <vt:lpstr>Meet Dr. Scheuler</vt:lpstr>
      <vt:lpstr>My Background and Biases</vt:lpstr>
      <vt:lpstr>Intentional Course Design</vt:lpstr>
      <vt:lpstr>Now, let’s dive into the course…</vt:lpstr>
      <vt:lpstr>Contacting Me</vt:lpstr>
      <vt:lpstr>Required Materials</vt:lpstr>
      <vt:lpstr>Course Overview</vt:lpstr>
      <vt:lpstr>Class Activities</vt:lpstr>
      <vt:lpstr>Note on Class Discussions</vt:lpstr>
      <vt:lpstr>Journal Prompts</vt:lpstr>
      <vt:lpstr>Exams</vt:lpstr>
      <vt:lpstr>Quick show of hands…</vt:lpstr>
      <vt:lpstr>Behavior Change Project</vt:lpstr>
      <vt:lpstr>PowerPoint Presentation</vt:lpstr>
      <vt:lpstr>Health Information PAPER</vt:lpstr>
      <vt:lpstr>Health Information PAPER</vt:lpstr>
      <vt:lpstr>Day in the Life Project</vt:lpstr>
      <vt:lpstr>Timeline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29</cp:revision>
  <dcterms:created xsi:type="dcterms:W3CDTF">2025-08-24T23:15:43Z</dcterms:created>
  <dcterms:modified xsi:type="dcterms:W3CDTF">2026-08-15T22:06:48Z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