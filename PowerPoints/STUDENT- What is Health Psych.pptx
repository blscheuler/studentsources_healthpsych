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19"/>
  </p:notesMasterIdLst>
  <p:handoutMasterIdLst>
    <p:handoutMasterId r:id="rId20"/>
  </p:handoutMasterIdLst>
  <p:sldIdLst>
    <p:sldId id="325" r:id="rId5"/>
    <p:sldId id="329" r:id="rId6"/>
    <p:sldId id="330" r:id="rId7"/>
    <p:sldId id="331" r:id="rId8"/>
    <p:sldId id="334" r:id="rId9"/>
    <p:sldId id="333" r:id="rId10"/>
    <p:sldId id="339" r:id="rId11"/>
    <p:sldId id="342" r:id="rId12"/>
    <p:sldId id="341" r:id="rId13"/>
    <p:sldId id="332" r:id="rId14"/>
    <p:sldId id="328" r:id="rId15"/>
    <p:sldId id="340" r:id="rId16"/>
    <p:sldId id="335" r:id="rId17"/>
    <p:sldId id="3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D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86562" autoAdjust="0"/>
  </p:normalViewPr>
  <p:slideViewPr>
    <p:cSldViewPr snapToGrid="0">
      <p:cViewPr varScale="1">
        <p:scale>
          <a:sx n="97" d="100"/>
          <a:sy n="97" d="100"/>
        </p:scale>
        <p:origin x="594" y="7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5226A3-0C22-4E79-9BE1-B4ABCAA95A2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0BBCBA-2FAB-4294-96BD-AF9F8CD667B9}">
      <dgm:prSet phldrT="[Text]"/>
      <dgm:spPr/>
      <dgm:t>
        <a:bodyPr/>
        <a:lstStyle/>
        <a:p>
          <a:r>
            <a:rPr lang="en-US" b="1" u="sng" dirty="0"/>
            <a:t>Health</a:t>
          </a:r>
          <a:r>
            <a:rPr lang="en-US" dirty="0"/>
            <a:t>- “a complete state of physical, mental, and social well-being and not merely the absence of disease or infirmity”</a:t>
          </a:r>
        </a:p>
      </dgm:t>
    </dgm:pt>
    <dgm:pt modelId="{FCF43EBF-D8F4-4335-929A-023A97A3051A}" type="parTrans" cxnId="{ACCB3090-0C83-48EB-A8AD-C4B776EED6EC}">
      <dgm:prSet/>
      <dgm:spPr/>
      <dgm:t>
        <a:bodyPr/>
        <a:lstStyle/>
        <a:p>
          <a:endParaRPr lang="en-US"/>
        </a:p>
      </dgm:t>
    </dgm:pt>
    <dgm:pt modelId="{3BF93B59-776B-4C0D-B8A6-A87FB3CEE172}" type="sibTrans" cxnId="{ACCB3090-0C83-48EB-A8AD-C4B776EED6EC}">
      <dgm:prSet/>
      <dgm:spPr/>
      <dgm:t>
        <a:bodyPr/>
        <a:lstStyle/>
        <a:p>
          <a:endParaRPr lang="en-US"/>
        </a:p>
      </dgm:t>
    </dgm:pt>
    <dgm:pt modelId="{1E4D0B66-F4BF-4AAF-AC53-9F3A0D90B17E}">
      <dgm:prSet phldrT="[Text]"/>
      <dgm:spPr/>
      <dgm:t>
        <a:bodyPr/>
        <a:lstStyle/>
        <a:p>
          <a:r>
            <a:rPr lang="en-US" b="1" u="sng" dirty="0"/>
            <a:t>Unwellness</a:t>
          </a:r>
          <a:r>
            <a:rPr lang="en-US" b="1" u="none" dirty="0"/>
            <a:t>- </a:t>
          </a:r>
          <a:r>
            <a:rPr lang="en-US" dirty="0"/>
            <a:t>when health is diminished </a:t>
          </a:r>
        </a:p>
      </dgm:t>
    </dgm:pt>
    <dgm:pt modelId="{7AF83616-5B7A-4A31-8876-C2839F8CDC60}" type="parTrans" cxnId="{5DA43BC4-2708-4750-AFA3-7C8FA4212313}">
      <dgm:prSet/>
      <dgm:spPr/>
      <dgm:t>
        <a:bodyPr/>
        <a:lstStyle/>
        <a:p>
          <a:endParaRPr lang="en-US"/>
        </a:p>
      </dgm:t>
    </dgm:pt>
    <dgm:pt modelId="{7E3BBBC1-8CC7-4398-B089-9B1D2611ED01}" type="sibTrans" cxnId="{5DA43BC4-2708-4750-AFA3-7C8FA4212313}">
      <dgm:prSet/>
      <dgm:spPr/>
      <dgm:t>
        <a:bodyPr/>
        <a:lstStyle/>
        <a:p>
          <a:endParaRPr lang="en-US"/>
        </a:p>
      </dgm:t>
    </dgm:pt>
    <dgm:pt modelId="{1C1848E8-2FB8-4C43-B510-08FACAF597AB}">
      <dgm:prSet phldrT="[Text]"/>
      <dgm:spPr/>
      <dgm:t>
        <a:bodyPr/>
        <a:lstStyle/>
        <a:p>
          <a:r>
            <a:rPr lang="en-US" b="1" u="sng" dirty="0"/>
            <a:t>Wellness</a:t>
          </a:r>
          <a:r>
            <a:rPr lang="en-US" dirty="0"/>
            <a:t>- when health is thriving</a:t>
          </a:r>
        </a:p>
      </dgm:t>
    </dgm:pt>
    <dgm:pt modelId="{022CD784-3DFD-4231-91E9-29E5A0CC1E01}" type="parTrans" cxnId="{9468F25D-4231-4AFC-8596-6E26829B76F9}">
      <dgm:prSet/>
      <dgm:spPr/>
      <dgm:t>
        <a:bodyPr/>
        <a:lstStyle/>
        <a:p>
          <a:endParaRPr lang="en-US"/>
        </a:p>
      </dgm:t>
    </dgm:pt>
    <dgm:pt modelId="{AF94BD8F-6C7C-40E3-8049-FA0A884B13D5}" type="sibTrans" cxnId="{9468F25D-4231-4AFC-8596-6E26829B76F9}">
      <dgm:prSet/>
      <dgm:spPr/>
      <dgm:t>
        <a:bodyPr/>
        <a:lstStyle/>
        <a:p>
          <a:endParaRPr lang="en-US"/>
        </a:p>
      </dgm:t>
    </dgm:pt>
    <dgm:pt modelId="{A8F70902-0C85-4115-905B-1077DC53F029}" type="pres">
      <dgm:prSet presAssocID="{3D5226A3-0C22-4E79-9BE1-B4ABCAA95A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866E53-1C1A-4BCC-84F7-C4BFAE8D260F}" type="pres">
      <dgm:prSet presAssocID="{1B0BBCBA-2FAB-4294-96BD-AF9F8CD667B9}" presName="hierRoot1" presStyleCnt="0"/>
      <dgm:spPr/>
    </dgm:pt>
    <dgm:pt modelId="{6AC36910-8B80-4FDF-AC9A-BCDE2EA7A5D2}" type="pres">
      <dgm:prSet presAssocID="{1B0BBCBA-2FAB-4294-96BD-AF9F8CD667B9}" presName="composite" presStyleCnt="0"/>
      <dgm:spPr/>
    </dgm:pt>
    <dgm:pt modelId="{C25F09A4-8499-4CAA-A94C-3341CBE70208}" type="pres">
      <dgm:prSet presAssocID="{1B0BBCBA-2FAB-4294-96BD-AF9F8CD667B9}" presName="background" presStyleLbl="node0" presStyleIdx="0" presStyleCnt="1"/>
      <dgm:spPr/>
    </dgm:pt>
    <dgm:pt modelId="{8DD9C888-24B9-41D2-8A5A-4A3D0AA2F188}" type="pres">
      <dgm:prSet presAssocID="{1B0BBCBA-2FAB-4294-96BD-AF9F8CD667B9}" presName="text" presStyleLbl="fgAcc0" presStyleIdx="0" presStyleCnt="1" custScaleX="217540">
        <dgm:presLayoutVars>
          <dgm:chPref val="3"/>
        </dgm:presLayoutVars>
      </dgm:prSet>
      <dgm:spPr/>
    </dgm:pt>
    <dgm:pt modelId="{F538B352-D4FB-4871-830E-A902B3716B54}" type="pres">
      <dgm:prSet presAssocID="{1B0BBCBA-2FAB-4294-96BD-AF9F8CD667B9}" presName="hierChild2" presStyleCnt="0"/>
      <dgm:spPr/>
    </dgm:pt>
    <dgm:pt modelId="{D0FCBE8D-0BFC-43E6-9DD6-329C722D7F4A}" type="pres">
      <dgm:prSet presAssocID="{7AF83616-5B7A-4A31-8876-C2839F8CDC60}" presName="Name10" presStyleLbl="parChTrans1D2" presStyleIdx="0" presStyleCnt="2"/>
      <dgm:spPr/>
    </dgm:pt>
    <dgm:pt modelId="{22709C63-BD11-4528-B269-FF77D77B90FE}" type="pres">
      <dgm:prSet presAssocID="{1E4D0B66-F4BF-4AAF-AC53-9F3A0D90B17E}" presName="hierRoot2" presStyleCnt="0"/>
      <dgm:spPr/>
    </dgm:pt>
    <dgm:pt modelId="{8D110503-ABA0-4029-85D2-B39707084154}" type="pres">
      <dgm:prSet presAssocID="{1E4D0B66-F4BF-4AAF-AC53-9F3A0D90B17E}" presName="composite2" presStyleCnt="0"/>
      <dgm:spPr/>
    </dgm:pt>
    <dgm:pt modelId="{4F779F55-2EE3-4327-94CC-7EA13108761F}" type="pres">
      <dgm:prSet presAssocID="{1E4D0B66-F4BF-4AAF-AC53-9F3A0D90B17E}" presName="background2" presStyleLbl="node2" presStyleIdx="0" presStyleCnt="2"/>
      <dgm:spPr/>
    </dgm:pt>
    <dgm:pt modelId="{6F0EFC96-68A1-4B41-90B4-5679BABF2D18}" type="pres">
      <dgm:prSet presAssocID="{1E4D0B66-F4BF-4AAF-AC53-9F3A0D90B17E}" presName="text2" presStyleLbl="fgAcc2" presStyleIdx="0" presStyleCnt="2" custScaleX="113519">
        <dgm:presLayoutVars>
          <dgm:chPref val="3"/>
        </dgm:presLayoutVars>
      </dgm:prSet>
      <dgm:spPr/>
    </dgm:pt>
    <dgm:pt modelId="{0EEB2A68-0FAC-4E04-A2FE-9139E54B436D}" type="pres">
      <dgm:prSet presAssocID="{1E4D0B66-F4BF-4AAF-AC53-9F3A0D90B17E}" presName="hierChild3" presStyleCnt="0"/>
      <dgm:spPr/>
    </dgm:pt>
    <dgm:pt modelId="{6A81C59E-CDE6-4B96-AE28-02136C32E9CD}" type="pres">
      <dgm:prSet presAssocID="{022CD784-3DFD-4231-91E9-29E5A0CC1E01}" presName="Name10" presStyleLbl="parChTrans1D2" presStyleIdx="1" presStyleCnt="2"/>
      <dgm:spPr/>
    </dgm:pt>
    <dgm:pt modelId="{D1FF8EEE-21F5-4B77-9AFD-67C84CB48D55}" type="pres">
      <dgm:prSet presAssocID="{1C1848E8-2FB8-4C43-B510-08FACAF597AB}" presName="hierRoot2" presStyleCnt="0"/>
      <dgm:spPr/>
    </dgm:pt>
    <dgm:pt modelId="{D21DF373-3B8C-4D63-958C-BECE6C446417}" type="pres">
      <dgm:prSet presAssocID="{1C1848E8-2FB8-4C43-B510-08FACAF597AB}" presName="composite2" presStyleCnt="0"/>
      <dgm:spPr/>
    </dgm:pt>
    <dgm:pt modelId="{5D47A9F0-8E8A-414C-9D37-A97560DA893A}" type="pres">
      <dgm:prSet presAssocID="{1C1848E8-2FB8-4C43-B510-08FACAF597AB}" presName="background2" presStyleLbl="node2" presStyleIdx="1" presStyleCnt="2"/>
      <dgm:spPr/>
    </dgm:pt>
    <dgm:pt modelId="{9CE5EF44-ACDA-479E-B385-AB0866023DCC}" type="pres">
      <dgm:prSet presAssocID="{1C1848E8-2FB8-4C43-B510-08FACAF597AB}" presName="text2" presStyleLbl="fgAcc2" presStyleIdx="1" presStyleCnt="2" custScaleX="113519">
        <dgm:presLayoutVars>
          <dgm:chPref val="3"/>
        </dgm:presLayoutVars>
      </dgm:prSet>
      <dgm:spPr/>
    </dgm:pt>
    <dgm:pt modelId="{CCA3A177-CE54-4EED-A390-1D06BFCDD4F9}" type="pres">
      <dgm:prSet presAssocID="{1C1848E8-2FB8-4C43-B510-08FACAF597AB}" presName="hierChild3" presStyleCnt="0"/>
      <dgm:spPr/>
    </dgm:pt>
  </dgm:ptLst>
  <dgm:cxnLst>
    <dgm:cxn modelId="{E939B821-AE32-4A65-87B4-2AC7BF5E862A}" type="presOf" srcId="{3D5226A3-0C22-4E79-9BE1-B4ABCAA95A26}" destId="{A8F70902-0C85-4115-905B-1077DC53F029}" srcOrd="0" destOrd="0" presId="urn:microsoft.com/office/officeart/2005/8/layout/hierarchy1"/>
    <dgm:cxn modelId="{8090FE24-CF6C-4299-AF5E-9EB3E3A7FAC0}" type="presOf" srcId="{022CD784-3DFD-4231-91E9-29E5A0CC1E01}" destId="{6A81C59E-CDE6-4B96-AE28-02136C32E9CD}" srcOrd="0" destOrd="0" presId="urn:microsoft.com/office/officeart/2005/8/layout/hierarchy1"/>
    <dgm:cxn modelId="{9468F25D-4231-4AFC-8596-6E26829B76F9}" srcId="{1B0BBCBA-2FAB-4294-96BD-AF9F8CD667B9}" destId="{1C1848E8-2FB8-4C43-B510-08FACAF597AB}" srcOrd="1" destOrd="0" parTransId="{022CD784-3DFD-4231-91E9-29E5A0CC1E01}" sibTransId="{AF94BD8F-6C7C-40E3-8049-FA0A884B13D5}"/>
    <dgm:cxn modelId="{605DCC47-3D3B-4F4A-9422-113B58CEAFC7}" type="presOf" srcId="{1B0BBCBA-2FAB-4294-96BD-AF9F8CD667B9}" destId="{8DD9C888-24B9-41D2-8A5A-4A3D0AA2F188}" srcOrd="0" destOrd="0" presId="urn:microsoft.com/office/officeart/2005/8/layout/hierarchy1"/>
    <dgm:cxn modelId="{4F8D5775-D608-46C5-BE87-4BC91C1F6E25}" type="presOf" srcId="{7AF83616-5B7A-4A31-8876-C2839F8CDC60}" destId="{D0FCBE8D-0BFC-43E6-9DD6-329C722D7F4A}" srcOrd="0" destOrd="0" presId="urn:microsoft.com/office/officeart/2005/8/layout/hierarchy1"/>
    <dgm:cxn modelId="{ACCB3090-0C83-48EB-A8AD-C4B776EED6EC}" srcId="{3D5226A3-0C22-4E79-9BE1-B4ABCAA95A26}" destId="{1B0BBCBA-2FAB-4294-96BD-AF9F8CD667B9}" srcOrd="0" destOrd="0" parTransId="{FCF43EBF-D8F4-4335-929A-023A97A3051A}" sibTransId="{3BF93B59-776B-4C0D-B8A6-A87FB3CEE172}"/>
    <dgm:cxn modelId="{5DA43BC4-2708-4750-AFA3-7C8FA4212313}" srcId="{1B0BBCBA-2FAB-4294-96BD-AF9F8CD667B9}" destId="{1E4D0B66-F4BF-4AAF-AC53-9F3A0D90B17E}" srcOrd="0" destOrd="0" parTransId="{7AF83616-5B7A-4A31-8876-C2839F8CDC60}" sibTransId="{7E3BBBC1-8CC7-4398-B089-9B1D2611ED01}"/>
    <dgm:cxn modelId="{11A393E4-2C59-41D7-8DA3-4D13A9909224}" type="presOf" srcId="{1E4D0B66-F4BF-4AAF-AC53-9F3A0D90B17E}" destId="{6F0EFC96-68A1-4B41-90B4-5679BABF2D18}" srcOrd="0" destOrd="0" presId="urn:microsoft.com/office/officeart/2005/8/layout/hierarchy1"/>
    <dgm:cxn modelId="{2C2AE3EC-F615-4C64-A8D0-5225F7CF0CD3}" type="presOf" srcId="{1C1848E8-2FB8-4C43-B510-08FACAF597AB}" destId="{9CE5EF44-ACDA-479E-B385-AB0866023DCC}" srcOrd="0" destOrd="0" presId="urn:microsoft.com/office/officeart/2005/8/layout/hierarchy1"/>
    <dgm:cxn modelId="{81730A8D-3E69-49E8-A396-2FAC0EC8EA84}" type="presParOf" srcId="{A8F70902-0C85-4115-905B-1077DC53F029}" destId="{B4866E53-1C1A-4BCC-84F7-C4BFAE8D260F}" srcOrd="0" destOrd="0" presId="urn:microsoft.com/office/officeart/2005/8/layout/hierarchy1"/>
    <dgm:cxn modelId="{290177C9-6605-42B7-9E09-3A2DFB224BAA}" type="presParOf" srcId="{B4866E53-1C1A-4BCC-84F7-C4BFAE8D260F}" destId="{6AC36910-8B80-4FDF-AC9A-BCDE2EA7A5D2}" srcOrd="0" destOrd="0" presId="urn:microsoft.com/office/officeart/2005/8/layout/hierarchy1"/>
    <dgm:cxn modelId="{EFC90457-D98F-414D-A40B-55DDC4AECCBF}" type="presParOf" srcId="{6AC36910-8B80-4FDF-AC9A-BCDE2EA7A5D2}" destId="{C25F09A4-8499-4CAA-A94C-3341CBE70208}" srcOrd="0" destOrd="0" presId="urn:microsoft.com/office/officeart/2005/8/layout/hierarchy1"/>
    <dgm:cxn modelId="{028FE77A-3C8C-49A3-8B5C-B7446DB99C6F}" type="presParOf" srcId="{6AC36910-8B80-4FDF-AC9A-BCDE2EA7A5D2}" destId="{8DD9C888-24B9-41D2-8A5A-4A3D0AA2F188}" srcOrd="1" destOrd="0" presId="urn:microsoft.com/office/officeart/2005/8/layout/hierarchy1"/>
    <dgm:cxn modelId="{4CF7F819-C217-49B2-BBFC-037CF195F846}" type="presParOf" srcId="{B4866E53-1C1A-4BCC-84F7-C4BFAE8D260F}" destId="{F538B352-D4FB-4871-830E-A902B3716B54}" srcOrd="1" destOrd="0" presId="urn:microsoft.com/office/officeart/2005/8/layout/hierarchy1"/>
    <dgm:cxn modelId="{B395FE8E-75B8-4701-92CC-5BE8D1E3847E}" type="presParOf" srcId="{F538B352-D4FB-4871-830E-A902B3716B54}" destId="{D0FCBE8D-0BFC-43E6-9DD6-329C722D7F4A}" srcOrd="0" destOrd="0" presId="urn:microsoft.com/office/officeart/2005/8/layout/hierarchy1"/>
    <dgm:cxn modelId="{4363E52A-A9AE-4F31-9498-616A8E56FB35}" type="presParOf" srcId="{F538B352-D4FB-4871-830E-A902B3716B54}" destId="{22709C63-BD11-4528-B269-FF77D77B90FE}" srcOrd="1" destOrd="0" presId="urn:microsoft.com/office/officeart/2005/8/layout/hierarchy1"/>
    <dgm:cxn modelId="{63003D96-3F89-48CA-881B-A06FA0052C9B}" type="presParOf" srcId="{22709C63-BD11-4528-B269-FF77D77B90FE}" destId="{8D110503-ABA0-4029-85D2-B39707084154}" srcOrd="0" destOrd="0" presId="urn:microsoft.com/office/officeart/2005/8/layout/hierarchy1"/>
    <dgm:cxn modelId="{305DAED6-24E3-4790-99BA-AA293911B04B}" type="presParOf" srcId="{8D110503-ABA0-4029-85D2-B39707084154}" destId="{4F779F55-2EE3-4327-94CC-7EA13108761F}" srcOrd="0" destOrd="0" presId="urn:microsoft.com/office/officeart/2005/8/layout/hierarchy1"/>
    <dgm:cxn modelId="{0D4212EB-6A37-419A-962D-50E7B7666A35}" type="presParOf" srcId="{8D110503-ABA0-4029-85D2-B39707084154}" destId="{6F0EFC96-68A1-4B41-90B4-5679BABF2D18}" srcOrd="1" destOrd="0" presId="urn:microsoft.com/office/officeart/2005/8/layout/hierarchy1"/>
    <dgm:cxn modelId="{6587C0EC-C27F-4C73-AC62-2B9C84679EAE}" type="presParOf" srcId="{22709C63-BD11-4528-B269-FF77D77B90FE}" destId="{0EEB2A68-0FAC-4E04-A2FE-9139E54B436D}" srcOrd="1" destOrd="0" presId="urn:microsoft.com/office/officeart/2005/8/layout/hierarchy1"/>
    <dgm:cxn modelId="{68C815F9-DF03-482A-B1D3-CD8205732D27}" type="presParOf" srcId="{F538B352-D4FB-4871-830E-A902B3716B54}" destId="{6A81C59E-CDE6-4B96-AE28-02136C32E9CD}" srcOrd="2" destOrd="0" presId="urn:microsoft.com/office/officeart/2005/8/layout/hierarchy1"/>
    <dgm:cxn modelId="{5AA1DDF7-2454-4D89-8818-7EC313EAC759}" type="presParOf" srcId="{F538B352-D4FB-4871-830E-A902B3716B54}" destId="{D1FF8EEE-21F5-4B77-9AFD-67C84CB48D55}" srcOrd="3" destOrd="0" presId="urn:microsoft.com/office/officeart/2005/8/layout/hierarchy1"/>
    <dgm:cxn modelId="{BAB71D02-0B1D-4F53-AA78-E450AC9CAD6F}" type="presParOf" srcId="{D1FF8EEE-21F5-4B77-9AFD-67C84CB48D55}" destId="{D21DF373-3B8C-4D63-958C-BECE6C446417}" srcOrd="0" destOrd="0" presId="urn:microsoft.com/office/officeart/2005/8/layout/hierarchy1"/>
    <dgm:cxn modelId="{5B3634B9-8001-468E-9DB0-D6C1A329331B}" type="presParOf" srcId="{D21DF373-3B8C-4D63-958C-BECE6C446417}" destId="{5D47A9F0-8E8A-414C-9D37-A97560DA893A}" srcOrd="0" destOrd="0" presId="urn:microsoft.com/office/officeart/2005/8/layout/hierarchy1"/>
    <dgm:cxn modelId="{450BC0D3-6F60-492B-AC43-A9C1D8D6C607}" type="presParOf" srcId="{D21DF373-3B8C-4D63-958C-BECE6C446417}" destId="{9CE5EF44-ACDA-479E-B385-AB0866023DCC}" srcOrd="1" destOrd="0" presId="urn:microsoft.com/office/officeart/2005/8/layout/hierarchy1"/>
    <dgm:cxn modelId="{3152B727-4371-453C-83C7-B779D59B7186}" type="presParOf" srcId="{D1FF8EEE-21F5-4B77-9AFD-67C84CB48D55}" destId="{CCA3A177-CE54-4EED-A390-1D06BFCDD4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1AB0FB-2AD9-4CD8-AD8F-4AA36C81F33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2CE2A7-E36E-44DA-80E6-5BAEAAF513ED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Etiology</a:t>
          </a:r>
          <a:r>
            <a:rPr lang="en-US" dirty="0">
              <a:solidFill>
                <a:schemeClr val="tx1"/>
              </a:solidFill>
            </a:rPr>
            <a:t>- the origins or causes of an illness </a:t>
          </a:r>
        </a:p>
      </dgm:t>
    </dgm:pt>
    <dgm:pt modelId="{0BA25332-522E-4995-A9B9-508260D13ABC}" type="parTrans" cxnId="{C10B7DA2-98BD-49CA-ABB9-BFA512B85B3E}">
      <dgm:prSet/>
      <dgm:spPr/>
      <dgm:t>
        <a:bodyPr/>
        <a:lstStyle/>
        <a:p>
          <a:endParaRPr lang="en-US"/>
        </a:p>
      </dgm:t>
    </dgm:pt>
    <dgm:pt modelId="{1B0E58A6-9EB2-462F-BD4F-174DDA004408}" type="sibTrans" cxnId="{C10B7DA2-98BD-49CA-ABB9-BFA512B85B3E}">
      <dgm:prSet/>
      <dgm:spPr/>
      <dgm:t>
        <a:bodyPr/>
        <a:lstStyle/>
        <a:p>
          <a:endParaRPr lang="en-US"/>
        </a:p>
      </dgm:t>
    </dgm:pt>
    <dgm:pt modelId="{55B3B6B5-D112-40BB-934B-073825318BF2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/>
            <a:t>The “why”</a:t>
          </a:r>
        </a:p>
      </dgm:t>
    </dgm:pt>
    <dgm:pt modelId="{FE09D6CB-B7B7-4776-99CA-5987AA16DE53}" type="parTrans" cxnId="{BA6DC455-B3CF-4583-A3E9-2712C2A276E3}">
      <dgm:prSet/>
      <dgm:spPr/>
      <dgm:t>
        <a:bodyPr/>
        <a:lstStyle/>
        <a:p>
          <a:endParaRPr lang="en-US"/>
        </a:p>
      </dgm:t>
    </dgm:pt>
    <dgm:pt modelId="{7970EF18-44D8-4B4F-A77E-5FB30A86AB59}" type="sibTrans" cxnId="{BA6DC455-B3CF-4583-A3E9-2712C2A276E3}">
      <dgm:prSet/>
      <dgm:spPr/>
      <dgm:t>
        <a:bodyPr/>
        <a:lstStyle/>
        <a:p>
          <a:endParaRPr lang="en-US"/>
        </a:p>
      </dgm:t>
    </dgm:pt>
    <dgm:pt modelId="{AE80B185-BAAA-4BBC-9E93-2959C3B8B61C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/>
            <a:t>Ex: Studying how smoking causes lung cancer</a:t>
          </a:r>
        </a:p>
      </dgm:t>
    </dgm:pt>
    <dgm:pt modelId="{305B9E9D-1380-49CB-842A-2DD6F4336D77}" type="parTrans" cxnId="{06937F79-A88C-4396-846D-66FCC48AECA7}">
      <dgm:prSet/>
      <dgm:spPr/>
      <dgm:t>
        <a:bodyPr/>
        <a:lstStyle/>
        <a:p>
          <a:endParaRPr lang="en-US"/>
        </a:p>
      </dgm:t>
    </dgm:pt>
    <dgm:pt modelId="{B90FCBB8-3AFD-4A98-A47D-47C7356F8782}" type="sibTrans" cxnId="{06937F79-A88C-4396-846D-66FCC48AECA7}">
      <dgm:prSet/>
      <dgm:spPr/>
      <dgm:t>
        <a:bodyPr/>
        <a:lstStyle/>
        <a:p>
          <a:endParaRPr lang="en-US"/>
        </a:p>
      </dgm:t>
    </dgm:pt>
    <dgm:pt modelId="{CD143AC4-5FB8-4AF8-B1C7-12882E02CE01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b="1" u="sng" dirty="0">
              <a:solidFill>
                <a:schemeClr val="tx1"/>
              </a:solidFill>
            </a:rPr>
            <a:t>Epidemiology</a:t>
          </a:r>
          <a:r>
            <a:rPr lang="en-US" dirty="0">
              <a:solidFill>
                <a:schemeClr val="tx1"/>
              </a:solidFill>
            </a:rPr>
            <a:t>- the study of the frequency, distribution, and causes of a disease </a:t>
          </a:r>
          <a:r>
            <a:rPr lang="en-US" i="1" dirty="0">
              <a:solidFill>
                <a:schemeClr val="tx1"/>
              </a:solidFill>
            </a:rPr>
            <a:t>in a population</a:t>
          </a:r>
          <a:endParaRPr lang="en-US" dirty="0">
            <a:solidFill>
              <a:schemeClr val="tx1"/>
            </a:solidFill>
          </a:endParaRPr>
        </a:p>
      </dgm:t>
    </dgm:pt>
    <dgm:pt modelId="{48DDDC88-D8EB-4B62-B591-0C547FC3F2EC}" type="parTrans" cxnId="{9368023A-10FE-418D-A779-F8951E4DE8AD}">
      <dgm:prSet/>
      <dgm:spPr/>
      <dgm:t>
        <a:bodyPr/>
        <a:lstStyle/>
        <a:p>
          <a:endParaRPr lang="en-US"/>
        </a:p>
      </dgm:t>
    </dgm:pt>
    <dgm:pt modelId="{BB5AB515-4049-4E88-8928-C244E8C78079}" type="sibTrans" cxnId="{9368023A-10FE-418D-A779-F8951E4DE8AD}">
      <dgm:prSet/>
      <dgm:spPr/>
      <dgm:t>
        <a:bodyPr/>
        <a:lstStyle/>
        <a:p>
          <a:endParaRPr lang="en-US"/>
        </a:p>
      </dgm:t>
    </dgm:pt>
    <dgm:pt modelId="{7B7192AE-2B68-4979-95D1-D4246B4D8C08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/>
            <a:t>The “what, where, when”</a:t>
          </a:r>
        </a:p>
      </dgm:t>
    </dgm:pt>
    <dgm:pt modelId="{B7647BD0-9160-422C-9C0E-178CCEFB5F19}" type="parTrans" cxnId="{14AEEE16-DB20-42F7-A60B-DE0BE76886BA}">
      <dgm:prSet/>
      <dgm:spPr/>
      <dgm:t>
        <a:bodyPr/>
        <a:lstStyle/>
        <a:p>
          <a:endParaRPr lang="en-US"/>
        </a:p>
      </dgm:t>
    </dgm:pt>
    <dgm:pt modelId="{B4DB5471-2BDC-49AF-ADD0-1996D70538E6}" type="sibTrans" cxnId="{14AEEE16-DB20-42F7-A60B-DE0BE76886BA}">
      <dgm:prSet/>
      <dgm:spPr/>
      <dgm:t>
        <a:bodyPr/>
        <a:lstStyle/>
        <a:p>
          <a:endParaRPr lang="en-US"/>
        </a:p>
      </dgm:t>
    </dgm:pt>
    <dgm:pt modelId="{EE60CDA7-BDB3-4600-BA91-F72DF8321868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/>
            <a:t>Ex: Studying why the bubonic plague became a pandemic in the 1300s</a:t>
          </a:r>
        </a:p>
      </dgm:t>
    </dgm:pt>
    <dgm:pt modelId="{97042EAC-AB6E-4655-A3A7-5387AD8E3D0B}" type="parTrans" cxnId="{91425F2A-353B-4476-9C48-564786815406}">
      <dgm:prSet/>
      <dgm:spPr/>
      <dgm:t>
        <a:bodyPr/>
        <a:lstStyle/>
        <a:p>
          <a:endParaRPr lang="en-US"/>
        </a:p>
      </dgm:t>
    </dgm:pt>
    <dgm:pt modelId="{F4C90ABF-1F60-4756-9203-89B9CEE2BCCB}" type="sibTrans" cxnId="{91425F2A-353B-4476-9C48-564786815406}">
      <dgm:prSet/>
      <dgm:spPr/>
      <dgm:t>
        <a:bodyPr/>
        <a:lstStyle/>
        <a:p>
          <a:endParaRPr lang="en-US"/>
        </a:p>
      </dgm:t>
    </dgm:pt>
    <dgm:pt modelId="{9C413BF7-7EF5-4340-ACB8-D06446710355}" type="pres">
      <dgm:prSet presAssocID="{071AB0FB-2AD9-4CD8-AD8F-4AA36C81F330}" presName="Name0" presStyleCnt="0">
        <dgm:presLayoutVars>
          <dgm:dir/>
          <dgm:animLvl val="lvl"/>
          <dgm:resizeHandles val="exact"/>
        </dgm:presLayoutVars>
      </dgm:prSet>
      <dgm:spPr/>
    </dgm:pt>
    <dgm:pt modelId="{5F262025-F1C3-480F-ADFA-A105E72ECB6A}" type="pres">
      <dgm:prSet presAssocID="{A32CE2A7-E36E-44DA-80E6-5BAEAAF513ED}" presName="linNode" presStyleCnt="0"/>
      <dgm:spPr/>
    </dgm:pt>
    <dgm:pt modelId="{BD11892A-201B-40B5-8EF9-A9D56C1F3E06}" type="pres">
      <dgm:prSet presAssocID="{A32CE2A7-E36E-44DA-80E6-5BAEAAF513E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273F98C-04F6-4C63-AF5D-8DF7E68CD0BE}" type="pres">
      <dgm:prSet presAssocID="{A32CE2A7-E36E-44DA-80E6-5BAEAAF513ED}" presName="descendantText" presStyleLbl="alignAccFollowNode1" presStyleIdx="0" presStyleCnt="2">
        <dgm:presLayoutVars>
          <dgm:bulletEnabled val="1"/>
        </dgm:presLayoutVars>
      </dgm:prSet>
      <dgm:spPr/>
    </dgm:pt>
    <dgm:pt modelId="{0FAD5108-3A38-4FD4-9EEB-B3A541D562AC}" type="pres">
      <dgm:prSet presAssocID="{1B0E58A6-9EB2-462F-BD4F-174DDA004408}" presName="sp" presStyleCnt="0"/>
      <dgm:spPr/>
    </dgm:pt>
    <dgm:pt modelId="{0946CDC2-6F64-499C-A4A6-3AEE24F0E55C}" type="pres">
      <dgm:prSet presAssocID="{CD143AC4-5FB8-4AF8-B1C7-12882E02CE01}" presName="linNode" presStyleCnt="0"/>
      <dgm:spPr/>
    </dgm:pt>
    <dgm:pt modelId="{871BAFB9-F41C-42CA-8390-C0977DB9DEAA}" type="pres">
      <dgm:prSet presAssocID="{CD143AC4-5FB8-4AF8-B1C7-12882E02CE0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78836C2-0866-42C9-9BC3-6CD25E830517}" type="pres">
      <dgm:prSet presAssocID="{CD143AC4-5FB8-4AF8-B1C7-12882E02CE0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DC77F0A-509B-4BE7-8095-876A37658610}" type="presOf" srcId="{EE60CDA7-BDB3-4600-BA91-F72DF8321868}" destId="{A78836C2-0866-42C9-9BC3-6CD25E830517}" srcOrd="0" destOrd="1" presId="urn:microsoft.com/office/officeart/2005/8/layout/vList5"/>
    <dgm:cxn modelId="{18A62E12-90A5-40E1-A45C-EF5199D7F701}" type="presOf" srcId="{7B7192AE-2B68-4979-95D1-D4246B4D8C08}" destId="{A78836C2-0866-42C9-9BC3-6CD25E830517}" srcOrd="0" destOrd="0" presId="urn:microsoft.com/office/officeart/2005/8/layout/vList5"/>
    <dgm:cxn modelId="{14AEEE16-DB20-42F7-A60B-DE0BE76886BA}" srcId="{CD143AC4-5FB8-4AF8-B1C7-12882E02CE01}" destId="{7B7192AE-2B68-4979-95D1-D4246B4D8C08}" srcOrd="0" destOrd="0" parTransId="{B7647BD0-9160-422C-9C0E-178CCEFB5F19}" sibTransId="{B4DB5471-2BDC-49AF-ADD0-1996D70538E6}"/>
    <dgm:cxn modelId="{30CF791F-FEDE-4F0E-AA50-BF2008CC263B}" type="presOf" srcId="{CD143AC4-5FB8-4AF8-B1C7-12882E02CE01}" destId="{871BAFB9-F41C-42CA-8390-C0977DB9DEAA}" srcOrd="0" destOrd="0" presId="urn:microsoft.com/office/officeart/2005/8/layout/vList5"/>
    <dgm:cxn modelId="{91425F2A-353B-4476-9C48-564786815406}" srcId="{CD143AC4-5FB8-4AF8-B1C7-12882E02CE01}" destId="{EE60CDA7-BDB3-4600-BA91-F72DF8321868}" srcOrd="1" destOrd="0" parTransId="{97042EAC-AB6E-4655-A3A7-5387AD8E3D0B}" sibTransId="{F4C90ABF-1F60-4756-9203-89B9CEE2BCCB}"/>
    <dgm:cxn modelId="{5D967732-13B9-4618-A959-EE1551E17761}" type="presOf" srcId="{071AB0FB-2AD9-4CD8-AD8F-4AA36C81F330}" destId="{9C413BF7-7EF5-4340-ACB8-D06446710355}" srcOrd="0" destOrd="0" presId="urn:microsoft.com/office/officeart/2005/8/layout/vList5"/>
    <dgm:cxn modelId="{9368023A-10FE-418D-A779-F8951E4DE8AD}" srcId="{071AB0FB-2AD9-4CD8-AD8F-4AA36C81F330}" destId="{CD143AC4-5FB8-4AF8-B1C7-12882E02CE01}" srcOrd="1" destOrd="0" parTransId="{48DDDC88-D8EB-4B62-B591-0C547FC3F2EC}" sibTransId="{BB5AB515-4049-4E88-8928-C244E8C78079}"/>
    <dgm:cxn modelId="{BA6DC455-B3CF-4583-A3E9-2712C2A276E3}" srcId="{A32CE2A7-E36E-44DA-80E6-5BAEAAF513ED}" destId="{55B3B6B5-D112-40BB-934B-073825318BF2}" srcOrd="0" destOrd="0" parTransId="{FE09D6CB-B7B7-4776-99CA-5987AA16DE53}" sibTransId="{7970EF18-44D8-4B4F-A77E-5FB30A86AB59}"/>
    <dgm:cxn modelId="{06937F79-A88C-4396-846D-66FCC48AECA7}" srcId="{A32CE2A7-E36E-44DA-80E6-5BAEAAF513ED}" destId="{AE80B185-BAAA-4BBC-9E93-2959C3B8B61C}" srcOrd="1" destOrd="0" parTransId="{305B9E9D-1380-49CB-842A-2DD6F4336D77}" sibTransId="{B90FCBB8-3AFD-4A98-A47D-47C7356F8782}"/>
    <dgm:cxn modelId="{0A1E7D83-FBAA-4BF0-99A3-1E65234AA5CD}" type="presOf" srcId="{AE80B185-BAAA-4BBC-9E93-2959C3B8B61C}" destId="{9273F98C-04F6-4C63-AF5D-8DF7E68CD0BE}" srcOrd="0" destOrd="1" presId="urn:microsoft.com/office/officeart/2005/8/layout/vList5"/>
    <dgm:cxn modelId="{E1A10E8B-40AE-4390-B37E-FFABB68EC454}" type="presOf" srcId="{A32CE2A7-E36E-44DA-80E6-5BAEAAF513ED}" destId="{BD11892A-201B-40B5-8EF9-A9D56C1F3E06}" srcOrd="0" destOrd="0" presId="urn:microsoft.com/office/officeart/2005/8/layout/vList5"/>
    <dgm:cxn modelId="{C10B7DA2-98BD-49CA-ABB9-BFA512B85B3E}" srcId="{071AB0FB-2AD9-4CD8-AD8F-4AA36C81F330}" destId="{A32CE2A7-E36E-44DA-80E6-5BAEAAF513ED}" srcOrd="0" destOrd="0" parTransId="{0BA25332-522E-4995-A9B9-508260D13ABC}" sibTransId="{1B0E58A6-9EB2-462F-BD4F-174DDA004408}"/>
    <dgm:cxn modelId="{1BA333DC-4B46-4CA5-9BBD-5D9B772E1A71}" type="presOf" srcId="{55B3B6B5-D112-40BB-934B-073825318BF2}" destId="{9273F98C-04F6-4C63-AF5D-8DF7E68CD0BE}" srcOrd="0" destOrd="0" presId="urn:microsoft.com/office/officeart/2005/8/layout/vList5"/>
    <dgm:cxn modelId="{4BFBF387-0E73-416B-9579-23B274BE8CAE}" type="presParOf" srcId="{9C413BF7-7EF5-4340-ACB8-D06446710355}" destId="{5F262025-F1C3-480F-ADFA-A105E72ECB6A}" srcOrd="0" destOrd="0" presId="urn:microsoft.com/office/officeart/2005/8/layout/vList5"/>
    <dgm:cxn modelId="{C35691DA-5BC6-45E2-83FA-6AFBCFA60531}" type="presParOf" srcId="{5F262025-F1C3-480F-ADFA-A105E72ECB6A}" destId="{BD11892A-201B-40B5-8EF9-A9D56C1F3E06}" srcOrd="0" destOrd="0" presId="urn:microsoft.com/office/officeart/2005/8/layout/vList5"/>
    <dgm:cxn modelId="{8CA04A48-DBC8-46ED-A233-424397342915}" type="presParOf" srcId="{5F262025-F1C3-480F-ADFA-A105E72ECB6A}" destId="{9273F98C-04F6-4C63-AF5D-8DF7E68CD0BE}" srcOrd="1" destOrd="0" presId="urn:microsoft.com/office/officeart/2005/8/layout/vList5"/>
    <dgm:cxn modelId="{F53CA3D2-1CCA-44C6-A336-5969BD726D02}" type="presParOf" srcId="{9C413BF7-7EF5-4340-ACB8-D06446710355}" destId="{0FAD5108-3A38-4FD4-9EEB-B3A541D562AC}" srcOrd="1" destOrd="0" presId="urn:microsoft.com/office/officeart/2005/8/layout/vList5"/>
    <dgm:cxn modelId="{1DE54653-4281-4352-8167-5101690D8E97}" type="presParOf" srcId="{9C413BF7-7EF5-4340-ACB8-D06446710355}" destId="{0946CDC2-6F64-499C-A4A6-3AEE24F0E55C}" srcOrd="2" destOrd="0" presId="urn:microsoft.com/office/officeart/2005/8/layout/vList5"/>
    <dgm:cxn modelId="{78AFF785-F35B-400D-AD0A-1F157C2ABD44}" type="presParOf" srcId="{0946CDC2-6F64-499C-A4A6-3AEE24F0E55C}" destId="{871BAFB9-F41C-42CA-8390-C0977DB9DEAA}" srcOrd="0" destOrd="0" presId="urn:microsoft.com/office/officeart/2005/8/layout/vList5"/>
    <dgm:cxn modelId="{110054A2-BEED-4EB6-B03D-809FF55D6E8F}" type="presParOf" srcId="{0946CDC2-6F64-499C-A4A6-3AEE24F0E55C}" destId="{A78836C2-0866-42C9-9BC3-6CD25E8305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5AC46E-84BB-4680-8CE6-6D7F6D76E3E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09D02F9-AD10-4DB1-B462-D47A55471497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3200" b="1" u="sng" dirty="0">
              <a:solidFill>
                <a:schemeClr val="tx1"/>
              </a:solidFill>
            </a:rPr>
            <a:t>Morbidity</a:t>
          </a:r>
          <a:r>
            <a:rPr lang="en-US" sz="3200" dirty="0">
              <a:solidFill>
                <a:schemeClr val="tx1"/>
              </a:solidFill>
            </a:rPr>
            <a:t>- the </a:t>
          </a:r>
          <a:r>
            <a:rPr lang="en-US" sz="3200" u="sng" dirty="0">
              <a:solidFill>
                <a:schemeClr val="tx1"/>
              </a:solidFill>
            </a:rPr>
            <a:t>number of cases</a:t>
          </a:r>
          <a:r>
            <a:rPr lang="en-US" sz="3200" dirty="0">
              <a:solidFill>
                <a:schemeClr val="tx1"/>
              </a:solidFill>
            </a:rPr>
            <a:t> of a disease at a given point in time </a:t>
          </a:r>
        </a:p>
      </dgm:t>
    </dgm:pt>
    <dgm:pt modelId="{7DB37A14-E71A-4FF1-B56D-1D9F2283EEE0}" type="parTrans" cxnId="{BAD01B05-178C-406E-A16C-C626C697C620}">
      <dgm:prSet/>
      <dgm:spPr/>
      <dgm:t>
        <a:bodyPr/>
        <a:lstStyle/>
        <a:p>
          <a:endParaRPr lang="en-US" sz="2000"/>
        </a:p>
      </dgm:t>
    </dgm:pt>
    <dgm:pt modelId="{0BEB8850-3686-42F3-A131-602349F15D19}" type="sibTrans" cxnId="{BAD01B05-178C-406E-A16C-C626C697C620}">
      <dgm:prSet/>
      <dgm:spPr/>
      <dgm:t>
        <a:bodyPr/>
        <a:lstStyle/>
        <a:p>
          <a:endParaRPr lang="en-US" sz="2000"/>
        </a:p>
      </dgm:t>
    </dgm:pt>
    <dgm:pt modelId="{E9542567-625A-4259-A8D7-AD9AEDD0A188}">
      <dgm:prSet custT="1"/>
      <dgm:spPr/>
      <dgm:t>
        <a:bodyPr/>
        <a:lstStyle/>
        <a:p>
          <a:r>
            <a:rPr lang="en-US" sz="2400" b="1" u="sng" dirty="0"/>
            <a:t>Incidence</a:t>
          </a:r>
          <a:r>
            <a:rPr lang="en-US" sz="2400" dirty="0"/>
            <a:t>- the number of </a:t>
          </a:r>
          <a:r>
            <a:rPr lang="en-US" sz="2400" u="sng" dirty="0"/>
            <a:t>new</a:t>
          </a:r>
          <a:r>
            <a:rPr lang="en-US" sz="2400" dirty="0"/>
            <a:t> cases/ incidents </a:t>
          </a:r>
        </a:p>
      </dgm:t>
    </dgm:pt>
    <dgm:pt modelId="{BFF93CCF-EBA5-40B4-8BAD-29AA277AE758}" type="parTrans" cxnId="{DB093D30-AA7C-46B1-A8BB-5DA0F2411A02}">
      <dgm:prSet/>
      <dgm:spPr/>
      <dgm:t>
        <a:bodyPr/>
        <a:lstStyle/>
        <a:p>
          <a:endParaRPr lang="en-US" sz="2000"/>
        </a:p>
      </dgm:t>
    </dgm:pt>
    <dgm:pt modelId="{A0B6F8B6-53DF-4D4D-9E9D-428B3E614B4E}" type="sibTrans" cxnId="{DB093D30-AA7C-46B1-A8BB-5DA0F2411A02}">
      <dgm:prSet/>
      <dgm:spPr/>
      <dgm:t>
        <a:bodyPr/>
        <a:lstStyle/>
        <a:p>
          <a:endParaRPr lang="en-US" sz="2000"/>
        </a:p>
      </dgm:t>
    </dgm:pt>
    <dgm:pt modelId="{15228B4D-D79A-49D1-8BC3-1004FC141DE7}">
      <dgm:prSet custT="1"/>
      <dgm:spPr/>
      <dgm:t>
        <a:bodyPr/>
        <a:lstStyle/>
        <a:p>
          <a:r>
            <a:rPr lang="en-US" sz="2400" dirty="0"/>
            <a:t>Ex: In 2025, it is estimated that there will be 2,041,910 new cases of cancer of any site.*</a:t>
          </a:r>
        </a:p>
      </dgm:t>
    </dgm:pt>
    <dgm:pt modelId="{CE60A083-9AB1-4994-8FE7-2A10FC4B6A2F}" type="parTrans" cxnId="{36BC346A-2185-45A3-9D57-03C42330A968}">
      <dgm:prSet/>
      <dgm:spPr/>
      <dgm:t>
        <a:bodyPr/>
        <a:lstStyle/>
        <a:p>
          <a:endParaRPr lang="en-US" sz="2000"/>
        </a:p>
      </dgm:t>
    </dgm:pt>
    <dgm:pt modelId="{6FB5D1BF-3376-4943-B00B-5D6BA27BEE47}" type="sibTrans" cxnId="{36BC346A-2185-45A3-9D57-03C42330A968}">
      <dgm:prSet/>
      <dgm:spPr/>
      <dgm:t>
        <a:bodyPr/>
        <a:lstStyle/>
        <a:p>
          <a:endParaRPr lang="en-US" sz="2000"/>
        </a:p>
      </dgm:t>
    </dgm:pt>
    <dgm:pt modelId="{C9E66BE4-3AD9-4978-BAC1-5B0E8BB000BA}">
      <dgm:prSet custT="1"/>
      <dgm:spPr/>
      <dgm:t>
        <a:bodyPr/>
        <a:lstStyle/>
        <a:p>
          <a:r>
            <a:rPr lang="en-US" sz="2400" b="1" u="sng"/>
            <a:t>Prevalence</a:t>
          </a:r>
          <a:r>
            <a:rPr lang="en-US" sz="2400"/>
            <a:t>- the </a:t>
          </a:r>
          <a:r>
            <a:rPr lang="en-US" sz="2400" u="sng"/>
            <a:t>total number</a:t>
          </a:r>
          <a:r>
            <a:rPr lang="en-US" sz="2400"/>
            <a:t> of cases</a:t>
          </a:r>
        </a:p>
      </dgm:t>
    </dgm:pt>
    <dgm:pt modelId="{9D5CDBC3-FF59-4402-8B33-FE88E7FF0FAE}" type="parTrans" cxnId="{D63B0E33-0945-4F4E-AE24-E150EB9F8CA0}">
      <dgm:prSet/>
      <dgm:spPr/>
      <dgm:t>
        <a:bodyPr/>
        <a:lstStyle/>
        <a:p>
          <a:endParaRPr lang="en-US" sz="2000"/>
        </a:p>
      </dgm:t>
    </dgm:pt>
    <dgm:pt modelId="{AA68EA2B-B47E-475A-A42C-08F45C2CF812}" type="sibTrans" cxnId="{D63B0E33-0945-4F4E-AE24-E150EB9F8CA0}">
      <dgm:prSet/>
      <dgm:spPr/>
      <dgm:t>
        <a:bodyPr/>
        <a:lstStyle/>
        <a:p>
          <a:endParaRPr lang="en-US" sz="2000"/>
        </a:p>
      </dgm:t>
    </dgm:pt>
    <dgm:pt modelId="{709EF863-EAE6-47C1-ADFF-9801BFFA5D23}">
      <dgm:prSet custT="1"/>
      <dgm:spPr/>
      <dgm:t>
        <a:bodyPr/>
        <a:lstStyle/>
        <a:p>
          <a:r>
            <a:rPr lang="en-US" sz="2400" dirty="0"/>
            <a:t>Ex: In 2022, there were an estimated 18,000,110 people living with cancer of any site in the United States.*</a:t>
          </a:r>
        </a:p>
      </dgm:t>
    </dgm:pt>
    <dgm:pt modelId="{0DC5D831-F565-416C-9A03-2CBC45C61A0B}" type="parTrans" cxnId="{2DD710D3-D189-4C49-8C07-583E9AD32284}">
      <dgm:prSet/>
      <dgm:spPr/>
      <dgm:t>
        <a:bodyPr/>
        <a:lstStyle/>
        <a:p>
          <a:endParaRPr lang="en-US" sz="2000"/>
        </a:p>
      </dgm:t>
    </dgm:pt>
    <dgm:pt modelId="{238E89B4-2735-40D5-A31D-1C36212A6BFB}" type="sibTrans" cxnId="{2DD710D3-D189-4C49-8C07-583E9AD32284}">
      <dgm:prSet/>
      <dgm:spPr/>
      <dgm:t>
        <a:bodyPr/>
        <a:lstStyle/>
        <a:p>
          <a:endParaRPr lang="en-US" sz="2000"/>
        </a:p>
      </dgm:t>
    </dgm:pt>
    <dgm:pt modelId="{B927343A-6488-445F-B39B-4AF93EE9BDE2}">
      <dgm:prSet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3200" b="1" u="sng" dirty="0">
              <a:solidFill>
                <a:schemeClr val="tx1"/>
              </a:solidFill>
            </a:rPr>
            <a:t>Mortality</a:t>
          </a:r>
          <a:r>
            <a:rPr lang="en-US" sz="3200" dirty="0">
              <a:solidFill>
                <a:schemeClr val="tx1"/>
              </a:solidFill>
            </a:rPr>
            <a:t>- the </a:t>
          </a:r>
          <a:r>
            <a:rPr lang="en-US" sz="3200" u="sng" dirty="0">
              <a:solidFill>
                <a:schemeClr val="tx1"/>
              </a:solidFill>
            </a:rPr>
            <a:t>number of deaths</a:t>
          </a:r>
          <a:r>
            <a:rPr lang="en-US" sz="3200" b="1" dirty="0">
              <a:solidFill>
                <a:schemeClr val="tx1"/>
              </a:solidFill>
            </a:rPr>
            <a:t> </a:t>
          </a:r>
          <a:r>
            <a:rPr lang="en-US" sz="3200" dirty="0">
              <a:solidFill>
                <a:schemeClr val="tx1"/>
              </a:solidFill>
            </a:rPr>
            <a:t>due to that particular disease</a:t>
          </a:r>
        </a:p>
      </dgm:t>
    </dgm:pt>
    <dgm:pt modelId="{6AF96DA2-5A29-42A7-A667-4FA1EB34E3B8}" type="parTrans" cxnId="{53D7BF4C-0112-4825-9F46-CE3806ED33DB}">
      <dgm:prSet/>
      <dgm:spPr/>
      <dgm:t>
        <a:bodyPr/>
        <a:lstStyle/>
        <a:p>
          <a:endParaRPr lang="en-US" sz="2000"/>
        </a:p>
      </dgm:t>
    </dgm:pt>
    <dgm:pt modelId="{5E9DEF36-4659-4B58-9FFB-CBB144AB2B04}" type="sibTrans" cxnId="{53D7BF4C-0112-4825-9F46-CE3806ED33DB}">
      <dgm:prSet/>
      <dgm:spPr/>
      <dgm:t>
        <a:bodyPr/>
        <a:lstStyle/>
        <a:p>
          <a:endParaRPr lang="en-US" sz="2000"/>
        </a:p>
      </dgm:t>
    </dgm:pt>
    <dgm:pt modelId="{7450FFDD-A456-4CDF-9872-27D3AAAE4D51}">
      <dgm:prSet custT="1"/>
      <dgm:spPr/>
      <dgm:t>
        <a:bodyPr/>
        <a:lstStyle/>
        <a:p>
          <a:r>
            <a:rPr lang="en-US" sz="2400" dirty="0"/>
            <a:t>Ex: In 2025, it is estimated that 618,120 people will die of cancer.*</a:t>
          </a:r>
        </a:p>
      </dgm:t>
    </dgm:pt>
    <dgm:pt modelId="{853D008E-62C2-4B9C-BFD7-6B56554AE44A}" type="parTrans" cxnId="{F8F1B912-CED8-4842-8D9F-4DA3F4C5EC49}">
      <dgm:prSet/>
      <dgm:spPr/>
      <dgm:t>
        <a:bodyPr/>
        <a:lstStyle/>
        <a:p>
          <a:endParaRPr lang="en-US" sz="2000"/>
        </a:p>
      </dgm:t>
    </dgm:pt>
    <dgm:pt modelId="{2DE43374-6442-41E7-8E54-6739F8FB3BBF}" type="sibTrans" cxnId="{F8F1B912-CED8-4842-8D9F-4DA3F4C5EC49}">
      <dgm:prSet/>
      <dgm:spPr/>
      <dgm:t>
        <a:bodyPr/>
        <a:lstStyle/>
        <a:p>
          <a:endParaRPr lang="en-US" sz="2000"/>
        </a:p>
      </dgm:t>
    </dgm:pt>
    <dgm:pt modelId="{524F218A-2D30-4B09-B538-F91ABE93699E}">
      <dgm:prSet custT="1"/>
      <dgm:spPr/>
      <dgm:t>
        <a:bodyPr/>
        <a:lstStyle/>
        <a:p>
          <a:endParaRPr lang="en-US" sz="2400" dirty="0"/>
        </a:p>
      </dgm:t>
    </dgm:pt>
    <dgm:pt modelId="{FF59BF7C-A114-41B0-8D51-772984B7C62F}" type="parTrans" cxnId="{B91D1159-109A-4483-B04F-F77E27678DE9}">
      <dgm:prSet/>
      <dgm:spPr/>
      <dgm:t>
        <a:bodyPr/>
        <a:lstStyle/>
        <a:p>
          <a:endParaRPr lang="en-US"/>
        </a:p>
      </dgm:t>
    </dgm:pt>
    <dgm:pt modelId="{EA2525B7-DF13-4D11-8F62-4B04B1C4C9B3}" type="sibTrans" cxnId="{B91D1159-109A-4483-B04F-F77E27678DE9}">
      <dgm:prSet/>
      <dgm:spPr/>
      <dgm:t>
        <a:bodyPr/>
        <a:lstStyle/>
        <a:p>
          <a:endParaRPr lang="en-US"/>
        </a:p>
      </dgm:t>
    </dgm:pt>
    <dgm:pt modelId="{2D7ABB80-E584-4717-82B8-70EAECAA4136}" type="pres">
      <dgm:prSet presAssocID="{C55AC46E-84BB-4680-8CE6-6D7F6D76E3E9}" presName="linear" presStyleCnt="0">
        <dgm:presLayoutVars>
          <dgm:animLvl val="lvl"/>
          <dgm:resizeHandles val="exact"/>
        </dgm:presLayoutVars>
      </dgm:prSet>
      <dgm:spPr/>
    </dgm:pt>
    <dgm:pt modelId="{24C5142F-ECFA-4055-86C3-819FDD6735E7}" type="pres">
      <dgm:prSet presAssocID="{A09D02F9-AD10-4DB1-B462-D47A554714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6E420A3-EE73-416C-9EF8-76644286A19F}" type="pres">
      <dgm:prSet presAssocID="{A09D02F9-AD10-4DB1-B462-D47A55471497}" presName="childText" presStyleLbl="revTx" presStyleIdx="0" presStyleCnt="2">
        <dgm:presLayoutVars>
          <dgm:bulletEnabled val="1"/>
        </dgm:presLayoutVars>
      </dgm:prSet>
      <dgm:spPr/>
    </dgm:pt>
    <dgm:pt modelId="{FE9C2CB8-0467-4DFA-B51F-B474AB868925}" type="pres">
      <dgm:prSet presAssocID="{B927343A-6488-445F-B39B-4AF93EE9BDE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4EA58C4-0CBA-4E3A-8B37-8AA69A97BBBA}" type="pres">
      <dgm:prSet presAssocID="{B927343A-6488-445F-B39B-4AF93EE9BDE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D01B05-178C-406E-A16C-C626C697C620}" srcId="{C55AC46E-84BB-4680-8CE6-6D7F6D76E3E9}" destId="{A09D02F9-AD10-4DB1-B462-D47A55471497}" srcOrd="0" destOrd="0" parTransId="{7DB37A14-E71A-4FF1-B56D-1D9F2283EEE0}" sibTransId="{0BEB8850-3686-42F3-A131-602349F15D19}"/>
    <dgm:cxn modelId="{F2EE8B06-E12A-4BE6-A52A-05A83880EF17}" type="presOf" srcId="{A09D02F9-AD10-4DB1-B462-D47A55471497}" destId="{24C5142F-ECFA-4055-86C3-819FDD6735E7}" srcOrd="0" destOrd="0" presId="urn:microsoft.com/office/officeart/2005/8/layout/vList2"/>
    <dgm:cxn modelId="{F8F1B912-CED8-4842-8D9F-4DA3F4C5EC49}" srcId="{B927343A-6488-445F-B39B-4AF93EE9BDE2}" destId="{7450FFDD-A456-4CDF-9872-27D3AAAE4D51}" srcOrd="0" destOrd="0" parTransId="{853D008E-62C2-4B9C-BFD7-6B56554AE44A}" sibTransId="{2DE43374-6442-41E7-8E54-6739F8FB3BBF}"/>
    <dgm:cxn modelId="{DB093D30-AA7C-46B1-A8BB-5DA0F2411A02}" srcId="{A09D02F9-AD10-4DB1-B462-D47A55471497}" destId="{E9542567-625A-4259-A8D7-AD9AEDD0A188}" srcOrd="0" destOrd="0" parTransId="{BFF93CCF-EBA5-40B4-8BAD-29AA277AE758}" sibTransId="{A0B6F8B6-53DF-4D4D-9E9D-428B3E614B4E}"/>
    <dgm:cxn modelId="{D63B0E33-0945-4F4E-AE24-E150EB9F8CA0}" srcId="{A09D02F9-AD10-4DB1-B462-D47A55471497}" destId="{C9E66BE4-3AD9-4978-BAC1-5B0E8BB000BA}" srcOrd="1" destOrd="0" parTransId="{9D5CDBC3-FF59-4402-8B33-FE88E7FF0FAE}" sibTransId="{AA68EA2B-B47E-475A-A42C-08F45C2CF812}"/>
    <dgm:cxn modelId="{EE929E3C-7347-4110-B523-F0FA9D6F2391}" type="presOf" srcId="{C55AC46E-84BB-4680-8CE6-6D7F6D76E3E9}" destId="{2D7ABB80-E584-4717-82B8-70EAECAA4136}" srcOrd="0" destOrd="0" presId="urn:microsoft.com/office/officeart/2005/8/layout/vList2"/>
    <dgm:cxn modelId="{E0953167-E030-411B-B14B-92383857C80E}" type="presOf" srcId="{15228B4D-D79A-49D1-8BC3-1004FC141DE7}" destId="{36E420A3-EE73-416C-9EF8-76644286A19F}" srcOrd="0" destOrd="1" presId="urn:microsoft.com/office/officeart/2005/8/layout/vList2"/>
    <dgm:cxn modelId="{36BC346A-2185-45A3-9D57-03C42330A968}" srcId="{E9542567-625A-4259-A8D7-AD9AEDD0A188}" destId="{15228B4D-D79A-49D1-8BC3-1004FC141DE7}" srcOrd="0" destOrd="0" parTransId="{CE60A083-9AB1-4994-8FE7-2A10FC4B6A2F}" sibTransId="{6FB5D1BF-3376-4943-B00B-5D6BA27BEE47}"/>
    <dgm:cxn modelId="{53D7BF4C-0112-4825-9F46-CE3806ED33DB}" srcId="{C55AC46E-84BB-4680-8CE6-6D7F6D76E3E9}" destId="{B927343A-6488-445F-B39B-4AF93EE9BDE2}" srcOrd="1" destOrd="0" parTransId="{6AF96DA2-5A29-42A7-A667-4FA1EB34E3B8}" sibTransId="{5E9DEF36-4659-4B58-9FFB-CBB144AB2B04}"/>
    <dgm:cxn modelId="{6ED61D6E-4B01-4478-8101-AFFB99872B65}" type="presOf" srcId="{C9E66BE4-3AD9-4978-BAC1-5B0E8BB000BA}" destId="{36E420A3-EE73-416C-9EF8-76644286A19F}" srcOrd="0" destOrd="2" presId="urn:microsoft.com/office/officeart/2005/8/layout/vList2"/>
    <dgm:cxn modelId="{B91D1159-109A-4483-B04F-F77E27678DE9}" srcId="{C9E66BE4-3AD9-4978-BAC1-5B0E8BB000BA}" destId="{524F218A-2D30-4B09-B538-F91ABE93699E}" srcOrd="1" destOrd="0" parTransId="{FF59BF7C-A114-41B0-8D51-772984B7C62F}" sibTransId="{EA2525B7-DF13-4D11-8F62-4B04B1C4C9B3}"/>
    <dgm:cxn modelId="{AFDAE7B8-5A68-4CE6-B20A-03CAB88A6F59}" type="presOf" srcId="{7450FFDD-A456-4CDF-9872-27D3AAAE4D51}" destId="{34EA58C4-0CBA-4E3A-8B37-8AA69A97BBBA}" srcOrd="0" destOrd="0" presId="urn:microsoft.com/office/officeart/2005/8/layout/vList2"/>
    <dgm:cxn modelId="{C9AAEFB8-4E0B-4C0E-8BDD-E604ED27BD9D}" type="presOf" srcId="{B927343A-6488-445F-B39B-4AF93EE9BDE2}" destId="{FE9C2CB8-0467-4DFA-B51F-B474AB868925}" srcOrd="0" destOrd="0" presId="urn:microsoft.com/office/officeart/2005/8/layout/vList2"/>
    <dgm:cxn modelId="{6765A9BD-6A1D-4849-BF73-4C4622204FB9}" type="presOf" srcId="{709EF863-EAE6-47C1-ADFF-9801BFFA5D23}" destId="{36E420A3-EE73-416C-9EF8-76644286A19F}" srcOrd="0" destOrd="3" presId="urn:microsoft.com/office/officeart/2005/8/layout/vList2"/>
    <dgm:cxn modelId="{2DD710D3-D189-4C49-8C07-583E9AD32284}" srcId="{C9E66BE4-3AD9-4978-BAC1-5B0E8BB000BA}" destId="{709EF863-EAE6-47C1-ADFF-9801BFFA5D23}" srcOrd="0" destOrd="0" parTransId="{0DC5D831-F565-416C-9A03-2CBC45C61A0B}" sibTransId="{238E89B4-2735-40D5-A31D-1C36212A6BFB}"/>
    <dgm:cxn modelId="{C2F274E9-4B31-44A5-8462-36698277D490}" type="presOf" srcId="{E9542567-625A-4259-A8D7-AD9AEDD0A188}" destId="{36E420A3-EE73-416C-9EF8-76644286A19F}" srcOrd="0" destOrd="0" presId="urn:microsoft.com/office/officeart/2005/8/layout/vList2"/>
    <dgm:cxn modelId="{FFE696FB-B796-478A-A92D-0AB320728C8F}" type="presOf" srcId="{524F218A-2D30-4B09-B538-F91ABE93699E}" destId="{36E420A3-EE73-416C-9EF8-76644286A19F}" srcOrd="0" destOrd="4" presId="urn:microsoft.com/office/officeart/2005/8/layout/vList2"/>
    <dgm:cxn modelId="{E54A3427-6DBD-4FD7-AF72-5AEFC35B25FF}" type="presParOf" srcId="{2D7ABB80-E584-4717-82B8-70EAECAA4136}" destId="{24C5142F-ECFA-4055-86C3-819FDD6735E7}" srcOrd="0" destOrd="0" presId="urn:microsoft.com/office/officeart/2005/8/layout/vList2"/>
    <dgm:cxn modelId="{B4176007-F9D6-4A65-82AB-05A64C1F5F2D}" type="presParOf" srcId="{2D7ABB80-E584-4717-82B8-70EAECAA4136}" destId="{36E420A3-EE73-416C-9EF8-76644286A19F}" srcOrd="1" destOrd="0" presId="urn:microsoft.com/office/officeart/2005/8/layout/vList2"/>
    <dgm:cxn modelId="{53579571-A442-4241-AD7C-19912E9AD117}" type="presParOf" srcId="{2D7ABB80-E584-4717-82B8-70EAECAA4136}" destId="{FE9C2CB8-0467-4DFA-B51F-B474AB868925}" srcOrd="2" destOrd="0" presId="urn:microsoft.com/office/officeart/2005/8/layout/vList2"/>
    <dgm:cxn modelId="{13F011A1-0A1C-4434-969E-ECB7CBBEE426}" type="presParOf" srcId="{2D7ABB80-E584-4717-82B8-70EAECAA4136}" destId="{34EA58C4-0CBA-4E3A-8B37-8AA69A97BBB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6794E2-57CA-4BC5-AD8A-9D7DB77C132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890F0E49-C46A-4632-87BF-9221AF15F7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/>
            <a:t>Acute</a:t>
          </a:r>
          <a:r>
            <a:rPr lang="en-US"/>
            <a:t>- short-term </a:t>
          </a:r>
        </a:p>
      </dgm:t>
    </dgm:pt>
    <dgm:pt modelId="{CBA66DF8-A187-4EC8-8034-AD52B413BAE4}" type="parTrans" cxnId="{297DC5E0-DDED-48A2-B20E-A22525128C4F}">
      <dgm:prSet/>
      <dgm:spPr/>
      <dgm:t>
        <a:bodyPr/>
        <a:lstStyle/>
        <a:p>
          <a:endParaRPr lang="en-US"/>
        </a:p>
      </dgm:t>
    </dgm:pt>
    <dgm:pt modelId="{F67911D7-46E5-40C4-B6ED-64E9FEEC3299}" type="sibTrans" cxnId="{297DC5E0-DDED-48A2-B20E-A22525128C4F}">
      <dgm:prSet/>
      <dgm:spPr/>
      <dgm:t>
        <a:bodyPr/>
        <a:lstStyle/>
        <a:p>
          <a:endParaRPr lang="en-US"/>
        </a:p>
      </dgm:t>
    </dgm:pt>
    <dgm:pt modelId="{AF95985C-23EE-4863-B1D9-F959F55709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 of an acute disorder: measles </a:t>
          </a:r>
        </a:p>
      </dgm:t>
    </dgm:pt>
    <dgm:pt modelId="{100DB0D0-C529-4322-A0B4-43F744025671}" type="parTrans" cxnId="{E42BAFF1-1844-4608-8BA8-EDE90A5CEF27}">
      <dgm:prSet/>
      <dgm:spPr/>
      <dgm:t>
        <a:bodyPr/>
        <a:lstStyle/>
        <a:p>
          <a:endParaRPr lang="en-US"/>
        </a:p>
      </dgm:t>
    </dgm:pt>
    <dgm:pt modelId="{8F7A7EE8-D8E0-4C9D-909A-D4DABFD0C862}" type="sibTrans" cxnId="{E42BAFF1-1844-4608-8BA8-EDE90A5CEF27}">
      <dgm:prSet/>
      <dgm:spPr/>
      <dgm:t>
        <a:bodyPr/>
        <a:lstStyle/>
        <a:p>
          <a:endParaRPr lang="en-US"/>
        </a:p>
      </dgm:t>
    </dgm:pt>
    <dgm:pt modelId="{ED44F189-1B8C-4074-9AC9-698D7D4428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/>
            <a:t>Chronic</a:t>
          </a:r>
          <a:r>
            <a:rPr lang="en-US"/>
            <a:t>- long-term</a:t>
          </a:r>
        </a:p>
      </dgm:t>
    </dgm:pt>
    <dgm:pt modelId="{92A60CD3-2D88-48E1-B1EC-E21B91CAE0D0}" type="parTrans" cxnId="{AD8B9C40-4983-44D2-BF21-D9CB1B319BDB}">
      <dgm:prSet/>
      <dgm:spPr/>
      <dgm:t>
        <a:bodyPr/>
        <a:lstStyle/>
        <a:p>
          <a:endParaRPr lang="en-US"/>
        </a:p>
      </dgm:t>
    </dgm:pt>
    <dgm:pt modelId="{4B0A2F69-7E6D-4BC9-BF13-C6A50A792CF3}" type="sibTrans" cxnId="{AD8B9C40-4983-44D2-BF21-D9CB1B319BDB}">
      <dgm:prSet/>
      <dgm:spPr/>
      <dgm:t>
        <a:bodyPr/>
        <a:lstStyle/>
        <a:p>
          <a:endParaRPr lang="en-US"/>
        </a:p>
      </dgm:t>
    </dgm:pt>
    <dgm:pt modelId="{157A9E93-4DCE-4EA0-AF92-1B3A5334EF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 of a chronic disorder: Type 1 diabetes</a:t>
          </a:r>
        </a:p>
      </dgm:t>
    </dgm:pt>
    <dgm:pt modelId="{C545FCEE-B0D4-4E19-859B-DEDBB004529F}" type="parTrans" cxnId="{9F7E7BD2-EB2E-478F-AC44-82027C75D587}">
      <dgm:prSet/>
      <dgm:spPr/>
      <dgm:t>
        <a:bodyPr/>
        <a:lstStyle/>
        <a:p>
          <a:endParaRPr lang="en-US"/>
        </a:p>
      </dgm:t>
    </dgm:pt>
    <dgm:pt modelId="{F4EFBE2C-C1E2-4E06-AC25-7DFB3EA76206}" type="sibTrans" cxnId="{9F7E7BD2-EB2E-478F-AC44-82027C75D587}">
      <dgm:prSet/>
      <dgm:spPr/>
      <dgm:t>
        <a:bodyPr/>
        <a:lstStyle/>
        <a:p>
          <a:endParaRPr lang="en-US"/>
        </a:p>
      </dgm:t>
    </dgm:pt>
    <dgm:pt modelId="{523DDCAF-5C50-4A8C-98C7-5902F43F2CEB}" type="pres">
      <dgm:prSet presAssocID="{936794E2-57CA-4BC5-AD8A-9D7DB77C132B}" presName="root" presStyleCnt="0">
        <dgm:presLayoutVars>
          <dgm:dir/>
          <dgm:resizeHandles val="exact"/>
        </dgm:presLayoutVars>
      </dgm:prSet>
      <dgm:spPr/>
    </dgm:pt>
    <dgm:pt modelId="{3CCA7F25-7D89-4A31-AD36-D676EF4169EC}" type="pres">
      <dgm:prSet presAssocID="{890F0E49-C46A-4632-87BF-9221AF15F7D6}" presName="compNode" presStyleCnt="0"/>
      <dgm:spPr/>
    </dgm:pt>
    <dgm:pt modelId="{E3214546-27BF-4834-8F2B-660C81263DF3}" type="pres">
      <dgm:prSet presAssocID="{890F0E49-C46A-4632-87BF-9221AF15F7D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8A4C238F-F159-451C-B2C6-6FCFA3B8AB19}" type="pres">
      <dgm:prSet presAssocID="{890F0E49-C46A-4632-87BF-9221AF15F7D6}" presName="iconSpace" presStyleCnt="0"/>
      <dgm:spPr/>
    </dgm:pt>
    <dgm:pt modelId="{45EB8ED7-2C64-4374-AD50-1FB6A227F34F}" type="pres">
      <dgm:prSet presAssocID="{890F0E49-C46A-4632-87BF-9221AF15F7D6}" presName="parTx" presStyleLbl="revTx" presStyleIdx="0" presStyleCnt="4">
        <dgm:presLayoutVars>
          <dgm:chMax val="0"/>
          <dgm:chPref val="0"/>
        </dgm:presLayoutVars>
      </dgm:prSet>
      <dgm:spPr/>
    </dgm:pt>
    <dgm:pt modelId="{B20635D4-555B-4A43-8ACA-133B639B9BD8}" type="pres">
      <dgm:prSet presAssocID="{890F0E49-C46A-4632-87BF-9221AF15F7D6}" presName="txSpace" presStyleCnt="0"/>
      <dgm:spPr/>
    </dgm:pt>
    <dgm:pt modelId="{18959546-968E-477F-91A7-B03CCFAB4D70}" type="pres">
      <dgm:prSet presAssocID="{890F0E49-C46A-4632-87BF-9221AF15F7D6}" presName="desTx" presStyleLbl="revTx" presStyleIdx="1" presStyleCnt="4">
        <dgm:presLayoutVars/>
      </dgm:prSet>
      <dgm:spPr/>
    </dgm:pt>
    <dgm:pt modelId="{F00242A2-A137-41B8-BBAD-3790C2DF9E5E}" type="pres">
      <dgm:prSet presAssocID="{F67911D7-46E5-40C4-B6ED-64E9FEEC3299}" presName="sibTrans" presStyleCnt="0"/>
      <dgm:spPr/>
    </dgm:pt>
    <dgm:pt modelId="{740B61E2-0FF6-46D4-B416-495910767C12}" type="pres">
      <dgm:prSet presAssocID="{ED44F189-1B8C-4074-9AC9-698D7D442889}" presName="compNode" presStyleCnt="0"/>
      <dgm:spPr/>
    </dgm:pt>
    <dgm:pt modelId="{6E3C63CE-30DA-49E0-A819-F572E317DC01}" type="pres">
      <dgm:prSet presAssocID="{ED44F189-1B8C-4074-9AC9-698D7D44288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D76F1D1F-ECF6-47FE-A7CA-61E5F7A6A278}" type="pres">
      <dgm:prSet presAssocID="{ED44F189-1B8C-4074-9AC9-698D7D442889}" presName="iconSpace" presStyleCnt="0"/>
      <dgm:spPr/>
    </dgm:pt>
    <dgm:pt modelId="{73E5EF92-8EE0-437E-A5DF-0A5F88466B14}" type="pres">
      <dgm:prSet presAssocID="{ED44F189-1B8C-4074-9AC9-698D7D442889}" presName="parTx" presStyleLbl="revTx" presStyleIdx="2" presStyleCnt="4">
        <dgm:presLayoutVars>
          <dgm:chMax val="0"/>
          <dgm:chPref val="0"/>
        </dgm:presLayoutVars>
      </dgm:prSet>
      <dgm:spPr/>
    </dgm:pt>
    <dgm:pt modelId="{D2B815AC-A190-4100-A196-5E235B252E44}" type="pres">
      <dgm:prSet presAssocID="{ED44F189-1B8C-4074-9AC9-698D7D442889}" presName="txSpace" presStyleCnt="0"/>
      <dgm:spPr/>
    </dgm:pt>
    <dgm:pt modelId="{9B46B002-76BE-49CB-9DBA-E34AADE5BA5E}" type="pres">
      <dgm:prSet presAssocID="{ED44F189-1B8C-4074-9AC9-698D7D442889}" presName="desTx" presStyleLbl="revTx" presStyleIdx="3" presStyleCnt="4">
        <dgm:presLayoutVars/>
      </dgm:prSet>
      <dgm:spPr/>
    </dgm:pt>
  </dgm:ptLst>
  <dgm:cxnLst>
    <dgm:cxn modelId="{6365C502-D144-474B-82C4-84479B5DC7CB}" type="presOf" srcId="{AF95985C-23EE-4863-B1D9-F959F5570974}" destId="{18959546-968E-477F-91A7-B03CCFAB4D70}" srcOrd="0" destOrd="0" presId="urn:microsoft.com/office/officeart/2018/2/layout/IconLabelDescriptionList"/>
    <dgm:cxn modelId="{759DDB0C-9865-4BF7-A0EB-A731B3C58460}" type="presOf" srcId="{ED44F189-1B8C-4074-9AC9-698D7D442889}" destId="{73E5EF92-8EE0-437E-A5DF-0A5F88466B14}" srcOrd="0" destOrd="0" presId="urn:microsoft.com/office/officeart/2018/2/layout/IconLabelDescriptionList"/>
    <dgm:cxn modelId="{AD8B9C40-4983-44D2-BF21-D9CB1B319BDB}" srcId="{936794E2-57CA-4BC5-AD8A-9D7DB77C132B}" destId="{ED44F189-1B8C-4074-9AC9-698D7D442889}" srcOrd="1" destOrd="0" parTransId="{92A60CD3-2D88-48E1-B1EC-E21B91CAE0D0}" sibTransId="{4B0A2F69-7E6D-4BC9-BF13-C6A50A792CF3}"/>
    <dgm:cxn modelId="{0B624B74-1F92-4F0F-A155-2657228F8FDA}" type="presOf" srcId="{157A9E93-4DCE-4EA0-AF92-1B3A5334EF68}" destId="{9B46B002-76BE-49CB-9DBA-E34AADE5BA5E}" srcOrd="0" destOrd="0" presId="urn:microsoft.com/office/officeart/2018/2/layout/IconLabelDescriptionList"/>
    <dgm:cxn modelId="{48975B76-BE86-44C0-890A-B93281006F47}" type="presOf" srcId="{890F0E49-C46A-4632-87BF-9221AF15F7D6}" destId="{45EB8ED7-2C64-4374-AD50-1FB6A227F34F}" srcOrd="0" destOrd="0" presId="urn:microsoft.com/office/officeart/2018/2/layout/IconLabelDescriptionList"/>
    <dgm:cxn modelId="{B4849D7A-C5BB-407F-82A2-5B57633FBFCD}" type="presOf" srcId="{936794E2-57CA-4BC5-AD8A-9D7DB77C132B}" destId="{523DDCAF-5C50-4A8C-98C7-5902F43F2CEB}" srcOrd="0" destOrd="0" presId="urn:microsoft.com/office/officeart/2018/2/layout/IconLabelDescriptionList"/>
    <dgm:cxn modelId="{9F7E7BD2-EB2E-478F-AC44-82027C75D587}" srcId="{ED44F189-1B8C-4074-9AC9-698D7D442889}" destId="{157A9E93-4DCE-4EA0-AF92-1B3A5334EF68}" srcOrd="0" destOrd="0" parTransId="{C545FCEE-B0D4-4E19-859B-DEDBB004529F}" sibTransId="{F4EFBE2C-C1E2-4E06-AC25-7DFB3EA76206}"/>
    <dgm:cxn modelId="{297DC5E0-DDED-48A2-B20E-A22525128C4F}" srcId="{936794E2-57CA-4BC5-AD8A-9D7DB77C132B}" destId="{890F0E49-C46A-4632-87BF-9221AF15F7D6}" srcOrd="0" destOrd="0" parTransId="{CBA66DF8-A187-4EC8-8034-AD52B413BAE4}" sibTransId="{F67911D7-46E5-40C4-B6ED-64E9FEEC3299}"/>
    <dgm:cxn modelId="{E42BAFF1-1844-4608-8BA8-EDE90A5CEF27}" srcId="{890F0E49-C46A-4632-87BF-9221AF15F7D6}" destId="{AF95985C-23EE-4863-B1D9-F959F5570974}" srcOrd="0" destOrd="0" parTransId="{100DB0D0-C529-4322-A0B4-43F744025671}" sibTransId="{8F7A7EE8-D8E0-4C9D-909A-D4DABFD0C862}"/>
    <dgm:cxn modelId="{3B09CA05-43D9-4AF8-8AA8-A2BACF7E478D}" type="presParOf" srcId="{523DDCAF-5C50-4A8C-98C7-5902F43F2CEB}" destId="{3CCA7F25-7D89-4A31-AD36-D676EF4169EC}" srcOrd="0" destOrd="0" presId="urn:microsoft.com/office/officeart/2018/2/layout/IconLabelDescriptionList"/>
    <dgm:cxn modelId="{5F617F92-A4B5-4692-8415-37EC433FC71F}" type="presParOf" srcId="{3CCA7F25-7D89-4A31-AD36-D676EF4169EC}" destId="{E3214546-27BF-4834-8F2B-660C81263DF3}" srcOrd="0" destOrd="0" presId="urn:microsoft.com/office/officeart/2018/2/layout/IconLabelDescriptionList"/>
    <dgm:cxn modelId="{5B641E72-C492-4670-ABF8-69FBBF0167E5}" type="presParOf" srcId="{3CCA7F25-7D89-4A31-AD36-D676EF4169EC}" destId="{8A4C238F-F159-451C-B2C6-6FCFA3B8AB19}" srcOrd="1" destOrd="0" presId="urn:microsoft.com/office/officeart/2018/2/layout/IconLabelDescriptionList"/>
    <dgm:cxn modelId="{14D0E9DE-0599-4C83-8133-EEB370B9C809}" type="presParOf" srcId="{3CCA7F25-7D89-4A31-AD36-D676EF4169EC}" destId="{45EB8ED7-2C64-4374-AD50-1FB6A227F34F}" srcOrd="2" destOrd="0" presId="urn:microsoft.com/office/officeart/2018/2/layout/IconLabelDescriptionList"/>
    <dgm:cxn modelId="{53C6A1E0-9202-4E75-81E9-B7DE9A2B09E7}" type="presParOf" srcId="{3CCA7F25-7D89-4A31-AD36-D676EF4169EC}" destId="{B20635D4-555B-4A43-8ACA-133B639B9BD8}" srcOrd="3" destOrd="0" presId="urn:microsoft.com/office/officeart/2018/2/layout/IconLabelDescriptionList"/>
    <dgm:cxn modelId="{1653FFCF-0527-46B7-B74C-C2D4E428E2F3}" type="presParOf" srcId="{3CCA7F25-7D89-4A31-AD36-D676EF4169EC}" destId="{18959546-968E-477F-91A7-B03CCFAB4D70}" srcOrd="4" destOrd="0" presId="urn:microsoft.com/office/officeart/2018/2/layout/IconLabelDescriptionList"/>
    <dgm:cxn modelId="{D9EFC388-3A9F-4C27-B510-329F9AD2B467}" type="presParOf" srcId="{523DDCAF-5C50-4A8C-98C7-5902F43F2CEB}" destId="{F00242A2-A137-41B8-BBAD-3790C2DF9E5E}" srcOrd="1" destOrd="0" presId="urn:microsoft.com/office/officeart/2018/2/layout/IconLabelDescriptionList"/>
    <dgm:cxn modelId="{C59A8366-614C-4095-BB56-553454B8650D}" type="presParOf" srcId="{523DDCAF-5C50-4A8C-98C7-5902F43F2CEB}" destId="{740B61E2-0FF6-46D4-B416-495910767C12}" srcOrd="2" destOrd="0" presId="urn:microsoft.com/office/officeart/2018/2/layout/IconLabelDescriptionList"/>
    <dgm:cxn modelId="{59FC8FF6-B6B7-4757-AFFB-B3261B1A23AC}" type="presParOf" srcId="{740B61E2-0FF6-46D4-B416-495910767C12}" destId="{6E3C63CE-30DA-49E0-A819-F572E317DC01}" srcOrd="0" destOrd="0" presId="urn:microsoft.com/office/officeart/2018/2/layout/IconLabelDescriptionList"/>
    <dgm:cxn modelId="{B39D8A64-C53E-4BA7-9F89-5C81981A64D2}" type="presParOf" srcId="{740B61E2-0FF6-46D4-B416-495910767C12}" destId="{D76F1D1F-ECF6-47FE-A7CA-61E5F7A6A278}" srcOrd="1" destOrd="0" presId="urn:microsoft.com/office/officeart/2018/2/layout/IconLabelDescriptionList"/>
    <dgm:cxn modelId="{CB4310EE-3F46-4BE6-8E4E-FCA476568C3F}" type="presParOf" srcId="{740B61E2-0FF6-46D4-B416-495910767C12}" destId="{73E5EF92-8EE0-437E-A5DF-0A5F88466B14}" srcOrd="2" destOrd="0" presId="urn:microsoft.com/office/officeart/2018/2/layout/IconLabelDescriptionList"/>
    <dgm:cxn modelId="{AFD932CB-86B1-4F84-9D65-24199B61A5F7}" type="presParOf" srcId="{740B61E2-0FF6-46D4-B416-495910767C12}" destId="{D2B815AC-A190-4100-A196-5E235B252E44}" srcOrd="3" destOrd="0" presId="urn:microsoft.com/office/officeart/2018/2/layout/IconLabelDescriptionList"/>
    <dgm:cxn modelId="{58B5C0E5-44A6-4F78-8AC9-EBFAC1142177}" type="presParOf" srcId="{740B61E2-0FF6-46D4-B416-495910767C12}" destId="{9B46B002-76BE-49CB-9DBA-E34AADE5BA5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65EF2F-954A-4D08-87D0-B75C4CA10FF4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687D05-DC6D-4958-8088-138832AE162B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EE960391-EB8F-4B5C-9CF0-6AC3D4B7A044}" type="parTrans" cxnId="{A6F14879-6766-4A19-BC53-EA9B8BA203F3}">
      <dgm:prSet/>
      <dgm:spPr/>
      <dgm:t>
        <a:bodyPr/>
        <a:lstStyle/>
        <a:p>
          <a:endParaRPr lang="en-US"/>
        </a:p>
      </dgm:t>
    </dgm:pt>
    <dgm:pt modelId="{310BF2C0-D69D-4494-BCDF-4429089259CF}" type="sibTrans" cxnId="{A6F14879-6766-4A19-BC53-EA9B8BA203F3}">
      <dgm:prSet/>
      <dgm:spPr/>
      <dgm:t>
        <a:bodyPr/>
        <a:lstStyle/>
        <a:p>
          <a:endParaRPr lang="en-US"/>
        </a:p>
      </dgm:t>
    </dgm:pt>
    <dgm:pt modelId="{D2A30EB9-35B3-4369-8C83-5E63462B767E}">
      <dgm:prSet phldrT="[Text]" phldr="0"/>
      <dgm:spPr/>
      <dgm:t>
        <a:bodyPr/>
        <a:lstStyle/>
        <a:p>
          <a:r>
            <a:rPr lang="en-US" dirty="0"/>
            <a:t>Believed diseases were caused by evil spirits</a:t>
          </a:r>
        </a:p>
      </dgm:t>
    </dgm:pt>
    <dgm:pt modelId="{07EE996F-D8F3-4F01-AF85-4FD21EC76F58}" type="parTrans" cxnId="{548F3807-F879-4FCF-9902-0D3F172A2DE0}">
      <dgm:prSet/>
      <dgm:spPr/>
      <dgm:t>
        <a:bodyPr/>
        <a:lstStyle/>
        <a:p>
          <a:endParaRPr lang="en-US"/>
        </a:p>
      </dgm:t>
    </dgm:pt>
    <dgm:pt modelId="{39A5B53C-E0CA-4B13-93A3-AA81CB617AE4}" type="sibTrans" cxnId="{548F3807-F879-4FCF-9902-0D3F172A2DE0}">
      <dgm:prSet/>
      <dgm:spPr/>
      <dgm:t>
        <a:bodyPr/>
        <a:lstStyle/>
        <a:p>
          <a:endParaRPr lang="en-US"/>
        </a:p>
      </dgm:t>
    </dgm:pt>
    <dgm:pt modelId="{7D8E8459-047B-4EAF-B1B3-5733144896BB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3B6B2AA9-E932-4488-BEB4-04FC4FB8E3EE}" type="parTrans" cxnId="{37503ADE-388B-4991-98AB-384A9F7438C7}">
      <dgm:prSet/>
      <dgm:spPr/>
      <dgm:t>
        <a:bodyPr/>
        <a:lstStyle/>
        <a:p>
          <a:endParaRPr lang="en-US"/>
        </a:p>
      </dgm:t>
    </dgm:pt>
    <dgm:pt modelId="{6912CDF9-83E8-45A4-A316-BEFA93907A77}" type="sibTrans" cxnId="{37503ADE-388B-4991-98AB-384A9F7438C7}">
      <dgm:prSet/>
      <dgm:spPr/>
      <dgm:t>
        <a:bodyPr/>
        <a:lstStyle/>
        <a:p>
          <a:endParaRPr lang="en-US"/>
        </a:p>
      </dgm:t>
    </dgm:pt>
    <dgm:pt modelId="{E6E2EE0E-B7C0-43F4-BDF4-729BCCBC1D26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42C8A787-567A-47F1-A45A-DB159F13D1D7}" type="parTrans" cxnId="{687C6CFB-D505-4153-8908-81D2B96AB580}">
      <dgm:prSet/>
      <dgm:spPr/>
      <dgm:t>
        <a:bodyPr/>
        <a:lstStyle/>
        <a:p>
          <a:endParaRPr lang="en-US"/>
        </a:p>
      </dgm:t>
    </dgm:pt>
    <dgm:pt modelId="{BD7483DF-80D6-486A-9916-EBE5517FF949}" type="sibTrans" cxnId="{687C6CFB-D505-4153-8908-81D2B96AB580}">
      <dgm:prSet/>
      <dgm:spPr/>
      <dgm:t>
        <a:bodyPr/>
        <a:lstStyle/>
        <a:p>
          <a:endParaRPr lang="en-US"/>
        </a:p>
      </dgm:t>
    </dgm:pt>
    <dgm:pt modelId="{4286C834-2152-44A9-96C3-FF243145880C}">
      <dgm:prSet phldrT="[Text]" phldr="0"/>
      <dgm:spPr/>
      <dgm:t>
        <a:bodyPr/>
        <a:lstStyle/>
        <a:p>
          <a:r>
            <a:rPr lang="en-US" dirty="0"/>
            <a:t>Disease was a </a:t>
          </a:r>
          <a:r>
            <a:rPr lang="en-US"/>
            <a:t>spiritual punishment</a:t>
          </a:r>
          <a:endParaRPr lang="en-US" dirty="0"/>
        </a:p>
      </dgm:t>
    </dgm:pt>
    <dgm:pt modelId="{72E6C04D-4FBF-42EC-8FEB-6338AAD677FD}" type="parTrans" cxnId="{40E33F63-86F7-4E5C-865A-334CAE8EC018}">
      <dgm:prSet/>
      <dgm:spPr/>
      <dgm:t>
        <a:bodyPr/>
        <a:lstStyle/>
        <a:p>
          <a:endParaRPr lang="en-US"/>
        </a:p>
      </dgm:t>
    </dgm:pt>
    <dgm:pt modelId="{C4ADB9BF-3352-44B7-BB20-A3E10F2D7D92}" type="sibTrans" cxnId="{40E33F63-86F7-4E5C-865A-334CAE8EC018}">
      <dgm:prSet/>
      <dgm:spPr/>
      <dgm:t>
        <a:bodyPr/>
        <a:lstStyle/>
        <a:p>
          <a:endParaRPr lang="en-US"/>
        </a:p>
      </dgm:t>
    </dgm:pt>
    <dgm:pt modelId="{C9996531-5665-443C-A5DB-E251597A14C7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19D77887-A1F6-4C0B-9363-30EF7EC07A98}" type="parTrans" cxnId="{9EF6F3C7-445F-4AF2-B97F-34E80333C2A7}">
      <dgm:prSet/>
      <dgm:spPr/>
      <dgm:t>
        <a:bodyPr/>
        <a:lstStyle/>
        <a:p>
          <a:endParaRPr lang="en-US"/>
        </a:p>
      </dgm:t>
    </dgm:pt>
    <dgm:pt modelId="{FFC05E98-15C4-4F7D-B1FD-AB1D5E1361C1}" type="sibTrans" cxnId="{9EF6F3C7-445F-4AF2-B97F-34E80333C2A7}">
      <dgm:prSet/>
      <dgm:spPr/>
      <dgm:t>
        <a:bodyPr/>
        <a:lstStyle/>
        <a:p>
          <a:endParaRPr lang="en-US"/>
        </a:p>
      </dgm:t>
    </dgm:pt>
    <dgm:pt modelId="{69E740BD-3010-4542-B65B-2A410EC465C1}">
      <dgm:prSet phldrT="[Text]" phldr="0"/>
      <dgm:spPr/>
      <dgm:t>
        <a:bodyPr/>
        <a:lstStyle/>
        <a:p>
          <a:r>
            <a:rPr lang="en-US" dirty="0"/>
            <a:t>Health attributed to bodily functions (thanks to autopsies) </a:t>
          </a:r>
        </a:p>
      </dgm:t>
    </dgm:pt>
    <dgm:pt modelId="{AE3CA400-E79A-46F4-B6C0-9A410B0A3376}" type="parTrans" cxnId="{F59DB35D-3653-4D70-B4DE-FD0122C48952}">
      <dgm:prSet/>
      <dgm:spPr/>
      <dgm:t>
        <a:bodyPr/>
        <a:lstStyle/>
        <a:p>
          <a:endParaRPr lang="en-US"/>
        </a:p>
      </dgm:t>
    </dgm:pt>
    <dgm:pt modelId="{1BC3D96E-431F-465F-BC81-714DB69330CD}" type="sibTrans" cxnId="{F59DB35D-3653-4D70-B4DE-FD0122C48952}">
      <dgm:prSet/>
      <dgm:spPr/>
      <dgm:t>
        <a:bodyPr/>
        <a:lstStyle/>
        <a:p>
          <a:endParaRPr lang="en-US"/>
        </a:p>
      </dgm:t>
    </dgm:pt>
    <dgm:pt modelId="{C2980FEE-920E-4FE5-BF52-2AAE90F51724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7859C52A-12BB-4BA1-88BB-0FB4D9D955FA}" type="parTrans" cxnId="{743CF9CB-38DD-445C-B280-F135775E0C0E}">
      <dgm:prSet/>
      <dgm:spPr/>
      <dgm:t>
        <a:bodyPr/>
        <a:lstStyle/>
        <a:p>
          <a:endParaRPr lang="en-US"/>
        </a:p>
      </dgm:t>
    </dgm:pt>
    <dgm:pt modelId="{060A74C8-7085-4E58-A48F-83C3EC491B0A}" type="sibTrans" cxnId="{743CF9CB-38DD-445C-B280-F135775E0C0E}">
      <dgm:prSet/>
      <dgm:spPr/>
      <dgm:t>
        <a:bodyPr/>
        <a:lstStyle/>
        <a:p>
          <a:endParaRPr lang="en-US"/>
        </a:p>
      </dgm:t>
    </dgm:pt>
    <dgm:pt modelId="{B19A094D-11F4-4023-ADC2-BF3F98F60CC7}">
      <dgm:prSet phldrT="[Text]" phldr="0"/>
      <dgm:spPr/>
      <dgm:t>
        <a:bodyPr/>
        <a:lstStyle/>
        <a:p>
          <a:r>
            <a:rPr lang="en-US" dirty="0"/>
            <a:t>Health was due to the 4 humors</a:t>
          </a:r>
        </a:p>
      </dgm:t>
    </dgm:pt>
    <dgm:pt modelId="{BB5231F4-DA63-4649-83EF-EBF0896B5EEE}" type="parTrans" cxnId="{7393B2B1-390F-4A00-8B6F-AA9C7B247264}">
      <dgm:prSet/>
      <dgm:spPr/>
      <dgm:t>
        <a:bodyPr/>
        <a:lstStyle/>
        <a:p>
          <a:endParaRPr lang="en-US"/>
        </a:p>
      </dgm:t>
    </dgm:pt>
    <dgm:pt modelId="{21DA1C63-A06D-48F3-9CFB-129A61D24C73}" type="sibTrans" cxnId="{7393B2B1-390F-4A00-8B6F-AA9C7B247264}">
      <dgm:prSet/>
      <dgm:spPr/>
      <dgm:t>
        <a:bodyPr/>
        <a:lstStyle/>
        <a:p>
          <a:endParaRPr lang="en-US"/>
        </a:p>
      </dgm:t>
    </dgm:pt>
    <dgm:pt modelId="{22FD4315-053E-48CB-A792-8E76B974282A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D40CCC28-DB09-433B-9143-61BE057D5094}" type="parTrans" cxnId="{AA8D0C0F-B2F0-47F9-BC74-8829CD20AFD3}">
      <dgm:prSet/>
      <dgm:spPr/>
      <dgm:t>
        <a:bodyPr/>
        <a:lstStyle/>
        <a:p>
          <a:endParaRPr lang="en-US"/>
        </a:p>
      </dgm:t>
    </dgm:pt>
    <dgm:pt modelId="{F3B98172-8984-4049-B2F0-60DE810E1AE5}" type="sibTrans" cxnId="{AA8D0C0F-B2F0-47F9-BC74-8829CD20AFD3}">
      <dgm:prSet/>
      <dgm:spPr/>
      <dgm:t>
        <a:bodyPr/>
        <a:lstStyle/>
        <a:p>
          <a:endParaRPr lang="en-US"/>
        </a:p>
      </dgm:t>
    </dgm:pt>
    <dgm:pt modelId="{0FE057B0-EDAF-4647-8051-D7ACA5893F05}">
      <dgm:prSet phldrT="[Text]" phldr="0"/>
      <dgm:spPr/>
      <dgm:t>
        <a:bodyPr/>
        <a:lstStyle/>
        <a:p>
          <a:r>
            <a:rPr lang="en-US" dirty="0"/>
            <a:t>Biomedical model  (body and brain)</a:t>
          </a:r>
        </a:p>
      </dgm:t>
    </dgm:pt>
    <dgm:pt modelId="{4D06F474-8413-4FEF-8978-A3A0F61F777B}" type="parTrans" cxnId="{C2BB20B5-E6CF-4CCA-93AD-702F30ABDFAC}">
      <dgm:prSet/>
      <dgm:spPr/>
      <dgm:t>
        <a:bodyPr/>
        <a:lstStyle/>
        <a:p>
          <a:endParaRPr lang="en-US"/>
        </a:p>
      </dgm:t>
    </dgm:pt>
    <dgm:pt modelId="{7A04A21F-FB14-439B-A72F-467917988E5E}" type="sibTrans" cxnId="{C2BB20B5-E6CF-4CCA-93AD-702F30ABDFAC}">
      <dgm:prSet/>
      <dgm:spPr/>
      <dgm:t>
        <a:bodyPr/>
        <a:lstStyle/>
        <a:p>
          <a:endParaRPr lang="en-US"/>
        </a:p>
      </dgm:t>
    </dgm:pt>
    <dgm:pt modelId="{EB3F4933-14A4-4609-822A-D26EEA30EB07}">
      <dgm:prSet phldrT="[Text]" phldr="0"/>
      <dgm:spPr/>
      <dgm:t>
        <a:bodyPr/>
        <a:lstStyle/>
        <a:p>
          <a:r>
            <a:rPr lang="en-US"/>
            <a:t>Biopsychosocial model (impacts in all directions)</a:t>
          </a:r>
          <a:endParaRPr lang="en-US" dirty="0"/>
        </a:p>
      </dgm:t>
    </dgm:pt>
    <dgm:pt modelId="{21447F6D-EA3D-479A-A54D-4C1E75FAAB1F}" type="parTrans" cxnId="{89610B84-5D64-457C-870F-A29070CB33B1}">
      <dgm:prSet/>
      <dgm:spPr/>
      <dgm:t>
        <a:bodyPr/>
        <a:lstStyle/>
        <a:p>
          <a:endParaRPr lang="en-US"/>
        </a:p>
      </dgm:t>
    </dgm:pt>
    <dgm:pt modelId="{65D0CB87-4EC1-45AC-8D61-3595B8ED3004}" type="sibTrans" cxnId="{89610B84-5D64-457C-870F-A29070CB33B1}">
      <dgm:prSet/>
      <dgm:spPr/>
      <dgm:t>
        <a:bodyPr/>
        <a:lstStyle/>
        <a:p>
          <a:endParaRPr lang="en-US"/>
        </a:p>
      </dgm:t>
    </dgm:pt>
    <dgm:pt modelId="{E7B7E7F3-BBF3-4419-9CDE-722D472D6743}" type="pres">
      <dgm:prSet presAssocID="{3B65EF2F-954A-4D08-87D0-B75C4CA10FF4}" presName="linearFlow" presStyleCnt="0">
        <dgm:presLayoutVars>
          <dgm:dir/>
          <dgm:animLvl val="lvl"/>
          <dgm:resizeHandles val="exact"/>
        </dgm:presLayoutVars>
      </dgm:prSet>
      <dgm:spPr/>
    </dgm:pt>
    <dgm:pt modelId="{87BA6CC8-98D3-414E-A2F6-F5F843FF47FC}" type="pres">
      <dgm:prSet presAssocID="{92687D05-DC6D-4958-8088-138832AE162B}" presName="composite" presStyleCnt="0"/>
      <dgm:spPr/>
    </dgm:pt>
    <dgm:pt modelId="{6D347DB0-053C-49EF-AB5B-FE63610F3F56}" type="pres">
      <dgm:prSet presAssocID="{92687D05-DC6D-4958-8088-138832AE162B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7ABA1907-B2D2-4A48-8FFD-2E3E41CC8D20}" type="pres">
      <dgm:prSet presAssocID="{92687D05-DC6D-4958-8088-138832AE162B}" presName="descendantText" presStyleLbl="alignAcc1" presStyleIdx="0" presStyleCnt="6">
        <dgm:presLayoutVars>
          <dgm:bulletEnabled val="1"/>
        </dgm:presLayoutVars>
      </dgm:prSet>
      <dgm:spPr/>
    </dgm:pt>
    <dgm:pt modelId="{ECD7CA7B-B2EC-4FE0-8DEE-BFD05A88E0E2}" type="pres">
      <dgm:prSet presAssocID="{310BF2C0-D69D-4494-BCDF-4429089259CF}" presName="sp" presStyleCnt="0"/>
      <dgm:spPr/>
    </dgm:pt>
    <dgm:pt modelId="{94C9B4F1-971A-488A-ACCD-9E7414F19F72}" type="pres">
      <dgm:prSet presAssocID="{7D8E8459-047B-4EAF-B1B3-5733144896BB}" presName="composite" presStyleCnt="0"/>
      <dgm:spPr/>
    </dgm:pt>
    <dgm:pt modelId="{B461E339-31B0-4C40-AC1C-B28C6FA964D0}" type="pres">
      <dgm:prSet presAssocID="{7D8E8459-047B-4EAF-B1B3-5733144896BB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DFC0B4E3-01EB-4AB7-8022-CE2ECFA24A26}" type="pres">
      <dgm:prSet presAssocID="{7D8E8459-047B-4EAF-B1B3-5733144896BB}" presName="descendantText" presStyleLbl="alignAcc1" presStyleIdx="1" presStyleCnt="6">
        <dgm:presLayoutVars>
          <dgm:bulletEnabled val="1"/>
        </dgm:presLayoutVars>
      </dgm:prSet>
      <dgm:spPr/>
    </dgm:pt>
    <dgm:pt modelId="{36D6B41F-E6A8-43B3-AF7F-0B4BD8124720}" type="pres">
      <dgm:prSet presAssocID="{6912CDF9-83E8-45A4-A316-BEFA93907A77}" presName="sp" presStyleCnt="0"/>
      <dgm:spPr/>
    </dgm:pt>
    <dgm:pt modelId="{5FD075FF-76D0-4B38-ADB5-388546E67E06}" type="pres">
      <dgm:prSet presAssocID="{E6E2EE0E-B7C0-43F4-BDF4-729BCCBC1D26}" presName="composite" presStyleCnt="0"/>
      <dgm:spPr/>
    </dgm:pt>
    <dgm:pt modelId="{7F34A464-492C-4E55-91D8-01DDA9928460}" type="pres">
      <dgm:prSet presAssocID="{E6E2EE0E-B7C0-43F4-BDF4-729BCCBC1D26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49A0388F-E8D3-47A9-84A4-18C7EE772B94}" type="pres">
      <dgm:prSet presAssocID="{E6E2EE0E-B7C0-43F4-BDF4-729BCCBC1D26}" presName="descendantText" presStyleLbl="alignAcc1" presStyleIdx="2" presStyleCnt="6">
        <dgm:presLayoutVars>
          <dgm:bulletEnabled val="1"/>
        </dgm:presLayoutVars>
      </dgm:prSet>
      <dgm:spPr/>
    </dgm:pt>
    <dgm:pt modelId="{49DFD6E2-5F5E-4072-8A55-398BAB285874}" type="pres">
      <dgm:prSet presAssocID="{BD7483DF-80D6-486A-9916-EBE5517FF949}" presName="sp" presStyleCnt="0"/>
      <dgm:spPr/>
    </dgm:pt>
    <dgm:pt modelId="{CF931FEA-1F51-4CBE-A839-AB850537EB00}" type="pres">
      <dgm:prSet presAssocID="{C9996531-5665-443C-A5DB-E251597A14C7}" presName="composite" presStyleCnt="0"/>
      <dgm:spPr/>
    </dgm:pt>
    <dgm:pt modelId="{B2BF26DB-B7F2-40FB-A401-808AFE40CEA3}" type="pres">
      <dgm:prSet presAssocID="{C9996531-5665-443C-A5DB-E251597A14C7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010C993F-5260-408B-BE78-B6289AD5B25C}" type="pres">
      <dgm:prSet presAssocID="{C9996531-5665-443C-A5DB-E251597A14C7}" presName="descendantText" presStyleLbl="alignAcc1" presStyleIdx="3" presStyleCnt="6">
        <dgm:presLayoutVars>
          <dgm:bulletEnabled val="1"/>
        </dgm:presLayoutVars>
      </dgm:prSet>
      <dgm:spPr/>
    </dgm:pt>
    <dgm:pt modelId="{37092812-B124-4FFE-AB26-48B73835C84D}" type="pres">
      <dgm:prSet presAssocID="{FFC05E98-15C4-4F7D-B1FD-AB1D5E1361C1}" presName="sp" presStyleCnt="0"/>
      <dgm:spPr/>
    </dgm:pt>
    <dgm:pt modelId="{CA10F108-197F-4230-AE1D-649DF57AD920}" type="pres">
      <dgm:prSet presAssocID="{C2980FEE-920E-4FE5-BF52-2AAE90F51724}" presName="composite" presStyleCnt="0"/>
      <dgm:spPr/>
    </dgm:pt>
    <dgm:pt modelId="{321000E4-C6E2-49C7-9EA9-6F40646C02C7}" type="pres">
      <dgm:prSet presAssocID="{C2980FEE-920E-4FE5-BF52-2AAE90F51724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A28B13D0-5DEB-4D89-923F-66E3AC2713D6}" type="pres">
      <dgm:prSet presAssocID="{C2980FEE-920E-4FE5-BF52-2AAE90F51724}" presName="descendantText" presStyleLbl="alignAcc1" presStyleIdx="4" presStyleCnt="6">
        <dgm:presLayoutVars>
          <dgm:bulletEnabled val="1"/>
        </dgm:presLayoutVars>
      </dgm:prSet>
      <dgm:spPr/>
    </dgm:pt>
    <dgm:pt modelId="{9D0D897B-FBE3-442F-BA49-92BAF3FB619E}" type="pres">
      <dgm:prSet presAssocID="{060A74C8-7085-4E58-A48F-83C3EC491B0A}" presName="sp" presStyleCnt="0"/>
      <dgm:spPr/>
    </dgm:pt>
    <dgm:pt modelId="{A6C90A99-0262-4C71-B034-706F1DD224C0}" type="pres">
      <dgm:prSet presAssocID="{22FD4315-053E-48CB-A792-8E76B974282A}" presName="composite" presStyleCnt="0"/>
      <dgm:spPr/>
    </dgm:pt>
    <dgm:pt modelId="{CDF0DB74-E470-41A4-998F-048840793D83}" type="pres">
      <dgm:prSet presAssocID="{22FD4315-053E-48CB-A792-8E76B974282A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D4942A73-787F-472E-BD7C-6E35511BA02E}" type="pres">
      <dgm:prSet presAssocID="{22FD4315-053E-48CB-A792-8E76B974282A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44832204-4ABA-46C4-BAAB-8EA6D88F7958}" type="presOf" srcId="{92687D05-DC6D-4958-8088-138832AE162B}" destId="{6D347DB0-053C-49EF-AB5B-FE63610F3F56}" srcOrd="0" destOrd="0" presId="urn:microsoft.com/office/officeart/2005/8/layout/chevron2"/>
    <dgm:cxn modelId="{548F3807-F879-4FCF-9902-0D3F172A2DE0}" srcId="{92687D05-DC6D-4958-8088-138832AE162B}" destId="{D2A30EB9-35B3-4369-8C83-5E63462B767E}" srcOrd="0" destOrd="0" parTransId="{07EE996F-D8F3-4F01-AF85-4FD21EC76F58}" sibTransId="{39A5B53C-E0CA-4B13-93A3-AA81CB617AE4}"/>
    <dgm:cxn modelId="{AA8D0C0F-B2F0-47F9-BC74-8829CD20AFD3}" srcId="{3B65EF2F-954A-4D08-87D0-B75C4CA10FF4}" destId="{22FD4315-053E-48CB-A792-8E76B974282A}" srcOrd="5" destOrd="0" parTransId="{D40CCC28-DB09-433B-9143-61BE057D5094}" sibTransId="{F3B98172-8984-4049-B2F0-60DE810E1AE5}"/>
    <dgm:cxn modelId="{51808011-A893-454D-B03C-C8FF81B1B760}" type="presOf" srcId="{0FE057B0-EDAF-4647-8051-D7ACA5893F05}" destId="{A28B13D0-5DEB-4D89-923F-66E3AC2713D6}" srcOrd="0" destOrd="0" presId="urn:microsoft.com/office/officeart/2005/8/layout/chevron2"/>
    <dgm:cxn modelId="{FA7A6B22-0C0D-4A0E-B0FC-9B62369D6270}" type="presOf" srcId="{D2A30EB9-35B3-4369-8C83-5E63462B767E}" destId="{7ABA1907-B2D2-4A48-8FFD-2E3E41CC8D20}" srcOrd="0" destOrd="0" presId="urn:microsoft.com/office/officeart/2005/8/layout/chevron2"/>
    <dgm:cxn modelId="{BF35EE2F-6C57-44CC-85B2-64242644FE98}" type="presOf" srcId="{4286C834-2152-44A9-96C3-FF243145880C}" destId="{49A0388F-E8D3-47A9-84A4-18C7EE772B94}" srcOrd="0" destOrd="0" presId="urn:microsoft.com/office/officeart/2005/8/layout/chevron2"/>
    <dgm:cxn modelId="{E1F24233-38AD-4DD8-8DAF-55D9C04FFD94}" type="presOf" srcId="{C2980FEE-920E-4FE5-BF52-2AAE90F51724}" destId="{321000E4-C6E2-49C7-9EA9-6F40646C02C7}" srcOrd="0" destOrd="0" presId="urn:microsoft.com/office/officeart/2005/8/layout/chevron2"/>
    <dgm:cxn modelId="{CF89793F-E830-47DF-9BF3-FD9155ED7B43}" type="presOf" srcId="{B19A094D-11F4-4023-ADC2-BF3F98F60CC7}" destId="{DFC0B4E3-01EB-4AB7-8022-CE2ECFA24A26}" srcOrd="0" destOrd="0" presId="urn:microsoft.com/office/officeart/2005/8/layout/chevron2"/>
    <dgm:cxn modelId="{F59DB35D-3653-4D70-B4DE-FD0122C48952}" srcId="{C9996531-5665-443C-A5DB-E251597A14C7}" destId="{69E740BD-3010-4542-B65B-2A410EC465C1}" srcOrd="0" destOrd="0" parTransId="{AE3CA400-E79A-46F4-B6C0-9A410B0A3376}" sibTransId="{1BC3D96E-431F-465F-BC81-714DB69330CD}"/>
    <dgm:cxn modelId="{40E33F63-86F7-4E5C-865A-334CAE8EC018}" srcId="{E6E2EE0E-B7C0-43F4-BDF4-729BCCBC1D26}" destId="{4286C834-2152-44A9-96C3-FF243145880C}" srcOrd="0" destOrd="0" parTransId="{72E6C04D-4FBF-42EC-8FEB-6338AAD677FD}" sibTransId="{C4ADB9BF-3352-44B7-BB20-A3E10F2D7D92}"/>
    <dgm:cxn modelId="{A6F14879-6766-4A19-BC53-EA9B8BA203F3}" srcId="{3B65EF2F-954A-4D08-87D0-B75C4CA10FF4}" destId="{92687D05-DC6D-4958-8088-138832AE162B}" srcOrd="0" destOrd="0" parTransId="{EE960391-EB8F-4B5C-9CF0-6AC3D4B7A044}" sibTransId="{310BF2C0-D69D-4494-BCDF-4429089259CF}"/>
    <dgm:cxn modelId="{B8447E59-0E9D-43F7-B6BF-B087AB566F9C}" type="presOf" srcId="{69E740BD-3010-4542-B65B-2A410EC465C1}" destId="{010C993F-5260-408B-BE78-B6289AD5B25C}" srcOrd="0" destOrd="0" presId="urn:microsoft.com/office/officeart/2005/8/layout/chevron2"/>
    <dgm:cxn modelId="{89610B84-5D64-457C-870F-A29070CB33B1}" srcId="{22FD4315-053E-48CB-A792-8E76B974282A}" destId="{EB3F4933-14A4-4609-822A-D26EEA30EB07}" srcOrd="0" destOrd="0" parTransId="{21447F6D-EA3D-479A-A54D-4C1E75FAAB1F}" sibTransId="{65D0CB87-4EC1-45AC-8D61-3595B8ED3004}"/>
    <dgm:cxn modelId="{6EE268A0-5166-445D-B774-C7B7EF78A1C4}" type="presOf" srcId="{E6E2EE0E-B7C0-43F4-BDF4-729BCCBC1D26}" destId="{7F34A464-492C-4E55-91D8-01DDA9928460}" srcOrd="0" destOrd="0" presId="urn:microsoft.com/office/officeart/2005/8/layout/chevron2"/>
    <dgm:cxn modelId="{7393B2B1-390F-4A00-8B6F-AA9C7B247264}" srcId="{7D8E8459-047B-4EAF-B1B3-5733144896BB}" destId="{B19A094D-11F4-4023-ADC2-BF3F98F60CC7}" srcOrd="0" destOrd="0" parTransId="{BB5231F4-DA63-4649-83EF-EBF0896B5EEE}" sibTransId="{21DA1C63-A06D-48F3-9CFB-129A61D24C73}"/>
    <dgm:cxn modelId="{C2BB20B5-E6CF-4CCA-93AD-702F30ABDFAC}" srcId="{C2980FEE-920E-4FE5-BF52-2AAE90F51724}" destId="{0FE057B0-EDAF-4647-8051-D7ACA5893F05}" srcOrd="0" destOrd="0" parTransId="{4D06F474-8413-4FEF-8978-A3A0F61F777B}" sibTransId="{7A04A21F-FB14-439B-A72F-467917988E5E}"/>
    <dgm:cxn modelId="{9EF6F3C7-445F-4AF2-B97F-34E80333C2A7}" srcId="{3B65EF2F-954A-4D08-87D0-B75C4CA10FF4}" destId="{C9996531-5665-443C-A5DB-E251597A14C7}" srcOrd="3" destOrd="0" parTransId="{19D77887-A1F6-4C0B-9363-30EF7EC07A98}" sibTransId="{FFC05E98-15C4-4F7D-B1FD-AB1D5E1361C1}"/>
    <dgm:cxn modelId="{743CF9CB-38DD-445C-B280-F135775E0C0E}" srcId="{3B65EF2F-954A-4D08-87D0-B75C4CA10FF4}" destId="{C2980FEE-920E-4FE5-BF52-2AAE90F51724}" srcOrd="4" destOrd="0" parTransId="{7859C52A-12BB-4BA1-88BB-0FB4D9D955FA}" sibTransId="{060A74C8-7085-4E58-A48F-83C3EC491B0A}"/>
    <dgm:cxn modelId="{7E26B5CC-EE06-406C-954C-B12E46BBA665}" type="presOf" srcId="{EB3F4933-14A4-4609-822A-D26EEA30EB07}" destId="{D4942A73-787F-472E-BD7C-6E35511BA02E}" srcOrd="0" destOrd="0" presId="urn:microsoft.com/office/officeart/2005/8/layout/chevron2"/>
    <dgm:cxn modelId="{61CCC5D9-3B26-42B3-A520-6592727D67B3}" type="presOf" srcId="{7D8E8459-047B-4EAF-B1B3-5733144896BB}" destId="{B461E339-31B0-4C40-AC1C-B28C6FA964D0}" srcOrd="0" destOrd="0" presId="urn:microsoft.com/office/officeart/2005/8/layout/chevron2"/>
    <dgm:cxn modelId="{19360DDE-6843-4CF3-93A5-8E4E23C3BD4F}" type="presOf" srcId="{22FD4315-053E-48CB-A792-8E76B974282A}" destId="{CDF0DB74-E470-41A4-998F-048840793D83}" srcOrd="0" destOrd="0" presId="urn:microsoft.com/office/officeart/2005/8/layout/chevron2"/>
    <dgm:cxn modelId="{37503ADE-388B-4991-98AB-384A9F7438C7}" srcId="{3B65EF2F-954A-4D08-87D0-B75C4CA10FF4}" destId="{7D8E8459-047B-4EAF-B1B3-5733144896BB}" srcOrd="1" destOrd="0" parTransId="{3B6B2AA9-E932-4488-BEB4-04FC4FB8E3EE}" sibTransId="{6912CDF9-83E8-45A4-A316-BEFA93907A77}"/>
    <dgm:cxn modelId="{402AA6E6-3286-48F5-9BDC-3115BE4FDBFA}" type="presOf" srcId="{C9996531-5665-443C-A5DB-E251597A14C7}" destId="{B2BF26DB-B7F2-40FB-A401-808AFE40CEA3}" srcOrd="0" destOrd="0" presId="urn:microsoft.com/office/officeart/2005/8/layout/chevron2"/>
    <dgm:cxn modelId="{687C6CFB-D505-4153-8908-81D2B96AB580}" srcId="{3B65EF2F-954A-4D08-87D0-B75C4CA10FF4}" destId="{E6E2EE0E-B7C0-43F4-BDF4-729BCCBC1D26}" srcOrd="2" destOrd="0" parTransId="{42C8A787-567A-47F1-A45A-DB159F13D1D7}" sibTransId="{BD7483DF-80D6-486A-9916-EBE5517FF949}"/>
    <dgm:cxn modelId="{717AC2FD-7EFC-4936-93F9-73A8DD65DD5B}" type="presOf" srcId="{3B65EF2F-954A-4D08-87D0-B75C4CA10FF4}" destId="{E7B7E7F3-BBF3-4419-9CDE-722D472D6743}" srcOrd="0" destOrd="0" presId="urn:microsoft.com/office/officeart/2005/8/layout/chevron2"/>
    <dgm:cxn modelId="{AD9FD53B-BF56-43F5-98B9-473DFA449053}" type="presParOf" srcId="{E7B7E7F3-BBF3-4419-9CDE-722D472D6743}" destId="{87BA6CC8-98D3-414E-A2F6-F5F843FF47FC}" srcOrd="0" destOrd="0" presId="urn:microsoft.com/office/officeart/2005/8/layout/chevron2"/>
    <dgm:cxn modelId="{96AE5D7B-69F0-4ADA-9174-C756BB85B211}" type="presParOf" srcId="{87BA6CC8-98D3-414E-A2F6-F5F843FF47FC}" destId="{6D347DB0-053C-49EF-AB5B-FE63610F3F56}" srcOrd="0" destOrd="0" presId="urn:microsoft.com/office/officeart/2005/8/layout/chevron2"/>
    <dgm:cxn modelId="{DD124F0C-FB23-4722-9D2A-7B30D816B939}" type="presParOf" srcId="{87BA6CC8-98D3-414E-A2F6-F5F843FF47FC}" destId="{7ABA1907-B2D2-4A48-8FFD-2E3E41CC8D20}" srcOrd="1" destOrd="0" presId="urn:microsoft.com/office/officeart/2005/8/layout/chevron2"/>
    <dgm:cxn modelId="{8A9199CF-81A6-446B-8B01-2E713E5EBD41}" type="presParOf" srcId="{E7B7E7F3-BBF3-4419-9CDE-722D472D6743}" destId="{ECD7CA7B-B2EC-4FE0-8DEE-BFD05A88E0E2}" srcOrd="1" destOrd="0" presId="urn:microsoft.com/office/officeart/2005/8/layout/chevron2"/>
    <dgm:cxn modelId="{F99BCC78-E5A3-45D4-A01C-8B9674B85D15}" type="presParOf" srcId="{E7B7E7F3-BBF3-4419-9CDE-722D472D6743}" destId="{94C9B4F1-971A-488A-ACCD-9E7414F19F72}" srcOrd="2" destOrd="0" presId="urn:microsoft.com/office/officeart/2005/8/layout/chevron2"/>
    <dgm:cxn modelId="{C3C503A0-F4FB-439A-8C2D-49A80EAF2C1D}" type="presParOf" srcId="{94C9B4F1-971A-488A-ACCD-9E7414F19F72}" destId="{B461E339-31B0-4C40-AC1C-B28C6FA964D0}" srcOrd="0" destOrd="0" presId="urn:microsoft.com/office/officeart/2005/8/layout/chevron2"/>
    <dgm:cxn modelId="{867E4009-9697-4133-92E2-0FBE70173DAF}" type="presParOf" srcId="{94C9B4F1-971A-488A-ACCD-9E7414F19F72}" destId="{DFC0B4E3-01EB-4AB7-8022-CE2ECFA24A26}" srcOrd="1" destOrd="0" presId="urn:microsoft.com/office/officeart/2005/8/layout/chevron2"/>
    <dgm:cxn modelId="{158A4F75-4063-4F4F-BF4B-C65FF8FD913F}" type="presParOf" srcId="{E7B7E7F3-BBF3-4419-9CDE-722D472D6743}" destId="{36D6B41F-E6A8-43B3-AF7F-0B4BD8124720}" srcOrd="3" destOrd="0" presId="urn:microsoft.com/office/officeart/2005/8/layout/chevron2"/>
    <dgm:cxn modelId="{C48865B4-278A-43AB-B548-468A7364524B}" type="presParOf" srcId="{E7B7E7F3-BBF3-4419-9CDE-722D472D6743}" destId="{5FD075FF-76D0-4B38-ADB5-388546E67E06}" srcOrd="4" destOrd="0" presId="urn:microsoft.com/office/officeart/2005/8/layout/chevron2"/>
    <dgm:cxn modelId="{F99DA416-25F9-45B1-BEC2-572B0C9C94D4}" type="presParOf" srcId="{5FD075FF-76D0-4B38-ADB5-388546E67E06}" destId="{7F34A464-492C-4E55-91D8-01DDA9928460}" srcOrd="0" destOrd="0" presId="urn:microsoft.com/office/officeart/2005/8/layout/chevron2"/>
    <dgm:cxn modelId="{49CA7647-09C0-4AD3-BDCA-882757CFD86E}" type="presParOf" srcId="{5FD075FF-76D0-4B38-ADB5-388546E67E06}" destId="{49A0388F-E8D3-47A9-84A4-18C7EE772B94}" srcOrd="1" destOrd="0" presId="urn:microsoft.com/office/officeart/2005/8/layout/chevron2"/>
    <dgm:cxn modelId="{AC1C38A9-BC3D-419F-9C29-FE5A8601065A}" type="presParOf" srcId="{E7B7E7F3-BBF3-4419-9CDE-722D472D6743}" destId="{49DFD6E2-5F5E-4072-8A55-398BAB285874}" srcOrd="5" destOrd="0" presId="urn:microsoft.com/office/officeart/2005/8/layout/chevron2"/>
    <dgm:cxn modelId="{3514BDC4-9417-41C4-993C-33CA9A1B8C5A}" type="presParOf" srcId="{E7B7E7F3-BBF3-4419-9CDE-722D472D6743}" destId="{CF931FEA-1F51-4CBE-A839-AB850537EB00}" srcOrd="6" destOrd="0" presId="urn:microsoft.com/office/officeart/2005/8/layout/chevron2"/>
    <dgm:cxn modelId="{C0AD2EDB-1DE7-4A36-BB8C-705EACE4E098}" type="presParOf" srcId="{CF931FEA-1F51-4CBE-A839-AB850537EB00}" destId="{B2BF26DB-B7F2-40FB-A401-808AFE40CEA3}" srcOrd="0" destOrd="0" presId="urn:microsoft.com/office/officeart/2005/8/layout/chevron2"/>
    <dgm:cxn modelId="{F8A6B07C-3935-421B-BFCA-D1FC10F8DB18}" type="presParOf" srcId="{CF931FEA-1F51-4CBE-A839-AB850537EB00}" destId="{010C993F-5260-408B-BE78-B6289AD5B25C}" srcOrd="1" destOrd="0" presId="urn:microsoft.com/office/officeart/2005/8/layout/chevron2"/>
    <dgm:cxn modelId="{1DEE29EA-0F9C-40D8-B979-E1AEE9DA5E43}" type="presParOf" srcId="{E7B7E7F3-BBF3-4419-9CDE-722D472D6743}" destId="{37092812-B124-4FFE-AB26-48B73835C84D}" srcOrd="7" destOrd="0" presId="urn:microsoft.com/office/officeart/2005/8/layout/chevron2"/>
    <dgm:cxn modelId="{901B814C-D106-401F-BED3-D98020CD6E0B}" type="presParOf" srcId="{E7B7E7F3-BBF3-4419-9CDE-722D472D6743}" destId="{CA10F108-197F-4230-AE1D-649DF57AD920}" srcOrd="8" destOrd="0" presId="urn:microsoft.com/office/officeart/2005/8/layout/chevron2"/>
    <dgm:cxn modelId="{FFD5BF23-5A56-435E-9A52-2C9E8545611C}" type="presParOf" srcId="{CA10F108-197F-4230-AE1D-649DF57AD920}" destId="{321000E4-C6E2-49C7-9EA9-6F40646C02C7}" srcOrd="0" destOrd="0" presId="urn:microsoft.com/office/officeart/2005/8/layout/chevron2"/>
    <dgm:cxn modelId="{8B8F5879-B0A2-41A6-AE12-D275319159D1}" type="presParOf" srcId="{CA10F108-197F-4230-AE1D-649DF57AD920}" destId="{A28B13D0-5DEB-4D89-923F-66E3AC2713D6}" srcOrd="1" destOrd="0" presId="urn:microsoft.com/office/officeart/2005/8/layout/chevron2"/>
    <dgm:cxn modelId="{88558E3A-A0D6-4037-9E0F-5DF0C423CAF4}" type="presParOf" srcId="{E7B7E7F3-BBF3-4419-9CDE-722D472D6743}" destId="{9D0D897B-FBE3-442F-BA49-92BAF3FB619E}" srcOrd="9" destOrd="0" presId="urn:microsoft.com/office/officeart/2005/8/layout/chevron2"/>
    <dgm:cxn modelId="{B36DA974-BE39-4186-B332-3A9546CE864E}" type="presParOf" srcId="{E7B7E7F3-BBF3-4419-9CDE-722D472D6743}" destId="{A6C90A99-0262-4C71-B034-706F1DD224C0}" srcOrd="10" destOrd="0" presId="urn:microsoft.com/office/officeart/2005/8/layout/chevron2"/>
    <dgm:cxn modelId="{77A5890F-CA91-4B35-9DE1-AB9E0C4A83F4}" type="presParOf" srcId="{A6C90A99-0262-4C71-B034-706F1DD224C0}" destId="{CDF0DB74-E470-41A4-998F-048840793D83}" srcOrd="0" destOrd="0" presId="urn:microsoft.com/office/officeart/2005/8/layout/chevron2"/>
    <dgm:cxn modelId="{B26AEA6E-946F-4710-A0FE-90A776E7AC3E}" type="presParOf" srcId="{A6C90A99-0262-4C71-B034-706F1DD224C0}" destId="{D4942A73-787F-472E-BD7C-6E35511BA02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1C59E-CDE6-4B96-AE28-02136C32E9CD}">
      <dsp:nvSpPr>
        <dsp:cNvPr id="0" name=""/>
        <dsp:cNvSpPr/>
      </dsp:nvSpPr>
      <dsp:spPr>
        <a:xfrm>
          <a:off x="3792626" y="1277247"/>
          <a:ext cx="1364802" cy="5848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8547"/>
              </a:lnTo>
              <a:lnTo>
                <a:pt x="1364802" y="398547"/>
              </a:lnTo>
              <a:lnTo>
                <a:pt x="1364802" y="5848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FCBE8D-0BFC-43E6-9DD6-329C722D7F4A}">
      <dsp:nvSpPr>
        <dsp:cNvPr id="0" name=""/>
        <dsp:cNvSpPr/>
      </dsp:nvSpPr>
      <dsp:spPr>
        <a:xfrm>
          <a:off x="2427824" y="1277247"/>
          <a:ext cx="1364802" cy="584833"/>
        </a:xfrm>
        <a:custGeom>
          <a:avLst/>
          <a:gdLst/>
          <a:ahLst/>
          <a:cxnLst/>
          <a:rect l="0" t="0" r="0" b="0"/>
          <a:pathLst>
            <a:path>
              <a:moveTo>
                <a:pt x="1364802" y="0"/>
              </a:moveTo>
              <a:lnTo>
                <a:pt x="1364802" y="398547"/>
              </a:lnTo>
              <a:lnTo>
                <a:pt x="0" y="398547"/>
              </a:lnTo>
              <a:lnTo>
                <a:pt x="0" y="5848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5F09A4-8499-4CAA-A94C-3341CBE70208}">
      <dsp:nvSpPr>
        <dsp:cNvPr id="0" name=""/>
        <dsp:cNvSpPr/>
      </dsp:nvSpPr>
      <dsp:spPr>
        <a:xfrm>
          <a:off x="1605382" y="333"/>
          <a:ext cx="4374488" cy="12769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9C888-24B9-41D2-8A5A-4A3D0AA2F188}">
      <dsp:nvSpPr>
        <dsp:cNvPr id="0" name=""/>
        <dsp:cNvSpPr/>
      </dsp:nvSpPr>
      <dsp:spPr>
        <a:xfrm>
          <a:off x="1828814" y="212593"/>
          <a:ext cx="4374488" cy="12769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sng" kern="1200" dirty="0"/>
            <a:t>Health</a:t>
          </a:r>
          <a:r>
            <a:rPr lang="en-US" sz="1900" kern="1200" dirty="0"/>
            <a:t>- “a complete state of physical, mental, and social well-being and not merely the absence of disease or infirmity”</a:t>
          </a:r>
        </a:p>
      </dsp:txBody>
      <dsp:txXfrm>
        <a:off x="1866214" y="249993"/>
        <a:ext cx="4299688" cy="1202114"/>
      </dsp:txXfrm>
    </dsp:sp>
    <dsp:sp modelId="{4F779F55-2EE3-4327-94CC-7EA13108761F}">
      <dsp:nvSpPr>
        <dsp:cNvPr id="0" name=""/>
        <dsp:cNvSpPr/>
      </dsp:nvSpPr>
      <dsp:spPr>
        <a:xfrm>
          <a:off x="1286453" y="1862081"/>
          <a:ext cx="2282741" cy="12769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EFC96-68A1-4B41-90B4-5679BABF2D18}">
      <dsp:nvSpPr>
        <dsp:cNvPr id="0" name=""/>
        <dsp:cNvSpPr/>
      </dsp:nvSpPr>
      <dsp:spPr>
        <a:xfrm>
          <a:off x="1509885" y="2074342"/>
          <a:ext cx="2282741" cy="12769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sng" kern="1200" dirty="0"/>
            <a:t>Unwellness</a:t>
          </a:r>
          <a:r>
            <a:rPr lang="en-US" sz="1900" b="1" u="none" kern="1200" dirty="0"/>
            <a:t>- </a:t>
          </a:r>
          <a:r>
            <a:rPr lang="en-US" sz="1900" kern="1200" dirty="0"/>
            <a:t>when health is diminished </a:t>
          </a:r>
        </a:p>
      </dsp:txBody>
      <dsp:txXfrm>
        <a:off x="1547285" y="2111742"/>
        <a:ext cx="2207941" cy="1202114"/>
      </dsp:txXfrm>
    </dsp:sp>
    <dsp:sp modelId="{5D47A9F0-8E8A-414C-9D37-A97560DA893A}">
      <dsp:nvSpPr>
        <dsp:cNvPr id="0" name=""/>
        <dsp:cNvSpPr/>
      </dsp:nvSpPr>
      <dsp:spPr>
        <a:xfrm>
          <a:off x="4016059" y="1862081"/>
          <a:ext cx="2282741" cy="12769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5EF44-ACDA-479E-B385-AB0866023DCC}">
      <dsp:nvSpPr>
        <dsp:cNvPr id="0" name=""/>
        <dsp:cNvSpPr/>
      </dsp:nvSpPr>
      <dsp:spPr>
        <a:xfrm>
          <a:off x="4239491" y="2074342"/>
          <a:ext cx="2282741" cy="12769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sng" kern="1200" dirty="0"/>
            <a:t>Wellness</a:t>
          </a:r>
          <a:r>
            <a:rPr lang="en-US" sz="1900" kern="1200" dirty="0"/>
            <a:t>- when health is thriving</a:t>
          </a:r>
        </a:p>
      </dsp:txBody>
      <dsp:txXfrm>
        <a:off x="4276891" y="2111742"/>
        <a:ext cx="2207941" cy="12021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3F98C-04F6-4C63-AF5D-8DF7E68CD0BE}">
      <dsp:nvSpPr>
        <dsp:cNvPr id="0" name=""/>
        <dsp:cNvSpPr/>
      </dsp:nvSpPr>
      <dsp:spPr>
        <a:xfrm rot="5400000">
          <a:off x="5296754" y="-2001156"/>
          <a:ext cx="1260936" cy="5578562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The “why”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Ex: Studying how smoking causes lung cancer</a:t>
          </a:r>
        </a:p>
      </dsp:txBody>
      <dsp:txXfrm rot="-5400000">
        <a:off x="3137941" y="219211"/>
        <a:ext cx="5517008" cy="1137828"/>
      </dsp:txXfrm>
    </dsp:sp>
    <dsp:sp modelId="{BD11892A-201B-40B5-8EF9-A9D56C1F3E06}">
      <dsp:nvSpPr>
        <dsp:cNvPr id="0" name=""/>
        <dsp:cNvSpPr/>
      </dsp:nvSpPr>
      <dsp:spPr>
        <a:xfrm>
          <a:off x="0" y="39"/>
          <a:ext cx="3137941" cy="1576170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u="sng" kern="1200" dirty="0">
              <a:solidFill>
                <a:schemeClr val="tx1"/>
              </a:solidFill>
            </a:rPr>
            <a:t>Etiology</a:t>
          </a:r>
          <a:r>
            <a:rPr lang="en-US" sz="2100" kern="1200" dirty="0">
              <a:solidFill>
                <a:schemeClr val="tx1"/>
              </a:solidFill>
            </a:rPr>
            <a:t>- the origins or causes of an illness </a:t>
          </a:r>
        </a:p>
      </dsp:txBody>
      <dsp:txXfrm>
        <a:off x="76942" y="76981"/>
        <a:ext cx="2984057" cy="1422286"/>
      </dsp:txXfrm>
    </dsp:sp>
    <dsp:sp modelId="{A78836C2-0866-42C9-9BC3-6CD25E830517}">
      <dsp:nvSpPr>
        <dsp:cNvPr id="0" name=""/>
        <dsp:cNvSpPr/>
      </dsp:nvSpPr>
      <dsp:spPr>
        <a:xfrm rot="5400000">
          <a:off x="5296754" y="-346177"/>
          <a:ext cx="1260936" cy="5578562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The “what, where, when”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Ex: Studying why the bubonic plague became a pandemic in the 1300s</a:t>
          </a:r>
        </a:p>
      </dsp:txBody>
      <dsp:txXfrm rot="-5400000">
        <a:off x="3137941" y="1874190"/>
        <a:ext cx="5517008" cy="1137828"/>
      </dsp:txXfrm>
    </dsp:sp>
    <dsp:sp modelId="{871BAFB9-F41C-42CA-8390-C0977DB9DEAA}">
      <dsp:nvSpPr>
        <dsp:cNvPr id="0" name=""/>
        <dsp:cNvSpPr/>
      </dsp:nvSpPr>
      <dsp:spPr>
        <a:xfrm>
          <a:off x="0" y="1655018"/>
          <a:ext cx="3137941" cy="1576170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u="sng" kern="1200" dirty="0">
              <a:solidFill>
                <a:schemeClr val="tx1"/>
              </a:solidFill>
            </a:rPr>
            <a:t>Epidemiology</a:t>
          </a:r>
          <a:r>
            <a:rPr lang="en-US" sz="2100" kern="1200" dirty="0">
              <a:solidFill>
                <a:schemeClr val="tx1"/>
              </a:solidFill>
            </a:rPr>
            <a:t>- the study of the frequency, distribution, and causes of a disease </a:t>
          </a:r>
          <a:r>
            <a:rPr lang="en-US" sz="2100" i="1" kern="1200" dirty="0">
              <a:solidFill>
                <a:schemeClr val="tx1"/>
              </a:solidFill>
            </a:rPr>
            <a:t>in a population</a:t>
          </a:r>
          <a:endParaRPr lang="en-US" sz="2100" kern="1200" dirty="0">
            <a:solidFill>
              <a:schemeClr val="tx1"/>
            </a:solidFill>
          </a:endParaRPr>
        </a:p>
      </dsp:txBody>
      <dsp:txXfrm>
        <a:off x="76942" y="1731960"/>
        <a:ext cx="2984057" cy="14222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5142F-ECFA-4055-86C3-819FDD6735E7}">
      <dsp:nvSpPr>
        <dsp:cNvPr id="0" name=""/>
        <dsp:cNvSpPr/>
      </dsp:nvSpPr>
      <dsp:spPr>
        <a:xfrm>
          <a:off x="0" y="3897"/>
          <a:ext cx="7890948" cy="1133814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sng" kern="1200" dirty="0">
              <a:solidFill>
                <a:schemeClr val="tx1"/>
              </a:solidFill>
            </a:rPr>
            <a:t>Morbidity</a:t>
          </a:r>
          <a:r>
            <a:rPr lang="en-US" sz="3200" kern="1200" dirty="0">
              <a:solidFill>
                <a:schemeClr val="tx1"/>
              </a:solidFill>
            </a:rPr>
            <a:t>- the </a:t>
          </a:r>
          <a:r>
            <a:rPr lang="en-US" sz="3200" u="sng" kern="1200" dirty="0">
              <a:solidFill>
                <a:schemeClr val="tx1"/>
              </a:solidFill>
            </a:rPr>
            <a:t>number of cases</a:t>
          </a:r>
          <a:r>
            <a:rPr lang="en-US" sz="3200" kern="1200" dirty="0">
              <a:solidFill>
                <a:schemeClr val="tx1"/>
              </a:solidFill>
            </a:rPr>
            <a:t> of a disease at a given point in time </a:t>
          </a:r>
        </a:p>
      </dsp:txBody>
      <dsp:txXfrm>
        <a:off x="55348" y="59245"/>
        <a:ext cx="7780252" cy="1023118"/>
      </dsp:txXfrm>
    </dsp:sp>
    <dsp:sp modelId="{36E420A3-EE73-416C-9EF8-76644286A19F}">
      <dsp:nvSpPr>
        <dsp:cNvPr id="0" name=""/>
        <dsp:cNvSpPr/>
      </dsp:nvSpPr>
      <dsp:spPr>
        <a:xfrm>
          <a:off x="0" y="1137712"/>
          <a:ext cx="7890948" cy="240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53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u="sng" kern="1200" dirty="0"/>
            <a:t>Incidence</a:t>
          </a:r>
          <a:r>
            <a:rPr lang="en-US" sz="2400" kern="1200" dirty="0"/>
            <a:t>- the number of </a:t>
          </a:r>
          <a:r>
            <a:rPr lang="en-US" sz="2400" u="sng" kern="1200" dirty="0"/>
            <a:t>new</a:t>
          </a:r>
          <a:r>
            <a:rPr lang="en-US" sz="2400" kern="1200" dirty="0"/>
            <a:t> cases/ incidents 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Ex: In 2025, it is estimated that there will be 2,041,910 new cases of cancer of any site.*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u="sng" kern="1200"/>
            <a:t>Prevalence</a:t>
          </a:r>
          <a:r>
            <a:rPr lang="en-US" sz="2400" kern="1200"/>
            <a:t>- the </a:t>
          </a:r>
          <a:r>
            <a:rPr lang="en-US" sz="2400" u="sng" kern="1200"/>
            <a:t>total number</a:t>
          </a:r>
          <a:r>
            <a:rPr lang="en-US" sz="2400" kern="1200"/>
            <a:t> of cases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Ex: In 2022, there were an estimated 18,000,110 people living with cancer of any site in the United States.*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400" kern="1200" dirty="0"/>
        </a:p>
      </dsp:txBody>
      <dsp:txXfrm>
        <a:off x="0" y="1137712"/>
        <a:ext cx="7890948" cy="2407175"/>
      </dsp:txXfrm>
    </dsp:sp>
    <dsp:sp modelId="{FE9C2CB8-0467-4DFA-B51F-B474AB868925}">
      <dsp:nvSpPr>
        <dsp:cNvPr id="0" name=""/>
        <dsp:cNvSpPr/>
      </dsp:nvSpPr>
      <dsp:spPr>
        <a:xfrm>
          <a:off x="0" y="3544887"/>
          <a:ext cx="7890948" cy="1133814"/>
        </a:xfrm>
        <a:prstGeom prst="round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u="sng" kern="1200" dirty="0">
              <a:solidFill>
                <a:schemeClr val="tx1"/>
              </a:solidFill>
            </a:rPr>
            <a:t>Mortality</a:t>
          </a:r>
          <a:r>
            <a:rPr lang="en-US" sz="3200" kern="1200" dirty="0">
              <a:solidFill>
                <a:schemeClr val="tx1"/>
              </a:solidFill>
            </a:rPr>
            <a:t>- the </a:t>
          </a:r>
          <a:r>
            <a:rPr lang="en-US" sz="3200" u="sng" kern="1200" dirty="0">
              <a:solidFill>
                <a:schemeClr val="tx1"/>
              </a:solidFill>
            </a:rPr>
            <a:t>number of deaths</a:t>
          </a:r>
          <a:r>
            <a:rPr lang="en-US" sz="3200" b="1" kern="1200" dirty="0">
              <a:solidFill>
                <a:schemeClr val="tx1"/>
              </a:solidFill>
            </a:rPr>
            <a:t> </a:t>
          </a:r>
          <a:r>
            <a:rPr lang="en-US" sz="3200" kern="1200" dirty="0">
              <a:solidFill>
                <a:schemeClr val="tx1"/>
              </a:solidFill>
            </a:rPr>
            <a:t>due to that particular disease</a:t>
          </a:r>
        </a:p>
      </dsp:txBody>
      <dsp:txXfrm>
        <a:off x="55348" y="3600235"/>
        <a:ext cx="7780252" cy="1023118"/>
      </dsp:txXfrm>
    </dsp:sp>
    <dsp:sp modelId="{34EA58C4-0CBA-4E3A-8B37-8AA69A97BBBA}">
      <dsp:nvSpPr>
        <dsp:cNvPr id="0" name=""/>
        <dsp:cNvSpPr/>
      </dsp:nvSpPr>
      <dsp:spPr>
        <a:xfrm>
          <a:off x="0" y="4678702"/>
          <a:ext cx="7890948" cy="656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53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Ex: In 2025, it is estimated that 618,120 people will die of cancer.*</a:t>
          </a:r>
        </a:p>
      </dsp:txBody>
      <dsp:txXfrm>
        <a:off x="0" y="4678702"/>
        <a:ext cx="7890948" cy="6565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14546-27BF-4834-8F2B-660C81263DF3}">
      <dsp:nvSpPr>
        <dsp:cNvPr id="0" name=""/>
        <dsp:cNvSpPr/>
      </dsp:nvSpPr>
      <dsp:spPr>
        <a:xfrm>
          <a:off x="4343" y="205580"/>
          <a:ext cx="1401257" cy="1401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B8ED7-2C64-4374-AD50-1FB6A227F34F}">
      <dsp:nvSpPr>
        <dsp:cNvPr id="0" name=""/>
        <dsp:cNvSpPr/>
      </dsp:nvSpPr>
      <dsp:spPr>
        <a:xfrm>
          <a:off x="4343" y="1728101"/>
          <a:ext cx="4003593" cy="60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/>
            <a:t>Acute</a:t>
          </a:r>
          <a:r>
            <a:rPr lang="en-US" sz="3600" kern="1200"/>
            <a:t>- short-term </a:t>
          </a:r>
        </a:p>
      </dsp:txBody>
      <dsp:txXfrm>
        <a:off x="4343" y="1728101"/>
        <a:ext cx="4003593" cy="600539"/>
      </dsp:txXfrm>
    </dsp:sp>
    <dsp:sp modelId="{18959546-968E-477F-91A7-B03CCFAB4D70}">
      <dsp:nvSpPr>
        <dsp:cNvPr id="0" name=""/>
        <dsp:cNvSpPr/>
      </dsp:nvSpPr>
      <dsp:spPr>
        <a:xfrm>
          <a:off x="4343" y="2385041"/>
          <a:ext cx="4003593" cy="640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of an acute disorder: measles </a:t>
          </a:r>
        </a:p>
      </dsp:txBody>
      <dsp:txXfrm>
        <a:off x="4343" y="2385041"/>
        <a:ext cx="4003593" cy="640606"/>
      </dsp:txXfrm>
    </dsp:sp>
    <dsp:sp modelId="{6E3C63CE-30DA-49E0-A819-F572E317DC01}">
      <dsp:nvSpPr>
        <dsp:cNvPr id="0" name=""/>
        <dsp:cNvSpPr/>
      </dsp:nvSpPr>
      <dsp:spPr>
        <a:xfrm>
          <a:off x="4708566" y="205580"/>
          <a:ext cx="1401257" cy="14012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5EF92-8EE0-437E-A5DF-0A5F88466B14}">
      <dsp:nvSpPr>
        <dsp:cNvPr id="0" name=""/>
        <dsp:cNvSpPr/>
      </dsp:nvSpPr>
      <dsp:spPr>
        <a:xfrm>
          <a:off x="4708566" y="1728101"/>
          <a:ext cx="4003593" cy="600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/>
            <a:t>Chronic</a:t>
          </a:r>
          <a:r>
            <a:rPr lang="en-US" sz="3600" kern="1200"/>
            <a:t>- long-term</a:t>
          </a:r>
        </a:p>
      </dsp:txBody>
      <dsp:txXfrm>
        <a:off x="4708566" y="1728101"/>
        <a:ext cx="4003593" cy="600539"/>
      </dsp:txXfrm>
    </dsp:sp>
    <dsp:sp modelId="{9B46B002-76BE-49CB-9DBA-E34AADE5BA5E}">
      <dsp:nvSpPr>
        <dsp:cNvPr id="0" name=""/>
        <dsp:cNvSpPr/>
      </dsp:nvSpPr>
      <dsp:spPr>
        <a:xfrm>
          <a:off x="4708566" y="2385041"/>
          <a:ext cx="4003593" cy="640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 of a chronic disorder: Type 1 diabetes</a:t>
          </a:r>
        </a:p>
      </dsp:txBody>
      <dsp:txXfrm>
        <a:off x="4708566" y="2385041"/>
        <a:ext cx="4003593" cy="6406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47DB0-053C-49EF-AB5B-FE63610F3F56}">
      <dsp:nvSpPr>
        <dsp:cNvPr id="0" name=""/>
        <dsp:cNvSpPr/>
      </dsp:nvSpPr>
      <dsp:spPr>
        <a:xfrm rot="5400000">
          <a:off x="-147439" y="150917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347503"/>
        <a:ext cx="688049" cy="294878"/>
      </dsp:txXfrm>
    </dsp:sp>
    <dsp:sp modelId="{7ABA1907-B2D2-4A48-8FFD-2E3E41CC8D20}">
      <dsp:nvSpPr>
        <dsp:cNvPr id="0" name=""/>
        <dsp:cNvSpPr/>
      </dsp:nvSpPr>
      <dsp:spPr>
        <a:xfrm rot="5400000">
          <a:off x="4088573" y="-3397045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Believed diseases were caused by evil spirits</a:t>
          </a:r>
        </a:p>
      </dsp:txBody>
      <dsp:txXfrm rot="-5400000">
        <a:off x="688050" y="34667"/>
        <a:ext cx="7408761" cy="576524"/>
      </dsp:txXfrm>
    </dsp:sp>
    <dsp:sp modelId="{B461E339-31B0-4C40-AC1C-B28C6FA964D0}">
      <dsp:nvSpPr>
        <dsp:cNvPr id="0" name=""/>
        <dsp:cNvSpPr/>
      </dsp:nvSpPr>
      <dsp:spPr>
        <a:xfrm rot="5400000">
          <a:off x="-147439" y="1036673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1233259"/>
        <a:ext cx="688049" cy="294878"/>
      </dsp:txXfrm>
    </dsp:sp>
    <dsp:sp modelId="{DFC0B4E3-01EB-4AB7-8022-CE2ECFA24A26}">
      <dsp:nvSpPr>
        <dsp:cNvPr id="0" name=""/>
        <dsp:cNvSpPr/>
      </dsp:nvSpPr>
      <dsp:spPr>
        <a:xfrm rot="5400000">
          <a:off x="4088573" y="-2511289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Health was due to the 4 humors</a:t>
          </a:r>
        </a:p>
      </dsp:txBody>
      <dsp:txXfrm rot="-5400000">
        <a:off x="688050" y="920423"/>
        <a:ext cx="7408761" cy="576524"/>
      </dsp:txXfrm>
    </dsp:sp>
    <dsp:sp modelId="{7F34A464-492C-4E55-91D8-01DDA9928460}">
      <dsp:nvSpPr>
        <dsp:cNvPr id="0" name=""/>
        <dsp:cNvSpPr/>
      </dsp:nvSpPr>
      <dsp:spPr>
        <a:xfrm rot="5400000">
          <a:off x="-147439" y="1922430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2119016"/>
        <a:ext cx="688049" cy="294878"/>
      </dsp:txXfrm>
    </dsp:sp>
    <dsp:sp modelId="{49A0388F-E8D3-47A9-84A4-18C7EE772B94}">
      <dsp:nvSpPr>
        <dsp:cNvPr id="0" name=""/>
        <dsp:cNvSpPr/>
      </dsp:nvSpPr>
      <dsp:spPr>
        <a:xfrm rot="5400000">
          <a:off x="4088573" y="-1625532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Disease was a </a:t>
          </a:r>
          <a:r>
            <a:rPr lang="en-US" sz="2400" kern="1200"/>
            <a:t>spiritual punishment</a:t>
          </a:r>
          <a:endParaRPr lang="en-US" sz="2400" kern="1200" dirty="0"/>
        </a:p>
      </dsp:txBody>
      <dsp:txXfrm rot="-5400000">
        <a:off x="688050" y="1806180"/>
        <a:ext cx="7408761" cy="576524"/>
      </dsp:txXfrm>
    </dsp:sp>
    <dsp:sp modelId="{B2BF26DB-B7F2-40FB-A401-808AFE40CEA3}">
      <dsp:nvSpPr>
        <dsp:cNvPr id="0" name=""/>
        <dsp:cNvSpPr/>
      </dsp:nvSpPr>
      <dsp:spPr>
        <a:xfrm rot="5400000">
          <a:off x="-147439" y="2808187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3004773"/>
        <a:ext cx="688049" cy="294878"/>
      </dsp:txXfrm>
    </dsp:sp>
    <dsp:sp modelId="{010C993F-5260-408B-BE78-B6289AD5B25C}">
      <dsp:nvSpPr>
        <dsp:cNvPr id="0" name=""/>
        <dsp:cNvSpPr/>
      </dsp:nvSpPr>
      <dsp:spPr>
        <a:xfrm rot="5400000">
          <a:off x="4088573" y="-739775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Health attributed to bodily functions (thanks to autopsies) </a:t>
          </a:r>
        </a:p>
      </dsp:txBody>
      <dsp:txXfrm rot="-5400000">
        <a:off x="688050" y="2691937"/>
        <a:ext cx="7408761" cy="576524"/>
      </dsp:txXfrm>
    </dsp:sp>
    <dsp:sp modelId="{321000E4-C6E2-49C7-9EA9-6F40646C02C7}">
      <dsp:nvSpPr>
        <dsp:cNvPr id="0" name=""/>
        <dsp:cNvSpPr/>
      </dsp:nvSpPr>
      <dsp:spPr>
        <a:xfrm rot="5400000">
          <a:off x="-147439" y="3693944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3890530"/>
        <a:ext cx="688049" cy="294878"/>
      </dsp:txXfrm>
    </dsp:sp>
    <dsp:sp modelId="{A28B13D0-5DEB-4D89-923F-66E3AC2713D6}">
      <dsp:nvSpPr>
        <dsp:cNvPr id="0" name=""/>
        <dsp:cNvSpPr/>
      </dsp:nvSpPr>
      <dsp:spPr>
        <a:xfrm rot="5400000">
          <a:off x="4088573" y="145980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Biomedical model  (body and brain)</a:t>
          </a:r>
        </a:p>
      </dsp:txBody>
      <dsp:txXfrm rot="-5400000">
        <a:off x="688050" y="3577693"/>
        <a:ext cx="7408761" cy="576524"/>
      </dsp:txXfrm>
    </dsp:sp>
    <dsp:sp modelId="{CDF0DB74-E470-41A4-998F-048840793D83}">
      <dsp:nvSpPr>
        <dsp:cNvPr id="0" name=""/>
        <dsp:cNvSpPr/>
      </dsp:nvSpPr>
      <dsp:spPr>
        <a:xfrm rot="5400000">
          <a:off x="-147439" y="4579700"/>
          <a:ext cx="982927" cy="688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</a:t>
          </a:r>
        </a:p>
      </dsp:txBody>
      <dsp:txXfrm rot="-5400000">
        <a:off x="1" y="4776286"/>
        <a:ext cx="688049" cy="294878"/>
      </dsp:txXfrm>
    </dsp:sp>
    <dsp:sp modelId="{D4942A73-787F-472E-BD7C-6E35511BA02E}">
      <dsp:nvSpPr>
        <dsp:cNvPr id="0" name=""/>
        <dsp:cNvSpPr/>
      </dsp:nvSpPr>
      <dsp:spPr>
        <a:xfrm rot="5400000">
          <a:off x="4088573" y="1031737"/>
          <a:ext cx="638902" cy="74399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Biopsychosocial model (impacts in all directions)</a:t>
          </a:r>
          <a:endParaRPr lang="en-US" sz="2400" kern="1200" dirty="0"/>
        </a:p>
      </dsp:txBody>
      <dsp:txXfrm rot="-5400000">
        <a:off x="688050" y="4463450"/>
        <a:ext cx="7408761" cy="576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8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978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D793-1B4F-CD64-ABC1-D55860CF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ED35F-8D8A-DE2B-D5E0-84EDA47FE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06411-9D82-508D-5903-4F432B5A3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406F5-03D0-662A-E7B2-249F39ED3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1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C045-16F8-6948-37BE-8CD6B932B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39EFE-2DEA-0DBE-BA79-1CCF2BC39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5A94D-A19F-473C-99EB-6ED3237AF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F9F39-97C3-5740-FD79-CFC8EA932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4F0D-4E12-8008-E4D8-2369E9B50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49AEE-62AC-0099-4AFD-CE4BAC2D6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15EE1-A5E6-7810-59CD-9F8AEBB1A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CC220-FE54-2C94-7F1A-49F340033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397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616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86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774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C2642-4994-F09E-7793-493EC410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B6DC5-C362-5188-EBA8-971246B31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688D3-2FB7-683D-6132-636F067F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B2C85-F1FD-9BE8-8E0C-101B3C255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80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744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99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676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sparcopen.github.io/opencon-dei-report/intro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Health Psychology?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86"/>
    </mc:Choice>
    <mc:Fallback xmlns="">
      <p:transition spd="slow" advTm="58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457802-0885-43C5-3A4D-FBA7DDDE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 hear “health psychology,” </a:t>
            </a:r>
            <a:r>
              <a:rPr lang="en-US"/>
              <a:t>what comes to mind?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965AE-1B8C-2BCB-0360-4E802E4604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0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3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1"/>
    </mc:Choice>
    <mc:Fallback xmlns="">
      <p:transition spd="slow" advTm="1300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BAE9-D61E-CB27-FB84-2B7E0095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FA899-D366-FDD1-7C5C-2798E008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Health Psychology</a:t>
            </a:r>
            <a:r>
              <a:rPr lang="en-US" b="1" dirty="0"/>
              <a:t> </a:t>
            </a:r>
            <a:r>
              <a:rPr lang="en-US" dirty="0"/>
              <a:t>– the study of what makes people either ill or well, and what people experience throughout sickness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EE781-26BD-92B7-4AE6-965F3BD3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688DA3A-F3B2-8229-5F27-DAC47E8DF6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4336489"/>
              </p:ext>
            </p:extLst>
          </p:nvPr>
        </p:nvGraphicFramePr>
        <p:xfrm>
          <a:off x="1840412" y="2815355"/>
          <a:ext cx="7808686" cy="3351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318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32"/>
    </mc:Choice>
    <mc:Fallback xmlns="">
      <p:transition spd="slow" advTm="384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D6C33-8B25-7207-23D0-59D1BB7D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E68C35-0307-4DBB-9BB2-51A0BC80F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Gray Rectangle">
            <a:extLst>
              <a:ext uri="{FF2B5EF4-FFF2-40B4-BE49-F238E27FC236}">
                <a16:creationId xmlns:a16="http://schemas.microsoft.com/office/drawing/2014/main" id="{B4461734-7A1F-4C43-9DD1-82961A9B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White Rectangle">
            <a:extLst>
              <a:ext uri="{FF2B5EF4-FFF2-40B4-BE49-F238E27FC236}">
                <a16:creationId xmlns:a16="http://schemas.microsoft.com/office/drawing/2014/main" id="{F76B182E-353C-4F09-98E3-D0D9D094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87BA6D-E0E1-E0B2-17A4-A15E2ED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603503"/>
            <a:ext cx="10851735" cy="1739267"/>
          </a:xfrm>
        </p:spPr>
        <p:txBody>
          <a:bodyPr anchor="t">
            <a:normAutofit/>
          </a:bodyPr>
          <a:lstStyle/>
          <a:p>
            <a:r>
              <a:rPr lang="en-US" dirty="0"/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3DB46-5E54-B047-8EEB-D2E26AED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cxnSp>
        <p:nvCxnSpPr>
          <p:cNvPr id="18" name="Vertical Connector">
            <a:extLst>
              <a:ext uri="{FF2B5EF4-FFF2-40B4-BE49-F238E27FC236}">
                <a16:creationId xmlns:a16="http://schemas.microsoft.com/office/drawing/2014/main" id="{A32DD4E3-F3A5-479E-9FC8-93181F7AB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Horizontal Connector 2">
            <a:extLst>
              <a:ext uri="{FF2B5EF4-FFF2-40B4-BE49-F238E27FC236}">
                <a16:creationId xmlns:a16="http://schemas.microsoft.com/office/drawing/2014/main" id="{A5C97BEA-9A67-4872-9526-42EECD54C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AC0BABE3-D108-B6E5-DE9E-D16E81E27A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002780"/>
              </p:ext>
            </p:extLst>
          </p:nvPr>
        </p:nvGraphicFramePr>
        <p:xfrm>
          <a:off x="1948329" y="2515751"/>
          <a:ext cx="8716504" cy="3231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013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55"/>
    </mc:Choice>
    <mc:Fallback xmlns="">
      <p:transition spd="slow" advTm="4085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05352-5222-F29D-196F-5165C4F9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8A3AEA-8067-474F-940E-BD5B58D88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Background Gray Rectangle">
            <a:extLst>
              <a:ext uri="{FF2B5EF4-FFF2-40B4-BE49-F238E27FC236}">
                <a16:creationId xmlns:a16="http://schemas.microsoft.com/office/drawing/2014/main" id="{D803427E-36C0-4811-BE64-ACF653F6A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White Rectangle">
            <a:extLst>
              <a:ext uri="{FF2B5EF4-FFF2-40B4-BE49-F238E27FC236}">
                <a16:creationId xmlns:a16="http://schemas.microsoft.com/office/drawing/2014/main" id="{D9231370-89C4-4981-8C91-A3F3D114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4FF76E-D7AC-1B5D-7222-C6B4F643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4" y="940910"/>
            <a:ext cx="3851905" cy="4976179"/>
          </a:xfrm>
        </p:spPr>
        <p:txBody>
          <a:bodyPr>
            <a:normAutofit/>
          </a:bodyPr>
          <a:lstStyle/>
          <a:p>
            <a:r>
              <a:rPr lang="en-US" sz="4400" dirty="0"/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494E1-F38D-A2F4-20FC-17D97925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cxnSp>
        <p:nvCxnSpPr>
          <p:cNvPr id="34" name="Vertical Connector">
            <a:extLst>
              <a:ext uri="{FF2B5EF4-FFF2-40B4-BE49-F238E27FC236}">
                <a16:creationId xmlns:a16="http://schemas.microsoft.com/office/drawing/2014/main" id="{474D4826-9FF4-4E17-AB42-146B76BD3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Horizontal Connector 2">
            <a:extLst>
              <a:ext uri="{FF2B5EF4-FFF2-40B4-BE49-F238E27FC236}">
                <a16:creationId xmlns:a16="http://schemas.microsoft.com/office/drawing/2014/main" id="{C5873965-CEB2-46E1-951E-037689B0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Content Placeholder 5">
            <a:extLst>
              <a:ext uri="{FF2B5EF4-FFF2-40B4-BE49-F238E27FC236}">
                <a16:creationId xmlns:a16="http://schemas.microsoft.com/office/drawing/2014/main" id="{411F65AB-9298-61F7-7351-251F454E8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660597"/>
              </p:ext>
            </p:extLst>
          </p:nvPr>
        </p:nvGraphicFramePr>
        <p:xfrm>
          <a:off x="3585683" y="852758"/>
          <a:ext cx="7890948" cy="5339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62CC2E-47C8-66B3-2470-AC231693343A}"/>
              </a:ext>
            </a:extLst>
          </p:cNvPr>
          <p:cNvSpPr txBox="1"/>
          <p:nvPr/>
        </p:nvSpPr>
        <p:spPr>
          <a:xfrm>
            <a:off x="7676163" y="6197471"/>
            <a:ext cx="451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*National Cancer Institute</a:t>
            </a:r>
            <a:br>
              <a:rPr lang="en-US" dirty="0"/>
            </a:br>
            <a:r>
              <a:rPr lang="en-US" dirty="0"/>
              <a:t>https://seer.cancer.gov/statfacts/html/all.html </a:t>
            </a:r>
          </a:p>
        </p:txBody>
      </p:sp>
    </p:spTree>
    <p:extLst>
      <p:ext uri="{BB962C8B-B14F-4D97-AF65-F5344CB8AC3E}">
        <p14:creationId xmlns:p14="http://schemas.microsoft.com/office/powerpoint/2010/main" val="138214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12"/>
    </mc:Choice>
    <mc:Fallback xmlns="">
      <p:transition spd="slow" advTm="4001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8FAC7-14DB-9054-3915-A9ACC08D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CE68C35-0307-4DBB-9BB2-51A0BC80F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ckground Gray Rectangle">
            <a:extLst>
              <a:ext uri="{FF2B5EF4-FFF2-40B4-BE49-F238E27FC236}">
                <a16:creationId xmlns:a16="http://schemas.microsoft.com/office/drawing/2014/main" id="{B4461734-7A1F-4C43-9DD1-82961A9B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5" name="White Rectangle">
            <a:extLst>
              <a:ext uri="{FF2B5EF4-FFF2-40B4-BE49-F238E27FC236}">
                <a16:creationId xmlns:a16="http://schemas.microsoft.com/office/drawing/2014/main" id="{F76B182E-353C-4F09-98E3-D0D9D094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C03A32-2EEC-E23F-BC03-B98FE1FE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1111020"/>
            <a:ext cx="10851735" cy="1231750"/>
          </a:xfrm>
        </p:spPr>
        <p:txBody>
          <a:bodyPr anchor="t">
            <a:normAutofit/>
          </a:bodyPr>
          <a:lstStyle/>
          <a:p>
            <a:r>
              <a:rPr lang="en-US" dirty="0"/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C63B6-014C-62A9-3145-41ACE728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cxnSp>
        <p:nvCxnSpPr>
          <p:cNvPr id="57" name="Vertical Connector">
            <a:extLst>
              <a:ext uri="{FF2B5EF4-FFF2-40B4-BE49-F238E27FC236}">
                <a16:creationId xmlns:a16="http://schemas.microsoft.com/office/drawing/2014/main" id="{A32DD4E3-F3A5-479E-9FC8-93181F7AB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Horizontal Connector 2">
            <a:extLst>
              <a:ext uri="{FF2B5EF4-FFF2-40B4-BE49-F238E27FC236}">
                <a16:creationId xmlns:a16="http://schemas.microsoft.com/office/drawing/2014/main" id="{A5C97BEA-9A67-4872-9526-42EECD54C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69516DD8-2BC6-D683-A4B2-AAD5C862B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1945579"/>
              </p:ext>
            </p:extLst>
          </p:nvPr>
        </p:nvGraphicFramePr>
        <p:xfrm>
          <a:off x="1948329" y="2515751"/>
          <a:ext cx="8716504" cy="3231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264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61"/>
    </mc:Choice>
    <mc:Fallback xmlns="">
      <p:transition spd="slow" advTm="1826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1335D9B3-B2C5-40E1-BFF9-E01D0DB42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6B627-A62D-0C13-A9A1-6A09ED54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0" y="540168"/>
            <a:ext cx="4950286" cy="1696532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Important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AAAD2-1750-BCC6-260F-F4C154DD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2D715-92BB-F67E-7AB9-28FFA6DE1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834" y="2782310"/>
            <a:ext cx="5786311" cy="2753994"/>
          </a:xfrm>
        </p:spPr>
        <p:txBody>
          <a:bodyPr anchor="t">
            <a:norm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Psychosomatic</a:t>
            </a:r>
            <a:r>
              <a:rPr lang="en-US" dirty="0">
                <a:solidFill>
                  <a:schemeClr val="tx1"/>
                </a:solidFill>
              </a:rPr>
              <a:t>- refers to when a physical state (like an illness) is either caused or impacted by one’s mental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“psycho” = relating to the mind;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“somatic” = relating to the body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6D95061B-ADFC-4592-8BB1-0D542F6F6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042523" y="6081915"/>
            <a:ext cx="6460098" cy="781696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2B67C3E3-D148-40AD-9F4C-431AA28A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FCF84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C30DD030-ACB5-4C2C-AD03-51D52E27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FCF84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74D2DE-79DF-3DFC-D37C-4C1BEC917DF7}"/>
              </a:ext>
            </a:extLst>
          </p:cNvPr>
          <p:cNvSpPr txBox="1"/>
          <p:nvPr/>
        </p:nvSpPr>
        <p:spPr>
          <a:xfrm>
            <a:off x="7885639" y="2169635"/>
            <a:ext cx="2055221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93AB6-2890-164F-F44B-B7B3048AE25C}"/>
              </a:ext>
            </a:extLst>
          </p:cNvPr>
          <p:cNvSpPr txBox="1"/>
          <p:nvPr/>
        </p:nvSpPr>
        <p:spPr>
          <a:xfrm>
            <a:off x="7885639" y="4379383"/>
            <a:ext cx="2055221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Stomach Ulcers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D8EF5A7-89E1-952D-AA94-713671952E14}"/>
              </a:ext>
            </a:extLst>
          </p:cNvPr>
          <p:cNvSpPr/>
          <p:nvPr/>
        </p:nvSpPr>
        <p:spPr>
          <a:xfrm>
            <a:off x="8656350" y="2851375"/>
            <a:ext cx="513797" cy="13079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6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28"/>
    </mc:Choice>
    <mc:Fallback xmlns="">
      <p:transition spd="slow" advTm="3442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215C-B00A-BB64-6504-0A48A355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CBF2CF-23BD-E3B4-B585-1A7480BD99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1987491"/>
            <a:ext cx="5181600" cy="3882650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55F027-56C9-BD42-8A57-7199340B8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624" y="1921419"/>
            <a:ext cx="5180046" cy="4206382"/>
          </a:xfrm>
        </p:spPr>
        <p:txBody>
          <a:bodyPr/>
          <a:lstStyle/>
          <a:p>
            <a:r>
              <a:rPr lang="en-US" b="1" u="sng" dirty="0"/>
              <a:t>Equality</a:t>
            </a:r>
            <a:r>
              <a:rPr lang="en-US" dirty="0"/>
              <a:t> – every person gets the same treatment/ resources</a:t>
            </a:r>
          </a:p>
          <a:p>
            <a:r>
              <a:rPr lang="en-US" b="1" u="sng" dirty="0"/>
              <a:t>Equity</a:t>
            </a:r>
            <a:r>
              <a:rPr lang="en-US" dirty="0"/>
              <a:t> – every person gets the same outcome, with resources based on need</a:t>
            </a:r>
          </a:p>
          <a:p>
            <a:r>
              <a:rPr lang="en-US" b="1" u="sng" dirty="0"/>
              <a:t>Equitable healthcare</a:t>
            </a:r>
            <a:r>
              <a:rPr lang="en-US" dirty="0"/>
              <a:t> – being intentional in the allotment of resources so individuals with the most need can receive more assistance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F4D14-779E-E8EB-8D4A-DF4A0C7B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1B100-4804-FBAE-C773-144082E92EBE}"/>
              </a:ext>
            </a:extLst>
          </p:cNvPr>
          <p:cNvSpPr txBox="1"/>
          <p:nvPr/>
        </p:nvSpPr>
        <p:spPr>
          <a:xfrm>
            <a:off x="5980301" y="5701574"/>
            <a:ext cx="56142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sparcopen.github.io/opencon-dei-report/intro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4427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449"/>
    </mc:Choice>
    <mc:Fallback xmlns="">
      <p:transition spd="slow" advTm="19844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E431-9CD3-3901-2972-20F37412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11D0-8833-257E-53C8-BB0194848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Intersectionality</a:t>
            </a:r>
            <a:r>
              <a:rPr lang="en-US" dirty="0"/>
              <a:t> – the overlap of two or more areas of life, that can cause an additional burden to an individual</a:t>
            </a:r>
          </a:p>
          <a:p>
            <a:r>
              <a:rPr lang="en-US" dirty="0"/>
              <a:t>Example: A patient requires wheelchair use AND lives in a rural area</a:t>
            </a:r>
          </a:p>
          <a:p>
            <a:pPr lvl="1"/>
            <a:r>
              <a:rPr lang="en-US" dirty="0"/>
              <a:t>Wheelchair use barriers: may require assistance for transportation</a:t>
            </a:r>
          </a:p>
          <a:p>
            <a:pPr lvl="1"/>
            <a:r>
              <a:rPr lang="en-US" dirty="0"/>
              <a:t>Rural area barriers: may not have necessary specialists</a:t>
            </a:r>
          </a:p>
          <a:p>
            <a:pPr lvl="1"/>
            <a:r>
              <a:rPr lang="en-US" dirty="0"/>
              <a:t>Intersectionality barriers: the lack of public transportation to a city with the specialist means the patient may not be able to see a specialist at all, or have added family/ financial burden </a:t>
            </a:r>
            <a:r>
              <a:rPr lang="en-US"/>
              <a:t>to receive care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350D8-0E27-6344-61F1-77DC45AE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1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834"/>
    </mc:Choice>
    <mc:Fallback xmlns="">
      <p:transition spd="slow" advTm="10783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72C7-ECCE-12DF-B379-25659B8B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BB37C9-DB9F-A18D-BCA8-C054ED67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Terms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22F08-16DA-ABB0-67B1-2350FFF8F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3" y="1825625"/>
            <a:ext cx="11283697" cy="4583884"/>
          </a:xfrm>
        </p:spPr>
        <p:txBody>
          <a:bodyPr numCol="1">
            <a:normAutofit fontScale="85000" lnSpcReduction="20000"/>
          </a:bodyPr>
          <a:lstStyle/>
          <a:p>
            <a:r>
              <a:rPr lang="en-US" b="1" u="sng" dirty="0"/>
              <a:t>Theory</a:t>
            </a:r>
            <a:r>
              <a:rPr lang="en-US" dirty="0"/>
              <a:t>- an idea (or set of ideas) that explains something that has occurred</a:t>
            </a:r>
          </a:p>
          <a:p>
            <a:pPr lvl="1"/>
            <a:r>
              <a:rPr lang="en-US" dirty="0"/>
              <a:t>A well-developed theory is </a:t>
            </a:r>
            <a:r>
              <a:rPr lang="en-US" i="1" dirty="0"/>
              <a:t>testable</a:t>
            </a:r>
          </a:p>
          <a:p>
            <a:pPr lvl="1"/>
            <a:r>
              <a:rPr lang="en-US" dirty="0"/>
              <a:t>I theorize that cancer-related cognitive decline is caused by inflammation</a:t>
            </a:r>
          </a:p>
          <a:p>
            <a:r>
              <a:rPr lang="en-US" b="1" u="sng" dirty="0"/>
              <a:t>Experiment</a:t>
            </a:r>
            <a:r>
              <a:rPr lang="en-US" dirty="0"/>
              <a:t>- a study where a researcher creates two (or more) conditions, to determine how each condition may have a different impact on the results</a:t>
            </a:r>
          </a:p>
          <a:p>
            <a:pPr lvl="1"/>
            <a:r>
              <a:rPr lang="en-US" dirty="0"/>
              <a:t>Ex: Sending one group of students (condition A) to participate in tutoring, while sending another group of students (condition B) to study alone, then analyzing the difference in exam grades</a:t>
            </a:r>
          </a:p>
          <a:p>
            <a:pPr lvl="1"/>
            <a:r>
              <a:rPr lang="en-US" dirty="0"/>
              <a:t>Ex 2: Comparing a medicine to a placebo</a:t>
            </a:r>
          </a:p>
          <a:p>
            <a:r>
              <a:rPr lang="en-US" b="1" u="sng" dirty="0"/>
              <a:t>Observational research</a:t>
            </a:r>
            <a:r>
              <a:rPr lang="en-US" dirty="0"/>
              <a:t>- a type of research where instead of directly intervening to cause a reaction, just observing what happens naturally</a:t>
            </a:r>
          </a:p>
          <a:p>
            <a:pPr lvl="1"/>
            <a:r>
              <a:rPr lang="en-US" dirty="0"/>
              <a:t>Ex: Comparing how many hours a student spent studying to their exam score</a:t>
            </a:r>
          </a:p>
          <a:p>
            <a:r>
              <a:rPr lang="en-US" b="1" u="sng" dirty="0"/>
              <a:t>Evidence-based medicine</a:t>
            </a:r>
            <a:r>
              <a:rPr lang="en-US" dirty="0"/>
              <a:t>- medicine that has gone through multiple stages of experiments to test for effectiveness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8C6CE-B889-832A-DEA2-51C6C8DE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6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769"/>
    </mc:Choice>
    <mc:Fallback xmlns="">
      <p:transition spd="slow" advTm="11876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110D-2AA7-6463-1B7B-C3CB072C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6"/>
            <a:ext cx="10515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Research Designs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18B9EF9-6324-0142-3E32-3B5F6704AA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55845"/>
              </p:ext>
            </p:extLst>
          </p:nvPr>
        </p:nvGraphicFramePr>
        <p:xfrm>
          <a:off x="420624" y="1268276"/>
          <a:ext cx="11082465" cy="5034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7168">
                  <a:extLst>
                    <a:ext uri="{9D8B030D-6E8A-4147-A177-3AD203B41FA5}">
                      <a16:colId xmlns:a16="http://schemas.microsoft.com/office/drawing/2014/main" val="2673374427"/>
                    </a:ext>
                  </a:extLst>
                </a:gridCol>
                <a:gridCol w="5381142">
                  <a:extLst>
                    <a:ext uri="{9D8B030D-6E8A-4147-A177-3AD203B41FA5}">
                      <a16:colId xmlns:a16="http://schemas.microsoft.com/office/drawing/2014/main" val="797034042"/>
                    </a:ext>
                  </a:extLst>
                </a:gridCol>
                <a:gridCol w="3694155">
                  <a:extLst>
                    <a:ext uri="{9D8B030D-6E8A-4147-A177-3AD203B41FA5}">
                      <a16:colId xmlns:a16="http://schemas.microsoft.com/office/drawing/2014/main" val="481338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Research Type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147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Randomized </a:t>
                      </a:r>
                    </a:p>
                    <a:p>
                      <a:r>
                        <a:rPr lang="en-US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series of experiments to test the effectiveness of a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the ability of a yoga intervention to improve cancer survivorship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01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Correlational </a:t>
                      </a:r>
                    </a:p>
                    <a:p>
                      <a:r>
                        <a:rPr lang="en-US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observational study comparing how one variable changes in conjunction with another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Comparing ice cream sales to temperature for a given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02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Prospective </a:t>
                      </a:r>
                    </a:p>
                    <a:p>
                      <a:r>
                        <a:rPr lang="en-US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research design to assess how people can change over time (can be experimental or observational)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Assessing how exercise levels impact heart disease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30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Longitudinal </a:t>
                      </a:r>
                    </a:p>
                    <a:p>
                      <a:r>
                        <a:rPr lang="en-US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main form of prospective research; a study where you track variables across a length of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Tracking sugar intake and sleep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43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Retrospective </a:t>
                      </a:r>
                    </a:p>
                    <a:p>
                      <a:r>
                        <a:rPr lang="en-US" dirty="0"/>
                        <a:t>Research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 looking at existing data (or trying to recreate it) to understand why something happened in the past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 to determine the cause of the bubonic plague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543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Meta-analysis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study of studies, to determine trends and underlying causes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Combining multiple studies on miscarriages, to determine if a substantial proportion of the articles reported high levels of stress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09809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09EE8-E305-CE10-72E9-A01D414D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7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92"/>
    </mc:Choice>
    <mc:Fallback xmlns="">
      <p:transition spd="slow" advTm="5249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17F1EE-6938-7B4A-7BB2-9BBD4D945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00" y="2350108"/>
            <a:ext cx="7919912" cy="3745892"/>
          </a:xfrm>
        </p:spPr>
        <p:txBody>
          <a:bodyPr>
            <a:normAutofit/>
          </a:bodyPr>
          <a:lstStyle/>
          <a:p>
            <a:r>
              <a:rPr lang="en-US" sz="3200" dirty="0"/>
              <a:t>Why should you care about research in a health psychology course?</a:t>
            </a:r>
          </a:p>
          <a:p>
            <a:endParaRPr lang="en-US" sz="3200" dirty="0"/>
          </a:p>
          <a:p>
            <a:r>
              <a:rPr lang="en-US" sz="3200" dirty="0"/>
              <a:t>Because research reshaped our understanding of health and continues to do so to this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4362C-477B-DC3A-DAED-90F18F213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8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08"/>
    </mc:Choice>
    <mc:Fallback xmlns="">
      <p:transition spd="slow" advTm="1790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73A8-EB10-0009-0D9E-6E88A430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BRIEF History of Health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9D484-E78A-8109-A998-043B9DF4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3642AC0-2522-1941-9F77-49786FE9C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157026"/>
              </p:ext>
            </p:extLst>
          </p:nvPr>
        </p:nvGraphicFramePr>
        <p:xfrm>
          <a:off x="3555999" y="130314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058FEF9-0476-D966-B9E9-773FB11BE05C}"/>
              </a:ext>
            </a:extLst>
          </p:cNvPr>
          <p:cNvSpPr txBox="1"/>
          <p:nvPr/>
        </p:nvSpPr>
        <p:spPr>
          <a:xfrm>
            <a:off x="1288869" y="1515291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Prehistoric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99454-B771-7DDF-9268-8A0EE570B349}"/>
              </a:ext>
            </a:extLst>
          </p:cNvPr>
          <p:cNvSpPr txBox="1"/>
          <p:nvPr/>
        </p:nvSpPr>
        <p:spPr>
          <a:xfrm>
            <a:off x="1288869" y="2379812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Ancient Greeks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910FE-49EB-3E20-DBB2-1FED6BAB4A8D}"/>
              </a:ext>
            </a:extLst>
          </p:cNvPr>
          <p:cNvSpPr txBox="1"/>
          <p:nvPr/>
        </p:nvSpPr>
        <p:spPr>
          <a:xfrm>
            <a:off x="1288869" y="3244334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Middle 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80D90-BCDF-2976-CF1E-FBFEBFAE0D16}"/>
              </a:ext>
            </a:extLst>
          </p:cNvPr>
          <p:cNvSpPr txBox="1"/>
          <p:nvPr/>
        </p:nvSpPr>
        <p:spPr>
          <a:xfrm>
            <a:off x="1288869" y="4108856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Renaissance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C538B-85BE-8C89-88AD-DCFB12325A31}"/>
              </a:ext>
            </a:extLst>
          </p:cNvPr>
          <p:cNvSpPr txBox="1"/>
          <p:nvPr/>
        </p:nvSpPr>
        <p:spPr>
          <a:xfrm>
            <a:off x="1288869" y="4973378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19</a:t>
            </a:r>
            <a:r>
              <a:rPr lang="en-US" baseline="30000" dirty="0"/>
              <a:t>th</a:t>
            </a:r>
            <a:r>
              <a:rPr lang="en-US" dirty="0"/>
              <a:t> Century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4983B-D786-8268-6813-EB3A3468D6D1}"/>
              </a:ext>
            </a:extLst>
          </p:cNvPr>
          <p:cNvSpPr txBox="1"/>
          <p:nvPr/>
        </p:nvSpPr>
        <p:spPr>
          <a:xfrm>
            <a:off x="1288868" y="5837900"/>
            <a:ext cx="20900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49D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Modern</a:t>
            </a:r>
          </a:p>
        </p:txBody>
      </p:sp>
    </p:spTree>
    <p:extLst>
      <p:ext uri="{BB962C8B-B14F-4D97-AF65-F5344CB8AC3E}">
        <p14:creationId xmlns:p14="http://schemas.microsoft.com/office/powerpoint/2010/main" val="147110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2729"/>
    </mc:Choice>
    <mc:Fallback xmlns="">
      <p:transition spd="slow" advTm="15272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838818-7913-A3C8-1BFC-1B4EDF3F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Overarching Health Models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5012CE-7BAC-E082-F6B1-CA6796FAD8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u="sng" dirty="0"/>
              <a:t>Biomedical Model </a:t>
            </a:r>
            <a:r>
              <a:rPr lang="en-US" dirty="0"/>
              <a:t>– all illnesses are attributed to biochemical imbalances or neurophysiological abnormalities</a:t>
            </a:r>
          </a:p>
          <a:p>
            <a:r>
              <a:rPr lang="en-US" b="1" u="sng" dirty="0"/>
              <a:t>Biopsychosocial Model </a:t>
            </a:r>
            <a:r>
              <a:rPr lang="en-US" dirty="0"/>
              <a:t>– health is driven by the interplay of physical, psychological, and social factors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8053E-5DC6-7A3A-A42B-F30C7B211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AF46C0-ED92-167D-1CD9-6D15E9E62D81}"/>
              </a:ext>
            </a:extLst>
          </p:cNvPr>
          <p:cNvGrpSpPr/>
          <p:nvPr/>
        </p:nvGrpSpPr>
        <p:grpSpPr>
          <a:xfrm>
            <a:off x="6217919" y="1924595"/>
            <a:ext cx="5111061" cy="3471687"/>
            <a:chOff x="3732545" y="567001"/>
            <a:chExt cx="4821521" cy="380568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7C8712E-4A38-4BC9-5BD2-34A430F06472}"/>
                </a:ext>
              </a:extLst>
            </p:cNvPr>
            <p:cNvSpPr/>
            <p:nvPr/>
          </p:nvSpPr>
          <p:spPr>
            <a:xfrm>
              <a:off x="3732545" y="1895812"/>
              <a:ext cx="2707689" cy="2476870"/>
            </a:xfrm>
            <a:prstGeom prst="ellipse">
              <a:avLst/>
            </a:prstGeom>
            <a:solidFill>
              <a:schemeClr val="tx2">
                <a:lumMod val="40000"/>
                <a:lumOff val="60000"/>
                <a:alpha val="54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FCD747-BE57-7E08-BA3D-2676D377FAF8}"/>
                </a:ext>
              </a:extLst>
            </p:cNvPr>
            <p:cNvSpPr/>
            <p:nvPr/>
          </p:nvSpPr>
          <p:spPr>
            <a:xfrm>
              <a:off x="5846377" y="1895812"/>
              <a:ext cx="2707689" cy="2476870"/>
            </a:xfrm>
            <a:prstGeom prst="ellipse">
              <a:avLst/>
            </a:prstGeom>
            <a:solidFill>
              <a:schemeClr val="accent6">
                <a:lumMod val="40000"/>
                <a:lumOff val="60000"/>
                <a:alpha val="54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2D6D09-3F50-AC3C-53D8-0DC864319CC2}"/>
                </a:ext>
              </a:extLst>
            </p:cNvPr>
            <p:cNvSpPr/>
            <p:nvPr/>
          </p:nvSpPr>
          <p:spPr>
            <a:xfrm>
              <a:off x="4742155" y="567001"/>
              <a:ext cx="2707689" cy="247687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54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F1E7EBC1-E5A8-E550-87D9-3C5C65FFB2F9}"/>
                </a:ext>
              </a:extLst>
            </p:cNvPr>
            <p:cNvSpPr txBox="1"/>
            <p:nvPr/>
          </p:nvSpPr>
          <p:spPr>
            <a:xfrm>
              <a:off x="4107307" y="3099074"/>
              <a:ext cx="1958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Biological</a:t>
              </a: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DCF8D5FA-04BE-0608-7BB1-600F0A505C6A}"/>
                </a:ext>
              </a:extLst>
            </p:cNvPr>
            <p:cNvSpPr txBox="1"/>
            <p:nvPr/>
          </p:nvSpPr>
          <p:spPr>
            <a:xfrm>
              <a:off x="5116917" y="1378943"/>
              <a:ext cx="1958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Psychological</a:t>
              </a:r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07AE1B66-271A-9EAD-F46B-10FE2557CA48}"/>
                </a:ext>
              </a:extLst>
            </p:cNvPr>
            <p:cNvSpPr txBox="1"/>
            <p:nvPr/>
          </p:nvSpPr>
          <p:spPr>
            <a:xfrm>
              <a:off x="6470762" y="3099074"/>
              <a:ext cx="1958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/>
                <a:t>Social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436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63"/>
    </mc:Choice>
    <mc:Fallback xmlns="">
      <p:transition spd="slow" advTm="56763"/>
    </mc:Fallback>
  </mc:AlternateContent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B37DAF-AFAF-4561-A80B-C76198EBD319}">
  <ds:schemaRefs>
    <ds:schemaRef ds:uri="http://purl.org/dc/elements/1.1/"/>
    <ds:schemaRef ds:uri="16c05727-aa75-4e4a-9b5f-8a80a116589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www.w3.org/XML/1998/namespace"/>
    <ds:schemaRef ds:uri="71af3243-3dd4-4a8d-8c0d-dd76da1f02a5"/>
    <ds:schemaRef ds:uri="http://schemas.microsoft.com/office/2006/documentManagement/types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Offset design</Template>
  <TotalTime>1076</TotalTime>
  <Words>934</Words>
  <Application>Microsoft Office PowerPoint</Application>
  <PresentationFormat>Widescreen</PresentationFormat>
  <Paragraphs>122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Dante</vt:lpstr>
      <vt:lpstr>Dante (Headings)2</vt:lpstr>
      <vt:lpstr>Helvetica Neue Medium</vt:lpstr>
      <vt:lpstr>Wingdings 2</vt:lpstr>
      <vt:lpstr>OffsetVTI</vt:lpstr>
      <vt:lpstr>What is Health Psychology?</vt:lpstr>
      <vt:lpstr>When you hear “health psychology,” what comes to mind? </vt:lpstr>
      <vt:lpstr>Important Terms</vt:lpstr>
      <vt:lpstr>Important Terms</vt:lpstr>
      <vt:lpstr>Important Terms</vt:lpstr>
      <vt:lpstr>Important Terms</vt:lpstr>
      <vt:lpstr>Important Terms</vt:lpstr>
      <vt:lpstr>Important Terms</vt:lpstr>
      <vt:lpstr>Important Terms</vt:lpstr>
      <vt:lpstr>Important Terms</vt:lpstr>
      <vt:lpstr>Research Designs</vt:lpstr>
      <vt:lpstr>PowerPoint Presentation</vt:lpstr>
      <vt:lpstr>A BRIEF History of Health Research</vt:lpstr>
      <vt:lpstr>Overarching Health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Bryanna Scheuler</dc:creator>
  <cp:lastModifiedBy>Bryanna Scheuler</cp:lastModifiedBy>
  <cp:revision>22</cp:revision>
  <dcterms:created xsi:type="dcterms:W3CDTF">2025-08-25T13:26:21Z</dcterms:created>
  <dcterms:modified xsi:type="dcterms:W3CDTF">2026-08-15T22:07:12Z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