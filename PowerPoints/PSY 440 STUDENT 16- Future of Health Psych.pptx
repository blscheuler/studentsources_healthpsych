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3"/>
  </p:sldMasterIdLst>
  <p:notesMasterIdLst>
    <p:notesMasterId r:id="rId21"/>
  </p:notesMasterIdLst>
  <p:handoutMasterIdLst>
    <p:handoutMasterId r:id="rId22"/>
  </p:handoutMasterIdLst>
  <p:sldIdLst>
    <p:sldId id="298" r:id="rId4"/>
    <p:sldId id="300" r:id="rId5"/>
    <p:sldId id="302" r:id="rId6"/>
    <p:sldId id="301" r:id="rId7"/>
    <p:sldId id="305" r:id="rId8"/>
    <p:sldId id="310" r:id="rId9"/>
    <p:sldId id="313" r:id="rId10"/>
    <p:sldId id="306" r:id="rId11"/>
    <p:sldId id="311" r:id="rId12"/>
    <p:sldId id="307" r:id="rId13"/>
    <p:sldId id="312" r:id="rId14"/>
    <p:sldId id="308" r:id="rId15"/>
    <p:sldId id="314" r:id="rId16"/>
    <p:sldId id="309" r:id="rId17"/>
    <p:sldId id="315" r:id="rId18"/>
    <p:sldId id="316" r:id="rId19"/>
    <p:sldId id="29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7871441-32F2-4058-B348-56A4B2AFDA8A}">
          <p14:sldIdLst>
            <p14:sldId id="298"/>
            <p14:sldId id="300"/>
            <p14:sldId id="302"/>
            <p14:sldId id="301"/>
            <p14:sldId id="305"/>
            <p14:sldId id="310"/>
            <p14:sldId id="313"/>
            <p14:sldId id="306"/>
            <p14:sldId id="311"/>
            <p14:sldId id="307"/>
            <p14:sldId id="312"/>
            <p14:sldId id="308"/>
            <p14:sldId id="314"/>
            <p14:sldId id="309"/>
            <p14:sldId id="315"/>
            <p14:sldId id="316"/>
            <p14:sldId id="29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2D7"/>
    <a:srgbClr val="FFFFFF"/>
    <a:srgbClr val="FFAFA4"/>
    <a:srgbClr val="F2ACA9"/>
    <a:srgbClr val="FFB3A6"/>
    <a:srgbClr val="C8A5B1"/>
    <a:srgbClr val="F3DF9B"/>
    <a:srgbClr val="E6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2" autoAdjust="0"/>
    <p:restoredTop sz="92157" autoAdjust="0"/>
  </p:normalViewPr>
  <p:slideViewPr>
    <p:cSldViewPr snapToGrid="0">
      <p:cViewPr varScale="1">
        <p:scale>
          <a:sx n="146" d="100"/>
          <a:sy n="146" d="100"/>
        </p:scale>
        <p:origin x="3102" y="1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7C6B4B7-5B04-9AD8-5D6A-8846B9A2BA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0FBE4B-FBF7-BD1A-139F-83C286BC84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600BAC-FB81-492E-97B7-A02B7B36BE0F}" type="datetimeFigureOut">
              <a:rPr lang="en-US" smtClean="0"/>
              <a:t>4/15/2026</a:t>
            </a:fld>
            <a:endParaRPr lang="en-US" dirty="0"/>
          </a:p>
        </p:txBody>
      </p:sp>
      <p:sp>
        <p:nvSpPr>
          <p:cNvPr id="4" name="Footer Placeholder 3">
            <a:extLst>
              <a:ext uri="{FF2B5EF4-FFF2-40B4-BE49-F238E27FC236}">
                <a16:creationId xmlns:a16="http://schemas.microsoft.com/office/drawing/2014/main" id="{9CA19583-E7E7-5714-7287-DE2308D2A6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F549DF6-D32F-D283-FFE9-E677A74D18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67EC48-817D-441E-A589-E61E6F19836D}" type="slidenum">
              <a:rPr lang="en-US" smtClean="0"/>
              <a:t>‹#›</a:t>
            </a:fld>
            <a:endParaRPr lang="en-US" dirty="0"/>
          </a:p>
        </p:txBody>
      </p:sp>
    </p:spTree>
    <p:extLst>
      <p:ext uri="{BB962C8B-B14F-4D97-AF65-F5344CB8AC3E}">
        <p14:creationId xmlns:p14="http://schemas.microsoft.com/office/powerpoint/2010/main" val="21996577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0A0D5-8F98-4CC1-A28E-021F0B6B475C}" type="datetimeFigureOut">
              <a:rPr lang="en-US" smtClean="0"/>
              <a:t>4/15/2026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3C52C-5E29-41AF-BAA3-8217E886DA08}" type="slidenum">
              <a:rPr lang="en-US" smtClean="0"/>
              <a:t>‹#›</a:t>
            </a:fld>
            <a:endParaRPr lang="en-US" dirty="0"/>
          </a:p>
        </p:txBody>
      </p:sp>
    </p:spTree>
    <p:extLst>
      <p:ext uri="{BB962C8B-B14F-4D97-AF65-F5344CB8AC3E}">
        <p14:creationId xmlns:p14="http://schemas.microsoft.com/office/powerpoint/2010/main" val="1961961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3C52C-5E29-41AF-BAA3-8217E886DA08}" type="slidenum">
              <a:rPr lang="en-US" smtClean="0"/>
              <a:t>1</a:t>
            </a:fld>
            <a:endParaRPr lang="en-US" dirty="0"/>
          </a:p>
        </p:txBody>
      </p:sp>
    </p:spTree>
    <p:extLst>
      <p:ext uri="{BB962C8B-B14F-4D97-AF65-F5344CB8AC3E}">
        <p14:creationId xmlns:p14="http://schemas.microsoft.com/office/powerpoint/2010/main" val="3790289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7C415-7587-6544-20FA-5B07E91C0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09F56-2DB1-F9A3-B3D3-2B015352F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D85F9-BD6B-ACDB-ABDE-459329E299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chemeClr val="tx1"/>
                </a:solidFill>
              </a:rPr>
              <a:t>Morbidity</a:t>
            </a:r>
            <a:r>
              <a:rPr lang="en-US" sz="1200" dirty="0">
                <a:solidFill>
                  <a:schemeClr val="tx1"/>
                </a:solidFill>
              </a:rPr>
              <a:t>- the </a:t>
            </a:r>
            <a:r>
              <a:rPr lang="en-US" sz="1200" u="sng" dirty="0">
                <a:solidFill>
                  <a:schemeClr val="tx1"/>
                </a:solidFill>
              </a:rPr>
              <a:t>number of cases</a:t>
            </a:r>
            <a:r>
              <a:rPr lang="en-US" sz="1200" dirty="0">
                <a:solidFill>
                  <a:schemeClr val="tx1"/>
                </a:solidFill>
              </a:rPr>
              <a:t> of a disease at a given point in time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chemeClr val="tx1"/>
                </a:solidFill>
              </a:rPr>
              <a:t>Mortality</a:t>
            </a:r>
            <a:r>
              <a:rPr lang="en-US" sz="1200" dirty="0">
                <a:solidFill>
                  <a:schemeClr val="tx1"/>
                </a:solidFill>
              </a:rPr>
              <a:t>- the </a:t>
            </a:r>
            <a:r>
              <a:rPr lang="en-US" sz="1200" u="sng" dirty="0">
                <a:solidFill>
                  <a:schemeClr val="tx1"/>
                </a:solidFill>
              </a:rPr>
              <a:t>number of deaths</a:t>
            </a:r>
            <a:r>
              <a:rPr lang="en-US" sz="1200" b="1" dirty="0">
                <a:solidFill>
                  <a:schemeClr val="tx1"/>
                </a:solidFill>
              </a:rPr>
              <a:t> </a:t>
            </a:r>
            <a:r>
              <a:rPr lang="en-US" sz="1200" dirty="0">
                <a:solidFill>
                  <a:schemeClr val="tx1"/>
                </a:solidFill>
              </a:rPr>
              <a:t>due to that particular disease</a:t>
            </a:r>
          </a:p>
          <a:p>
            <a:endParaRPr lang="en-US" dirty="0"/>
          </a:p>
        </p:txBody>
      </p:sp>
      <p:sp>
        <p:nvSpPr>
          <p:cNvPr id="4" name="Slide Number Placeholder 3">
            <a:extLst>
              <a:ext uri="{FF2B5EF4-FFF2-40B4-BE49-F238E27FC236}">
                <a16:creationId xmlns:a16="http://schemas.microsoft.com/office/drawing/2014/main" id="{E076F12A-9489-9231-0F9C-EF17344A4E56}"/>
              </a:ext>
            </a:extLst>
          </p:cNvPr>
          <p:cNvSpPr>
            <a:spLocks noGrp="1"/>
          </p:cNvSpPr>
          <p:nvPr>
            <p:ph type="sldNum" sz="quarter" idx="5"/>
          </p:nvPr>
        </p:nvSpPr>
        <p:spPr/>
        <p:txBody>
          <a:bodyPr/>
          <a:lstStyle/>
          <a:p>
            <a:fld id="{5603C52C-5E29-41AF-BAA3-8217E886DA08}" type="slidenum">
              <a:rPr lang="en-US" smtClean="0"/>
              <a:t>3</a:t>
            </a:fld>
            <a:endParaRPr lang="en-US" dirty="0"/>
          </a:p>
        </p:txBody>
      </p:sp>
    </p:spTree>
    <p:extLst>
      <p:ext uri="{BB962C8B-B14F-4D97-AF65-F5344CB8AC3E}">
        <p14:creationId xmlns:p14="http://schemas.microsoft.com/office/powerpoint/2010/main" val="1913377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3C52C-5E29-41AF-BAA3-8217E886DA08}" type="slidenum">
              <a:rPr lang="en-US" smtClean="0"/>
              <a:t>4</a:t>
            </a:fld>
            <a:endParaRPr lang="en-US" dirty="0"/>
          </a:p>
        </p:txBody>
      </p:sp>
    </p:spTree>
    <p:extLst>
      <p:ext uri="{BB962C8B-B14F-4D97-AF65-F5344CB8AC3E}">
        <p14:creationId xmlns:p14="http://schemas.microsoft.com/office/powerpoint/2010/main" val="1080315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ED95-7C2E-1A29-9A51-B8FF96EFC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01037-33BB-7434-17ED-76825348B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C824B-42A0-F284-EA12-F0382B602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15D941-65A9-1613-09C8-1FC849AC3D6C}"/>
              </a:ext>
            </a:extLst>
          </p:cNvPr>
          <p:cNvSpPr>
            <a:spLocks noGrp="1"/>
          </p:cNvSpPr>
          <p:nvPr>
            <p:ph type="sldNum" sz="quarter" idx="5"/>
          </p:nvPr>
        </p:nvSpPr>
        <p:spPr/>
        <p:txBody>
          <a:bodyPr/>
          <a:lstStyle/>
          <a:p>
            <a:fld id="{5603C52C-5E29-41AF-BAA3-8217E886DA08}" type="slidenum">
              <a:rPr lang="en-US" smtClean="0"/>
              <a:t>5</a:t>
            </a:fld>
            <a:endParaRPr lang="en-US" dirty="0"/>
          </a:p>
        </p:txBody>
      </p:sp>
    </p:spTree>
    <p:extLst>
      <p:ext uri="{BB962C8B-B14F-4D97-AF65-F5344CB8AC3E}">
        <p14:creationId xmlns:p14="http://schemas.microsoft.com/office/powerpoint/2010/main" val="2018603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75A4D-8208-3469-547D-36E0765B7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ACDF6-147E-54AD-6102-8A14F4775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49325-1003-FFFD-B5FC-D4D60053A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0BCB72-E55A-B504-8A9F-F6E01299ABC0}"/>
              </a:ext>
            </a:extLst>
          </p:cNvPr>
          <p:cNvSpPr>
            <a:spLocks noGrp="1"/>
          </p:cNvSpPr>
          <p:nvPr>
            <p:ph type="sldNum" sz="quarter" idx="5"/>
          </p:nvPr>
        </p:nvSpPr>
        <p:spPr/>
        <p:txBody>
          <a:bodyPr/>
          <a:lstStyle/>
          <a:p>
            <a:fld id="{5603C52C-5E29-41AF-BAA3-8217E886DA08}" type="slidenum">
              <a:rPr lang="en-US" smtClean="0"/>
              <a:t>6</a:t>
            </a:fld>
            <a:endParaRPr lang="en-US" dirty="0"/>
          </a:p>
        </p:txBody>
      </p:sp>
    </p:spTree>
    <p:extLst>
      <p:ext uri="{BB962C8B-B14F-4D97-AF65-F5344CB8AC3E}">
        <p14:creationId xmlns:p14="http://schemas.microsoft.com/office/powerpoint/2010/main" val="1051091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3E736-DD59-83EC-F89D-6BA6A8698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2E7D2-74F8-0474-6423-D74DB84BA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2395B-CCA5-AFC4-89DA-2289057D63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EEF9C-A70E-04DD-46BF-1D3E22B4EB53}"/>
              </a:ext>
            </a:extLst>
          </p:cNvPr>
          <p:cNvSpPr>
            <a:spLocks noGrp="1"/>
          </p:cNvSpPr>
          <p:nvPr>
            <p:ph type="sldNum" sz="quarter" idx="5"/>
          </p:nvPr>
        </p:nvSpPr>
        <p:spPr/>
        <p:txBody>
          <a:bodyPr/>
          <a:lstStyle/>
          <a:p>
            <a:fld id="{5603C52C-5E29-41AF-BAA3-8217E886DA08}" type="slidenum">
              <a:rPr lang="en-US" smtClean="0"/>
              <a:t>8</a:t>
            </a:fld>
            <a:endParaRPr lang="en-US" dirty="0"/>
          </a:p>
        </p:txBody>
      </p:sp>
    </p:spTree>
    <p:extLst>
      <p:ext uri="{BB962C8B-B14F-4D97-AF65-F5344CB8AC3E}">
        <p14:creationId xmlns:p14="http://schemas.microsoft.com/office/powerpoint/2010/main" val="914550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9DAA-DD96-A0EC-7B62-BB6C59B5A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1B15F-BD80-F3D2-7320-5CDF10821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7C06B-60F8-D90C-2BFE-29EA8D19DC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4C2AA-96F2-7E58-D83A-A3CE14A381BF}"/>
              </a:ext>
            </a:extLst>
          </p:cNvPr>
          <p:cNvSpPr>
            <a:spLocks noGrp="1"/>
          </p:cNvSpPr>
          <p:nvPr>
            <p:ph type="sldNum" sz="quarter" idx="5"/>
          </p:nvPr>
        </p:nvSpPr>
        <p:spPr/>
        <p:txBody>
          <a:bodyPr/>
          <a:lstStyle/>
          <a:p>
            <a:fld id="{5603C52C-5E29-41AF-BAA3-8217E886DA08}" type="slidenum">
              <a:rPr lang="en-US" smtClean="0"/>
              <a:t>9</a:t>
            </a:fld>
            <a:endParaRPr lang="en-US" dirty="0"/>
          </a:p>
        </p:txBody>
      </p:sp>
    </p:spTree>
    <p:extLst>
      <p:ext uri="{BB962C8B-B14F-4D97-AF65-F5344CB8AC3E}">
        <p14:creationId xmlns:p14="http://schemas.microsoft.com/office/powerpoint/2010/main" val="3193343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CACFF-94F2-ADE8-D1CC-1C3BADC4D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2A827-3DA8-F56A-09E2-AE8F913C8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B2B4E-3CF9-AEF0-E6E6-699BFBF0B5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chemeClr val="tx1"/>
                </a:solidFill>
              </a:rPr>
              <a:t>Morbidity</a:t>
            </a:r>
            <a:r>
              <a:rPr lang="en-US" sz="1200" dirty="0">
                <a:solidFill>
                  <a:schemeClr val="tx1"/>
                </a:solidFill>
              </a:rPr>
              <a:t>- the </a:t>
            </a:r>
            <a:r>
              <a:rPr lang="en-US" sz="1200" u="sng" dirty="0">
                <a:solidFill>
                  <a:schemeClr val="tx1"/>
                </a:solidFill>
              </a:rPr>
              <a:t>number of cases</a:t>
            </a:r>
            <a:r>
              <a:rPr lang="en-US" sz="1200" dirty="0">
                <a:solidFill>
                  <a:schemeClr val="tx1"/>
                </a:solidFill>
              </a:rPr>
              <a:t> of a disease at a given point in time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chemeClr val="tx1"/>
                </a:solidFill>
              </a:rPr>
              <a:t>Mortality</a:t>
            </a:r>
            <a:r>
              <a:rPr lang="en-US" sz="1200" dirty="0">
                <a:solidFill>
                  <a:schemeClr val="tx1"/>
                </a:solidFill>
              </a:rPr>
              <a:t>- the </a:t>
            </a:r>
            <a:r>
              <a:rPr lang="en-US" sz="1200" u="sng" dirty="0">
                <a:solidFill>
                  <a:schemeClr val="tx1"/>
                </a:solidFill>
              </a:rPr>
              <a:t>number of deaths</a:t>
            </a:r>
            <a:r>
              <a:rPr lang="en-US" sz="1200" b="1" dirty="0">
                <a:solidFill>
                  <a:schemeClr val="tx1"/>
                </a:solidFill>
              </a:rPr>
              <a:t> </a:t>
            </a:r>
            <a:r>
              <a:rPr lang="en-US" sz="1200" dirty="0">
                <a:solidFill>
                  <a:schemeClr val="tx1"/>
                </a:solidFill>
              </a:rPr>
              <a:t>due to that particular disease</a:t>
            </a:r>
          </a:p>
          <a:p>
            <a:endParaRPr lang="en-US" dirty="0"/>
          </a:p>
        </p:txBody>
      </p:sp>
      <p:sp>
        <p:nvSpPr>
          <p:cNvPr id="4" name="Slide Number Placeholder 3">
            <a:extLst>
              <a:ext uri="{FF2B5EF4-FFF2-40B4-BE49-F238E27FC236}">
                <a16:creationId xmlns:a16="http://schemas.microsoft.com/office/drawing/2014/main" id="{E0D3047A-7BD9-4AFE-1F3C-93DBBE47716A}"/>
              </a:ext>
            </a:extLst>
          </p:cNvPr>
          <p:cNvSpPr>
            <a:spLocks noGrp="1"/>
          </p:cNvSpPr>
          <p:nvPr>
            <p:ph type="sldNum" sz="quarter" idx="5"/>
          </p:nvPr>
        </p:nvSpPr>
        <p:spPr/>
        <p:txBody>
          <a:bodyPr/>
          <a:lstStyle/>
          <a:p>
            <a:fld id="{5603C52C-5E29-41AF-BAA3-8217E886DA08}" type="slidenum">
              <a:rPr lang="en-US" smtClean="0"/>
              <a:t>10</a:t>
            </a:fld>
            <a:endParaRPr lang="en-US" dirty="0"/>
          </a:p>
        </p:txBody>
      </p:sp>
    </p:spTree>
    <p:extLst>
      <p:ext uri="{BB962C8B-B14F-4D97-AF65-F5344CB8AC3E}">
        <p14:creationId xmlns:p14="http://schemas.microsoft.com/office/powerpoint/2010/main" val="2232783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448E-3BE9-0FFB-F93D-7A5BA61E9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FB4BC-11BA-2D6F-8F57-D90BEB856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28AB1-26F8-9509-AA36-C7D4E5E51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8A3086-F1B9-72BF-23D1-A4588E9295C9}"/>
              </a:ext>
            </a:extLst>
          </p:cNvPr>
          <p:cNvSpPr>
            <a:spLocks noGrp="1"/>
          </p:cNvSpPr>
          <p:nvPr>
            <p:ph type="sldNum" sz="quarter" idx="5"/>
          </p:nvPr>
        </p:nvSpPr>
        <p:spPr/>
        <p:txBody>
          <a:bodyPr/>
          <a:lstStyle/>
          <a:p>
            <a:fld id="{5603C52C-5E29-41AF-BAA3-8217E886DA08}" type="slidenum">
              <a:rPr lang="en-US" smtClean="0"/>
              <a:t>11</a:t>
            </a:fld>
            <a:endParaRPr lang="en-US" dirty="0"/>
          </a:p>
        </p:txBody>
      </p:sp>
    </p:spTree>
    <p:extLst>
      <p:ext uri="{BB962C8B-B14F-4D97-AF65-F5344CB8AC3E}">
        <p14:creationId xmlns:p14="http://schemas.microsoft.com/office/powerpoint/2010/main" val="521046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5F5E2-7548-FB24-42CF-2107FF95E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2E738-7709-08DE-A58A-34A09D2A3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AF701-3A15-090E-7F04-F3D3AC61DA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88617-72FD-63DC-FE63-94EC4841E4A2}"/>
              </a:ext>
            </a:extLst>
          </p:cNvPr>
          <p:cNvSpPr>
            <a:spLocks noGrp="1"/>
          </p:cNvSpPr>
          <p:nvPr>
            <p:ph type="sldNum" sz="quarter" idx="5"/>
          </p:nvPr>
        </p:nvSpPr>
        <p:spPr/>
        <p:txBody>
          <a:bodyPr/>
          <a:lstStyle/>
          <a:p>
            <a:fld id="{5603C52C-5E29-41AF-BAA3-8217E886DA08}" type="slidenum">
              <a:rPr lang="en-US" smtClean="0"/>
              <a:t>12</a:t>
            </a:fld>
            <a:endParaRPr lang="en-US" dirty="0"/>
          </a:p>
        </p:txBody>
      </p:sp>
    </p:spTree>
    <p:extLst>
      <p:ext uri="{BB962C8B-B14F-4D97-AF65-F5344CB8AC3E}">
        <p14:creationId xmlns:p14="http://schemas.microsoft.com/office/powerpoint/2010/main" val="2220430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3BD6-A037-3016-D621-42E43B80E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8F32A-2F91-E8C2-98EA-78423DE5E1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F7283-324D-3496-4992-CD959219E1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BFC8BF-8043-18E8-39B3-982BD5AC0B72}"/>
              </a:ext>
            </a:extLst>
          </p:cNvPr>
          <p:cNvSpPr>
            <a:spLocks noGrp="1"/>
          </p:cNvSpPr>
          <p:nvPr>
            <p:ph type="sldNum" sz="quarter" idx="5"/>
          </p:nvPr>
        </p:nvSpPr>
        <p:spPr/>
        <p:txBody>
          <a:bodyPr/>
          <a:lstStyle/>
          <a:p>
            <a:fld id="{5603C52C-5E29-41AF-BAA3-8217E886DA08}" type="slidenum">
              <a:rPr lang="en-US" smtClean="0"/>
              <a:t>14</a:t>
            </a:fld>
            <a:endParaRPr lang="en-US" dirty="0"/>
          </a:p>
        </p:txBody>
      </p:sp>
    </p:spTree>
    <p:extLst>
      <p:ext uri="{BB962C8B-B14F-4D97-AF65-F5344CB8AC3E}">
        <p14:creationId xmlns:p14="http://schemas.microsoft.com/office/powerpoint/2010/main" val="806281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BB66-624D-7865-9242-2948E0498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B11AA-4097-BD32-AFED-CAF9B67CC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109DC-29EB-8EC8-9E7F-B1DA1EC154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648A96-FE63-F0A7-B58D-E1F266B1E56A}"/>
              </a:ext>
            </a:extLst>
          </p:cNvPr>
          <p:cNvSpPr>
            <a:spLocks noGrp="1"/>
          </p:cNvSpPr>
          <p:nvPr>
            <p:ph type="sldNum" sz="quarter" idx="5"/>
          </p:nvPr>
        </p:nvSpPr>
        <p:spPr/>
        <p:txBody>
          <a:bodyPr/>
          <a:lstStyle/>
          <a:p>
            <a:fld id="{5603C52C-5E29-41AF-BAA3-8217E886DA08}" type="slidenum">
              <a:rPr lang="en-US" smtClean="0"/>
              <a:t>15</a:t>
            </a:fld>
            <a:endParaRPr lang="en-US" dirty="0"/>
          </a:p>
        </p:txBody>
      </p:sp>
    </p:spTree>
    <p:extLst>
      <p:ext uri="{BB962C8B-B14F-4D97-AF65-F5344CB8AC3E}">
        <p14:creationId xmlns:p14="http://schemas.microsoft.com/office/powerpoint/2010/main" val="4139904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3C52C-5E29-41AF-BAA3-8217E886DA08}" type="slidenum">
              <a:rPr lang="en-US" smtClean="0"/>
              <a:t>17</a:t>
            </a:fld>
            <a:endParaRPr lang="en-US" dirty="0"/>
          </a:p>
        </p:txBody>
      </p:sp>
    </p:spTree>
    <p:extLst>
      <p:ext uri="{BB962C8B-B14F-4D97-AF65-F5344CB8AC3E}">
        <p14:creationId xmlns:p14="http://schemas.microsoft.com/office/powerpoint/2010/main" val="684159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3D69E3-FFC8-340B-E0C7-BAB5168FEFC7}"/>
              </a:ext>
            </a:extLst>
          </p:cNvPr>
          <p:cNvPicPr>
            <a:picLocks noChangeAspect="1"/>
          </p:cNvPicPr>
          <p:nvPr userDrawn="1"/>
        </p:nvPicPr>
        <p:blipFill>
          <a:blip r:embed="rId2"/>
          <a:srcRect/>
          <a:stretch/>
        </p:blipFill>
        <p:spPr>
          <a:xfrm>
            <a:off x="6869" y="3864"/>
            <a:ext cx="12178261" cy="6850272"/>
          </a:xfrm>
          <a:prstGeom prst="rect">
            <a:avLst/>
          </a:prstGeom>
        </p:spPr>
      </p:pic>
      <p:sp>
        <p:nvSpPr>
          <p:cNvPr id="2" name="Title 1"/>
          <p:cNvSpPr>
            <a:spLocks noGrp="1"/>
          </p:cNvSpPr>
          <p:nvPr>
            <p:ph type="ctrTitle" hasCustomPrompt="1"/>
          </p:nvPr>
        </p:nvSpPr>
        <p:spPr>
          <a:xfrm>
            <a:off x="1002792" y="0"/>
            <a:ext cx="10186416" cy="6858000"/>
          </a:xfrm>
        </p:spPr>
        <p:txBody>
          <a:bodyPr tIns="91440" anchor="ctr">
            <a:noAutofit/>
          </a:bodyPr>
          <a:lstStyle>
            <a:lvl1pPr algn="ctr">
              <a:defRPr sz="7200">
                <a:solidFill>
                  <a:schemeClr val="accent6">
                    <a:lumMod val="50000"/>
                  </a:schemeClr>
                </a:solidFill>
              </a:defRPr>
            </a:lvl1pPr>
          </a:lstStyle>
          <a:p>
            <a:r>
              <a:rPr lang="en-US" dirty="0"/>
              <a:t>Click to </a:t>
            </a:r>
            <a:br>
              <a:rPr lang="en-US" dirty="0"/>
            </a:br>
            <a:r>
              <a:rPr lang="en-US" dirty="0"/>
              <a:t>add title</a:t>
            </a:r>
          </a:p>
        </p:txBody>
      </p:sp>
    </p:spTree>
    <p:extLst>
      <p:ext uri="{BB962C8B-B14F-4D97-AF65-F5344CB8AC3E}">
        <p14:creationId xmlns:p14="http://schemas.microsoft.com/office/powerpoint/2010/main" val="171228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411DD4-DAC6-3F0A-375C-8734155CED7E}"/>
              </a:ext>
            </a:extLst>
          </p:cNvPr>
          <p:cNvPicPr>
            <a:picLocks noChangeAspect="1"/>
          </p:cNvPicPr>
          <p:nvPr userDrawn="1"/>
        </p:nvPicPr>
        <p:blipFill>
          <a:blip r:embed="rId2"/>
          <a:srcRect/>
          <a:stretch/>
        </p:blipFill>
        <p:spPr>
          <a:xfrm>
            <a:off x="7208" y="4054"/>
            <a:ext cx="12177584" cy="6849891"/>
          </a:xfrm>
          <a:prstGeom prst="rect">
            <a:avLst/>
          </a:prstGeom>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61816" y="451406"/>
            <a:ext cx="5943600"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1001211" y="1182614"/>
            <a:ext cx="4832430" cy="822960"/>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3" name="Content Placeholder 4">
            <a:extLst>
              <a:ext uri="{FF2B5EF4-FFF2-40B4-BE49-F238E27FC236}">
                <a16:creationId xmlns:a16="http://schemas.microsoft.com/office/drawing/2014/main" id="{8605066B-CAE4-A78C-2A64-121772597178}"/>
              </a:ext>
            </a:extLst>
          </p:cNvPr>
          <p:cNvSpPr>
            <a:spLocks noGrp="1"/>
          </p:cNvSpPr>
          <p:nvPr>
            <p:ph sz="quarter" idx="14" hasCustomPrompt="1"/>
          </p:nvPr>
        </p:nvSpPr>
        <p:spPr>
          <a:xfrm>
            <a:off x="1001213" y="2372810"/>
            <a:ext cx="4832428" cy="3819646"/>
          </a:xfrm>
        </p:spPr>
        <p:txBody>
          <a:bodyPr tIns="182880">
            <a:normAutofit/>
          </a:bodyPr>
          <a:lstStyle>
            <a:lvl1pPr marL="0" indent="0" algn="ctr">
              <a:lnSpc>
                <a:spcPct val="120000"/>
              </a:lnSpc>
              <a:spcBef>
                <a:spcPts val="600"/>
              </a:spcBef>
              <a:spcAft>
                <a:spcPts val="600"/>
              </a:spcAft>
              <a:buNone/>
              <a:defRPr sz="1800">
                <a:solidFill>
                  <a:schemeClr val="accent6">
                    <a:lumMod val="50000"/>
                  </a:schemeClr>
                </a:solidFill>
              </a:defRPr>
            </a:lvl1pPr>
            <a:lvl2pPr marL="0" indent="0" algn="ctr">
              <a:lnSpc>
                <a:spcPct val="100000"/>
              </a:lnSpc>
              <a:buNone/>
              <a:defRPr sz="1600">
                <a:solidFill>
                  <a:schemeClr val="bg1"/>
                </a:solidFill>
              </a:defRPr>
            </a:lvl2pPr>
            <a:lvl3pPr marL="0" indent="0" algn="ctr">
              <a:lnSpc>
                <a:spcPct val="100000"/>
              </a:lnSpc>
              <a:buNone/>
              <a:defRPr sz="1600">
                <a:solidFill>
                  <a:schemeClr val="bg1"/>
                </a:solidFill>
              </a:defRPr>
            </a:lvl3pPr>
            <a:lvl4pPr marL="0" indent="0" algn="ctr">
              <a:lnSpc>
                <a:spcPct val="100000"/>
              </a:lnSpc>
              <a:buNone/>
              <a:defRPr sz="1400">
                <a:solidFill>
                  <a:schemeClr val="bg1"/>
                </a:solidFill>
              </a:defRPr>
            </a:lvl4pPr>
            <a:lvl5pPr marL="0" indent="0" algn="ctr">
              <a:lnSpc>
                <a:spcPct val="100000"/>
              </a:lnSpc>
              <a:buNone/>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9804400" y="5781039"/>
            <a:ext cx="2060618" cy="133764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3218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D46A0E-C4E1-C08D-1AFA-FC41F2BDC29E}"/>
              </a:ext>
            </a:extLst>
          </p:cNvPr>
          <p:cNvPicPr>
            <a:picLocks noChangeAspect="1"/>
          </p:cNvPicPr>
          <p:nvPr userDrawn="1"/>
        </p:nvPicPr>
        <p:blipFill>
          <a:blip r:embed="rId2"/>
          <a:srcRect/>
          <a:stretch/>
        </p:blipFill>
        <p:spPr>
          <a:xfrm>
            <a:off x="2741" y="1542"/>
            <a:ext cx="12186518" cy="6854916"/>
          </a:xfrm>
          <a:prstGeom prst="rect">
            <a:avLst/>
          </a:prstGeom>
        </p:spPr>
      </p:pic>
      <p:sp>
        <p:nvSpPr>
          <p:cNvPr id="2" name="Title 1"/>
          <p:cNvSpPr>
            <a:spLocks noGrp="1"/>
          </p:cNvSpPr>
          <p:nvPr>
            <p:ph type="ctrTitle"/>
          </p:nvPr>
        </p:nvSpPr>
        <p:spPr>
          <a:xfrm>
            <a:off x="495300" y="612648"/>
            <a:ext cx="11201400" cy="3566160"/>
          </a:xfrm>
        </p:spPr>
        <p:txBody>
          <a:bodyPr bIns="0" anchor="b">
            <a:noAutofit/>
          </a:bodyPr>
          <a:lstStyle>
            <a:lvl1pPr algn="ctr">
              <a:defRPr sz="7200" b="1">
                <a:solidFill>
                  <a:schemeClr val="accent6">
                    <a:lumMod val="50000"/>
                  </a:schemeClr>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3750088" y="4688450"/>
            <a:ext cx="4832431" cy="941832"/>
          </a:xfrm>
          <a:solidFill>
            <a:schemeClr val="accent3">
              <a:lumMod val="60000"/>
              <a:lumOff val="40000"/>
            </a:schemeClr>
          </a:solidFill>
        </p:spPr>
        <p:txBody>
          <a:bodyPr tIns="0" bIns="0" anchor="ctr" anchorCtr="0">
            <a:noAutofit/>
          </a:bodyPr>
          <a:lstStyle>
            <a:lvl1pPr marL="0" indent="0" algn="ctr">
              <a:buNone/>
              <a:defRPr sz="1800" b="1" cap="all" baseline="0">
                <a:solidFill>
                  <a:schemeClr val="accent6">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876130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07426-496A-EEDB-DB53-15DA6D953759}"/>
              </a:ext>
            </a:extLst>
          </p:cNvPr>
          <p:cNvPicPr>
            <a:picLocks noChangeAspect="1"/>
          </p:cNvPicPr>
          <p:nvPr userDrawn="1"/>
        </p:nvPicPr>
        <p:blipFill>
          <a:blip r:embed="rId2"/>
          <a:srcRect/>
          <a:stretch/>
        </p:blipFill>
        <p:spPr>
          <a:xfrm>
            <a:off x="5145" y="2894"/>
            <a:ext cx="12181710" cy="6852212"/>
          </a:xfrm>
          <a:prstGeom prst="rect">
            <a:avLst/>
          </a:prstGeom>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2581154" y="451406"/>
            <a:ext cx="9142110"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3181516" y="1193716"/>
            <a:ext cx="7964903" cy="738784"/>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7" name="Content Placeholder 6">
            <a:extLst>
              <a:ext uri="{FF2B5EF4-FFF2-40B4-BE49-F238E27FC236}">
                <a16:creationId xmlns:a16="http://schemas.microsoft.com/office/drawing/2014/main" id="{69921446-DF3F-3352-E38A-4ADECA56C50F}"/>
              </a:ext>
            </a:extLst>
          </p:cNvPr>
          <p:cNvSpPr>
            <a:spLocks noGrp="1"/>
          </p:cNvSpPr>
          <p:nvPr>
            <p:ph sz="quarter" idx="15" hasCustomPrompt="1"/>
          </p:nvPr>
        </p:nvSpPr>
        <p:spPr>
          <a:xfrm>
            <a:off x="3165475" y="2556387"/>
            <a:ext cx="8237726" cy="3514213"/>
          </a:xfrm>
        </p:spPr>
        <p:txBody>
          <a:bodyPr>
            <a:normAutofit/>
          </a:bodyPr>
          <a:lstStyle>
            <a:lvl1pPr marL="0" indent="0">
              <a:lnSpc>
                <a:spcPct val="120000"/>
              </a:lnSpc>
              <a:spcBef>
                <a:spcPts val="600"/>
              </a:spcBef>
              <a:spcAft>
                <a:spcPts val="600"/>
              </a:spcAft>
              <a:buNone/>
              <a:defRPr sz="1800" b="1">
                <a:solidFill>
                  <a:schemeClr val="accent6">
                    <a:lumMod val="50000"/>
                  </a:schemeClr>
                </a:solidFill>
              </a:defRPr>
            </a:lvl1pPr>
            <a:lvl2pPr marL="283464" indent="-285750">
              <a:lnSpc>
                <a:spcPct val="120000"/>
              </a:lnSpc>
              <a:spcBef>
                <a:spcPts val="600"/>
              </a:spcBef>
              <a:spcAft>
                <a:spcPts val="600"/>
              </a:spcAft>
              <a:buFont typeface="Arial" panose="020B0604020202020204" pitchFamily="34" charset="0"/>
              <a:buChar char="•"/>
              <a:defRPr sz="1800" b="0">
                <a:solidFill>
                  <a:schemeClr val="accent6">
                    <a:lumMod val="50000"/>
                  </a:schemeClr>
                </a:solidFill>
              </a:defRPr>
            </a:lvl2pPr>
            <a:lvl3pPr marL="1200150" indent="-285750">
              <a:lnSpc>
                <a:spcPct val="120000"/>
              </a:lnSpc>
              <a:spcBef>
                <a:spcPts val="600"/>
              </a:spcBef>
              <a:spcAft>
                <a:spcPts val="600"/>
              </a:spcAft>
              <a:buFont typeface="Arial" panose="020B0604020202020204" pitchFamily="34" charset="0"/>
              <a:buChar char="•"/>
              <a:defRPr sz="1800" b="0">
                <a:solidFill>
                  <a:schemeClr val="accent6">
                    <a:lumMod val="50000"/>
                  </a:schemeClr>
                </a:solidFill>
              </a:defRPr>
            </a:lvl3pPr>
            <a:lvl4pPr marL="1657350" indent="-285750">
              <a:lnSpc>
                <a:spcPct val="120000"/>
              </a:lnSpc>
              <a:spcBef>
                <a:spcPts val="600"/>
              </a:spcBef>
              <a:spcAft>
                <a:spcPts val="600"/>
              </a:spcAft>
              <a:buFont typeface="Arial" panose="020B0604020202020204" pitchFamily="34" charset="0"/>
              <a:buChar char="•"/>
              <a:defRPr sz="1800" b="0">
                <a:solidFill>
                  <a:schemeClr val="accent6">
                    <a:lumMod val="50000"/>
                  </a:schemeClr>
                </a:solidFill>
              </a:defRPr>
            </a:lvl4pPr>
            <a:lvl5pPr marL="2114550" indent="-285750">
              <a:lnSpc>
                <a:spcPct val="120000"/>
              </a:lnSpc>
              <a:spcBef>
                <a:spcPts val="600"/>
              </a:spcBef>
              <a:spcAft>
                <a:spcPts val="600"/>
              </a:spcAft>
              <a:buFont typeface="Arial" panose="020B0604020202020204" pitchFamily="34" charset="0"/>
              <a:buChar char="•"/>
              <a:defRPr sz="1800" b="0">
                <a:solidFill>
                  <a:schemeClr val="accent6">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9916160" y="5821679"/>
            <a:ext cx="1948858" cy="129700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32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BB1BAA-0BBA-094D-36BB-52209C5744FC}"/>
              </a:ext>
            </a:extLst>
          </p:cNvPr>
          <p:cNvPicPr>
            <a:picLocks noChangeAspect="1"/>
          </p:cNvPicPr>
          <p:nvPr userDrawn="1"/>
        </p:nvPicPr>
        <p:blipFill>
          <a:blip r:embed="rId2"/>
          <a:srcRect/>
          <a:stretch/>
        </p:blipFill>
        <p:spPr>
          <a:xfrm>
            <a:off x="13775" y="-7257"/>
            <a:ext cx="12169463" cy="6858000"/>
          </a:xfrm>
          <a:prstGeom prst="rect">
            <a:avLst/>
          </a:prstGeom>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5800280" y="532435"/>
            <a:ext cx="5924874" cy="586836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28106E5D-F0FF-0F55-C4FF-7DD177C58C50}"/>
              </a:ext>
            </a:extLst>
          </p:cNvPr>
          <p:cNvSpPr>
            <a:spLocks noGrp="1"/>
          </p:cNvSpPr>
          <p:nvPr>
            <p:ph type="title" hasCustomPrompt="1"/>
          </p:nvPr>
        </p:nvSpPr>
        <p:spPr>
          <a:xfrm>
            <a:off x="6420654" y="960120"/>
            <a:ext cx="4621593" cy="3145536"/>
          </a:xfrm>
        </p:spPr>
        <p:txBody>
          <a:bodyPr/>
          <a:lstStyle>
            <a:lvl1pPr algn="ctr">
              <a:defRPr sz="5400" b="1">
                <a:solidFill>
                  <a:schemeClr val="accent6">
                    <a:lumMod val="50000"/>
                  </a:schemeClr>
                </a:solidFill>
              </a:defRPr>
            </a:lvl1pPr>
          </a:lstStyle>
          <a:p>
            <a:r>
              <a:rPr lang="en-US" dirty="0"/>
              <a:t>Click to add title</a:t>
            </a:r>
          </a:p>
        </p:txBody>
      </p:sp>
      <p:sp>
        <p:nvSpPr>
          <p:cNvPr id="12" name="Subtitle 2">
            <a:extLst>
              <a:ext uri="{FF2B5EF4-FFF2-40B4-BE49-F238E27FC236}">
                <a16:creationId xmlns:a16="http://schemas.microsoft.com/office/drawing/2014/main" id="{66AF09F6-0A31-C3AA-DF3A-7E062458EAC1}"/>
              </a:ext>
            </a:extLst>
          </p:cNvPr>
          <p:cNvSpPr>
            <a:spLocks noGrp="1"/>
          </p:cNvSpPr>
          <p:nvPr>
            <p:ph type="subTitle" idx="1" hasCustomPrompt="1"/>
          </p:nvPr>
        </p:nvSpPr>
        <p:spPr>
          <a:xfrm>
            <a:off x="6420654" y="4768520"/>
            <a:ext cx="4621593" cy="729206"/>
          </a:xfrm>
          <a:solidFill>
            <a:schemeClr val="accent3">
              <a:lumMod val="60000"/>
              <a:lumOff val="40000"/>
            </a:schemeClr>
          </a:solidFill>
        </p:spPr>
        <p:txBody>
          <a:bodyPr tIns="0" bIns="0" anchor="ctr" anchorCtr="0">
            <a:noAutofit/>
          </a:bodyPr>
          <a:lstStyle>
            <a:lvl1pPr marL="0" indent="0" algn="ctr">
              <a:buNone/>
              <a:defRPr sz="1800" b="1" cap="all" baseline="0">
                <a:solidFill>
                  <a:schemeClr val="accent6">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89E30A96-253C-806E-DA56-9C892971C17A}"/>
              </a:ext>
            </a:extLst>
          </p:cNvPr>
          <p:cNvSpPr>
            <a:spLocks noGrp="1"/>
          </p:cNvSpPr>
          <p:nvPr>
            <p:ph type="pic" sz="quarter" idx="11"/>
          </p:nvPr>
        </p:nvSpPr>
        <p:spPr>
          <a:xfrm>
            <a:off x="991499" y="-8626"/>
            <a:ext cx="4227271" cy="6889750"/>
          </a:xfrm>
          <a:solidFill>
            <a:schemeClr val="accent3">
              <a:lumMod val="20000"/>
              <a:lumOff val="80000"/>
            </a:schemeClr>
          </a:solidFill>
        </p:spPr>
        <p:txBody>
          <a:bodyPr>
            <a:normAutofit/>
          </a:bodyPr>
          <a:lstStyle>
            <a:lvl1pPr marL="0" indent="0" algn="ctr">
              <a:buNone/>
              <a:defRPr sz="1800"/>
            </a:lvl1pPr>
          </a:lstStyle>
          <a:p>
            <a:r>
              <a:rPr lang="en-US"/>
              <a:t>Click icon to add picture</a:t>
            </a:r>
            <a:endParaRPr lang="en-US" dirty="0"/>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9895840" y="5803095"/>
            <a:ext cx="1969178" cy="1315587"/>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90336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1">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81E90A88-865C-F9ED-C2BB-25421BBEAF64}"/>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77057" y="451406"/>
            <a:ext cx="11246207"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980789" y="1115060"/>
            <a:ext cx="10149840" cy="914400"/>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8" name="Content Placeholder 6">
            <a:extLst>
              <a:ext uri="{FF2B5EF4-FFF2-40B4-BE49-F238E27FC236}">
                <a16:creationId xmlns:a16="http://schemas.microsoft.com/office/drawing/2014/main" id="{BA3B1C17-899D-2FE2-0B01-60643853FB43}"/>
              </a:ext>
            </a:extLst>
          </p:cNvPr>
          <p:cNvSpPr>
            <a:spLocks noGrp="1"/>
          </p:cNvSpPr>
          <p:nvPr>
            <p:ph sz="quarter" idx="17" hasCustomPrompt="1"/>
          </p:nvPr>
        </p:nvSpPr>
        <p:spPr>
          <a:xfrm>
            <a:off x="978721" y="2301069"/>
            <a:ext cx="4892675" cy="3482792"/>
          </a:xfrm>
        </p:spPr>
        <p:txBody>
          <a:bodyPr>
            <a:normAutofit/>
          </a:bodyPr>
          <a:lstStyle>
            <a:lvl1pPr marL="283464" indent="-283464">
              <a:defRPr sz="1800"/>
            </a:lvl1pPr>
            <a:lvl2pPr indent="-283464">
              <a:defRPr sz="1600"/>
            </a:lvl2pPr>
            <a:lvl3pPr indent="-283464">
              <a:defRPr sz="1400"/>
            </a:lvl3pPr>
            <a:lvl4pPr indent="-283464">
              <a:defRPr sz="1200"/>
            </a:lvl4pPr>
            <a:lvl5pPr indent="-283464">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1C79FDB-6789-ED7D-E246-96F9F6DC0680}"/>
              </a:ext>
            </a:extLst>
          </p:cNvPr>
          <p:cNvSpPr>
            <a:spLocks noGrp="1"/>
          </p:cNvSpPr>
          <p:nvPr>
            <p:ph sz="quarter" idx="16" hasCustomPrompt="1"/>
          </p:nvPr>
        </p:nvSpPr>
        <p:spPr>
          <a:xfrm>
            <a:off x="6237288" y="2301069"/>
            <a:ext cx="4892675" cy="3482792"/>
          </a:xfrm>
        </p:spPr>
        <p:txBody>
          <a:bodyPr>
            <a:normAutofit/>
          </a:bodyPr>
          <a:lstStyle>
            <a:lvl1pPr marL="283464" indent="-283464">
              <a:lnSpc>
                <a:spcPct val="120000"/>
              </a:lnSpc>
              <a:spcBef>
                <a:spcPts val="0"/>
              </a:spcBef>
              <a:spcAft>
                <a:spcPts val="600"/>
              </a:spcAft>
              <a:defRPr sz="1800"/>
            </a:lvl1pPr>
            <a:lvl2pPr indent="-283464">
              <a:lnSpc>
                <a:spcPct val="120000"/>
              </a:lnSpc>
              <a:spcBef>
                <a:spcPts val="0"/>
              </a:spcBef>
              <a:spcAft>
                <a:spcPts val="600"/>
              </a:spcAft>
              <a:defRPr sz="1600"/>
            </a:lvl2pPr>
            <a:lvl3pPr indent="-283464">
              <a:lnSpc>
                <a:spcPct val="120000"/>
              </a:lnSpc>
              <a:spcBef>
                <a:spcPts val="0"/>
              </a:spcBef>
              <a:spcAft>
                <a:spcPts val="600"/>
              </a:spcAft>
              <a:defRPr sz="1400"/>
            </a:lvl3pPr>
            <a:lvl4pPr indent="-283464">
              <a:lnSpc>
                <a:spcPct val="120000"/>
              </a:lnSpc>
              <a:spcBef>
                <a:spcPts val="0"/>
              </a:spcBef>
              <a:spcAft>
                <a:spcPts val="600"/>
              </a:spcAft>
              <a:defRPr sz="1200"/>
            </a:lvl4pPr>
            <a:lvl5pPr indent="-283464">
              <a:lnSpc>
                <a:spcPct val="120000"/>
              </a:lnSpc>
              <a:spcBef>
                <a:spcPts val="0"/>
              </a:spcBef>
              <a:spcAft>
                <a:spcPts val="6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19360" y="5750559"/>
            <a:ext cx="1745658" cy="136812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4203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and Content 1">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728253-E3DA-6D81-345D-04C29F71938A}"/>
              </a:ext>
            </a:extLst>
          </p:cNvPr>
          <p:cNvPicPr>
            <a:picLocks noChangeAspect="1"/>
          </p:cNvPicPr>
          <p:nvPr userDrawn="1"/>
        </p:nvPicPr>
        <p:blipFill>
          <a:blip r:embed="rId2"/>
          <a:srcRect/>
          <a:stretch/>
        </p:blipFill>
        <p:spPr>
          <a:xfrm>
            <a:off x="5145" y="2894"/>
            <a:ext cx="12181710" cy="6852212"/>
          </a:xfrm>
          <a:prstGeom prst="rect">
            <a:avLst/>
          </a:prstGeom>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2581154" y="451406"/>
            <a:ext cx="9142110"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3181516" y="1193716"/>
            <a:ext cx="7964903" cy="738784"/>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8" name="Picture Placeholder 7">
            <a:extLst>
              <a:ext uri="{FF2B5EF4-FFF2-40B4-BE49-F238E27FC236}">
                <a16:creationId xmlns:a16="http://schemas.microsoft.com/office/drawing/2014/main" id="{BE696E5A-37E4-7844-655B-462912CE36C6}"/>
              </a:ext>
            </a:extLst>
          </p:cNvPr>
          <p:cNvSpPr>
            <a:spLocks noGrp="1"/>
          </p:cNvSpPr>
          <p:nvPr>
            <p:ph type="pic" sz="quarter" idx="16"/>
          </p:nvPr>
        </p:nvSpPr>
        <p:spPr>
          <a:xfrm>
            <a:off x="443123" y="-899"/>
            <a:ext cx="1657350" cy="6858000"/>
          </a:xfrm>
          <a:solidFill>
            <a:schemeClr val="accent3">
              <a:lumMod val="20000"/>
              <a:lumOff val="80000"/>
            </a:schemeClr>
          </a:solidFill>
        </p:spPr>
        <p:txBody>
          <a:bodyPr>
            <a:normAutofit/>
          </a:bodyPr>
          <a:lstStyle>
            <a:lvl1pPr marL="0" indent="0" algn="ctr">
              <a:buNone/>
              <a:defRPr sz="1600">
                <a:solidFill>
                  <a:schemeClr val="accent6">
                    <a:lumMod val="50000"/>
                  </a:schemeClr>
                </a:solidFill>
              </a:defRPr>
            </a:lvl1pPr>
          </a:lstStyle>
          <a:p>
            <a:r>
              <a:rPr lang="en-US"/>
              <a:t>Click icon to add picture</a:t>
            </a:r>
            <a:endParaRPr lang="en-US" dirty="0"/>
          </a:p>
        </p:txBody>
      </p:sp>
      <p:sp>
        <p:nvSpPr>
          <p:cNvPr id="13" name="Content Placeholder 12">
            <a:extLst>
              <a:ext uri="{FF2B5EF4-FFF2-40B4-BE49-F238E27FC236}">
                <a16:creationId xmlns:a16="http://schemas.microsoft.com/office/drawing/2014/main" id="{958E6485-C17B-2771-87BA-0398E09E183C}"/>
              </a:ext>
            </a:extLst>
          </p:cNvPr>
          <p:cNvSpPr>
            <a:spLocks noGrp="1"/>
          </p:cNvSpPr>
          <p:nvPr>
            <p:ph sz="quarter" idx="17" hasCustomPrompt="1"/>
          </p:nvPr>
        </p:nvSpPr>
        <p:spPr>
          <a:xfrm>
            <a:off x="3165475" y="2555875"/>
            <a:ext cx="8237538" cy="3620638"/>
          </a:xfrm>
        </p:spPr>
        <p:txBody>
          <a:bodyPr>
            <a:normAutofit/>
          </a:bodyPr>
          <a:lstStyle>
            <a:lvl1pPr>
              <a:defRPr sz="1800">
                <a:solidFill>
                  <a:schemeClr val="accent6">
                    <a:lumMod val="50000"/>
                  </a:schemeClr>
                </a:solidFill>
              </a:defRPr>
            </a:lvl1pPr>
            <a:lvl2pPr>
              <a:defRPr sz="1600">
                <a:solidFill>
                  <a:schemeClr val="accent6">
                    <a:lumMod val="50000"/>
                  </a:schemeClr>
                </a:solidFill>
              </a:defRPr>
            </a:lvl2pPr>
            <a:lvl3pPr>
              <a:defRPr sz="1400">
                <a:solidFill>
                  <a:schemeClr val="accent6">
                    <a:lumMod val="50000"/>
                  </a:schemeClr>
                </a:solidFill>
              </a:defRPr>
            </a:lvl3pPr>
            <a:lvl4pPr>
              <a:defRPr sz="1200">
                <a:solidFill>
                  <a:schemeClr val="accent6">
                    <a:lumMod val="50000"/>
                  </a:schemeClr>
                </a:solidFill>
              </a:defRPr>
            </a:lvl4pPr>
            <a:lvl5pPr>
              <a:defRPr sz="1200">
                <a:solidFill>
                  <a:schemeClr val="accent6">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9916160" y="5821679"/>
            <a:ext cx="1948858" cy="129700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8075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2">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EE5B0F-FC85-2832-52DD-74B32C94FF99}"/>
              </a:ext>
            </a:extLst>
          </p:cNvPr>
          <p:cNvPicPr>
            <a:picLocks noChangeAspect="1"/>
          </p:cNvPicPr>
          <p:nvPr userDrawn="1"/>
        </p:nvPicPr>
        <p:blipFill>
          <a:blip r:embed="rId2"/>
          <a:srcRect/>
          <a:stretch/>
        </p:blipFill>
        <p:spPr>
          <a:xfrm>
            <a:off x="12700" y="0"/>
            <a:ext cx="12166599" cy="6858000"/>
          </a:xfrm>
          <a:prstGeom prst="rect">
            <a:avLst/>
          </a:prstGeom>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1361439" y="451406"/>
            <a:ext cx="10354906"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1809997" y="1100989"/>
            <a:ext cx="9464150" cy="921683"/>
          </a:xfrm>
          <a:solidFill>
            <a:schemeClr val="accent3">
              <a:lumMod val="60000"/>
              <a:lumOff val="40000"/>
            </a:schemeClr>
          </a:solidFill>
        </p:spPr>
        <p:txBody>
          <a:bodyPr tIns="0" bIns="0" anchor="ctr" anchorCtr="0">
            <a:noAutofit/>
          </a:bodyPr>
          <a:lstStyle>
            <a:lvl1pPr algn="ctr">
              <a:defRPr sz="1800" b="1" cap="all" baseline="0">
                <a:solidFill>
                  <a:schemeClr val="accent6">
                    <a:lumMod val="50000"/>
                  </a:schemeClr>
                </a:solidFill>
              </a:defRPr>
            </a:lvl1pPr>
          </a:lstStyle>
          <a:p>
            <a:r>
              <a:rPr lang="en-US" dirty="0"/>
              <a:t>Click to add title</a:t>
            </a:r>
          </a:p>
        </p:txBody>
      </p:sp>
      <p:sp>
        <p:nvSpPr>
          <p:cNvPr id="7" name="Content Placeholder 6">
            <a:extLst>
              <a:ext uri="{FF2B5EF4-FFF2-40B4-BE49-F238E27FC236}">
                <a16:creationId xmlns:a16="http://schemas.microsoft.com/office/drawing/2014/main" id="{34D558C2-5388-26DA-C2BE-AC226426CD2F}"/>
              </a:ext>
            </a:extLst>
          </p:cNvPr>
          <p:cNvSpPr>
            <a:spLocks noGrp="1"/>
          </p:cNvSpPr>
          <p:nvPr>
            <p:ph sz="quarter" idx="15" hasCustomPrompt="1"/>
          </p:nvPr>
        </p:nvSpPr>
        <p:spPr>
          <a:xfrm>
            <a:off x="1796158" y="2286688"/>
            <a:ext cx="4160699" cy="4003675"/>
          </a:xfrm>
        </p:spPr>
        <p:txBody>
          <a:bodyPr>
            <a:normAutofit/>
          </a:bodyPr>
          <a:lstStyle>
            <a:lvl1pPr marL="0" indent="0" algn="ctr">
              <a:lnSpc>
                <a:spcPct val="120000"/>
              </a:lnSpc>
              <a:spcBef>
                <a:spcPts val="0"/>
              </a:spcBef>
              <a:spcAft>
                <a:spcPts val="600"/>
              </a:spcAft>
              <a:buNone/>
              <a:defRPr sz="1800"/>
            </a:lvl1pPr>
            <a:lvl2pPr marL="0" indent="0" algn="ctr">
              <a:lnSpc>
                <a:spcPct val="120000"/>
              </a:lnSpc>
              <a:spcBef>
                <a:spcPts val="0"/>
              </a:spcBef>
              <a:spcAft>
                <a:spcPts val="600"/>
              </a:spcAft>
              <a:buNone/>
              <a:defRPr sz="1600"/>
            </a:lvl2pPr>
            <a:lvl3pPr marL="0" indent="0" algn="ctr">
              <a:lnSpc>
                <a:spcPct val="120000"/>
              </a:lnSpc>
              <a:spcBef>
                <a:spcPts val="0"/>
              </a:spcBef>
              <a:spcAft>
                <a:spcPts val="600"/>
              </a:spcAft>
              <a:buNone/>
              <a:defRPr sz="1400"/>
            </a:lvl3pPr>
            <a:lvl4pPr marL="0" indent="0" algn="ctr">
              <a:lnSpc>
                <a:spcPct val="120000"/>
              </a:lnSpc>
              <a:spcBef>
                <a:spcPts val="0"/>
              </a:spcBef>
              <a:spcAft>
                <a:spcPts val="600"/>
              </a:spcAft>
              <a:buNone/>
              <a:defRPr sz="1200"/>
            </a:lvl4pPr>
            <a:lvl5pPr marL="0" indent="0" algn="ctr">
              <a:lnSpc>
                <a:spcPct val="120000"/>
              </a:lnSpc>
              <a:spcBef>
                <a:spcPts val="0"/>
              </a:spcBef>
              <a:spcAft>
                <a:spcPts val="600"/>
              </a:spcAft>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6">
            <a:extLst>
              <a:ext uri="{FF2B5EF4-FFF2-40B4-BE49-F238E27FC236}">
                <a16:creationId xmlns:a16="http://schemas.microsoft.com/office/drawing/2014/main" id="{32D1E30A-3770-4825-553A-18C9DD793852}"/>
              </a:ext>
            </a:extLst>
          </p:cNvPr>
          <p:cNvSpPr>
            <a:spLocks noGrp="1"/>
          </p:cNvSpPr>
          <p:nvPr>
            <p:ph sz="quarter" idx="16" hasCustomPrompt="1"/>
          </p:nvPr>
        </p:nvSpPr>
        <p:spPr>
          <a:xfrm>
            <a:off x="7113448" y="2286688"/>
            <a:ext cx="4160699" cy="4003675"/>
          </a:xfrm>
        </p:spPr>
        <p:txBody>
          <a:bodyPr>
            <a:normAutofit/>
          </a:bodyPr>
          <a:lstStyle>
            <a:lvl1pPr marL="0" indent="0" algn="ctr">
              <a:lnSpc>
                <a:spcPct val="120000"/>
              </a:lnSpc>
              <a:spcBef>
                <a:spcPts val="0"/>
              </a:spcBef>
              <a:spcAft>
                <a:spcPts val="600"/>
              </a:spcAft>
              <a:buNone/>
              <a:defRPr sz="1800"/>
            </a:lvl1pPr>
            <a:lvl2pPr marL="0" indent="0" algn="ctr">
              <a:lnSpc>
                <a:spcPct val="120000"/>
              </a:lnSpc>
              <a:spcBef>
                <a:spcPts val="0"/>
              </a:spcBef>
              <a:spcAft>
                <a:spcPts val="600"/>
              </a:spcAft>
              <a:buNone/>
              <a:defRPr sz="1600"/>
            </a:lvl2pPr>
            <a:lvl3pPr marL="0" indent="0" algn="ctr">
              <a:lnSpc>
                <a:spcPct val="120000"/>
              </a:lnSpc>
              <a:spcBef>
                <a:spcPts val="0"/>
              </a:spcBef>
              <a:spcAft>
                <a:spcPts val="600"/>
              </a:spcAft>
              <a:buNone/>
              <a:defRPr sz="1400"/>
            </a:lvl3pPr>
            <a:lvl4pPr marL="0" indent="0" algn="ctr">
              <a:lnSpc>
                <a:spcPct val="120000"/>
              </a:lnSpc>
              <a:spcBef>
                <a:spcPts val="0"/>
              </a:spcBef>
              <a:spcAft>
                <a:spcPts val="600"/>
              </a:spcAft>
              <a:buNone/>
              <a:defRPr sz="1200"/>
            </a:lvl4pPr>
            <a:lvl5pPr marL="0" indent="0" algn="ctr">
              <a:lnSpc>
                <a:spcPct val="120000"/>
              </a:lnSpc>
              <a:spcBef>
                <a:spcPts val="0"/>
              </a:spcBef>
              <a:spcAft>
                <a:spcPts val="600"/>
              </a:spcAft>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22710" y="5811519"/>
            <a:ext cx="1742307" cy="130716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0907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and Content">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7A6BBBB3-641A-CFC0-516F-63B74C40F670}"/>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77057" y="451406"/>
            <a:ext cx="11246207"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980789" y="1115060"/>
            <a:ext cx="10149840" cy="914400"/>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6" name="Table Placeholder 5">
            <a:extLst>
              <a:ext uri="{FF2B5EF4-FFF2-40B4-BE49-F238E27FC236}">
                <a16:creationId xmlns:a16="http://schemas.microsoft.com/office/drawing/2014/main" id="{A4C64D22-E188-73F4-E0FE-F09DDC5CB305}"/>
              </a:ext>
            </a:extLst>
          </p:cNvPr>
          <p:cNvSpPr>
            <a:spLocks noGrp="1"/>
          </p:cNvSpPr>
          <p:nvPr>
            <p:ph type="tbl" sz="quarter" idx="17"/>
          </p:nvPr>
        </p:nvSpPr>
        <p:spPr>
          <a:xfrm>
            <a:off x="979488" y="2311400"/>
            <a:ext cx="7091362" cy="3471863"/>
          </a:xfrm>
        </p:spPr>
        <p:txBody>
          <a:bodyPr/>
          <a:lstStyle/>
          <a:p>
            <a:r>
              <a:rPr lang="en-US"/>
              <a:t>Click icon to add table</a:t>
            </a:r>
            <a:endParaRPr lang="en-US" dirty="0"/>
          </a:p>
        </p:txBody>
      </p:sp>
      <p:sp>
        <p:nvSpPr>
          <p:cNvPr id="7" name="Content Placeholder 6">
            <a:extLst>
              <a:ext uri="{FF2B5EF4-FFF2-40B4-BE49-F238E27FC236}">
                <a16:creationId xmlns:a16="http://schemas.microsoft.com/office/drawing/2014/main" id="{11C79FDB-6789-ED7D-E246-96F9F6DC0680}"/>
              </a:ext>
            </a:extLst>
          </p:cNvPr>
          <p:cNvSpPr>
            <a:spLocks noGrp="1"/>
          </p:cNvSpPr>
          <p:nvPr>
            <p:ph sz="quarter" idx="16" hasCustomPrompt="1"/>
          </p:nvPr>
        </p:nvSpPr>
        <p:spPr>
          <a:xfrm>
            <a:off x="8445190" y="2301069"/>
            <a:ext cx="2684773" cy="3482792"/>
          </a:xfrm>
        </p:spPr>
        <p:txBody>
          <a:bodyPr>
            <a:normAutofit/>
          </a:bodyPr>
          <a:lstStyle>
            <a:lvl1pPr marL="283464" indent="-283464">
              <a:lnSpc>
                <a:spcPct val="120000"/>
              </a:lnSpc>
              <a:spcBef>
                <a:spcPts val="0"/>
              </a:spcBef>
              <a:spcAft>
                <a:spcPts val="600"/>
              </a:spcAft>
              <a:defRPr sz="1800"/>
            </a:lvl1pPr>
            <a:lvl2pPr indent="-283464">
              <a:lnSpc>
                <a:spcPct val="120000"/>
              </a:lnSpc>
              <a:spcBef>
                <a:spcPts val="0"/>
              </a:spcBef>
              <a:spcAft>
                <a:spcPts val="600"/>
              </a:spcAft>
              <a:defRPr sz="1600"/>
            </a:lvl2pPr>
            <a:lvl3pPr indent="-283464">
              <a:lnSpc>
                <a:spcPct val="120000"/>
              </a:lnSpc>
              <a:spcBef>
                <a:spcPts val="0"/>
              </a:spcBef>
              <a:spcAft>
                <a:spcPts val="600"/>
              </a:spcAft>
              <a:defRPr sz="1400"/>
            </a:lvl3pPr>
            <a:lvl4pPr indent="-283464">
              <a:lnSpc>
                <a:spcPct val="120000"/>
              </a:lnSpc>
              <a:spcBef>
                <a:spcPts val="0"/>
              </a:spcBef>
              <a:spcAft>
                <a:spcPts val="600"/>
              </a:spcAft>
              <a:defRPr sz="1200"/>
            </a:lvl4pPr>
            <a:lvl5pPr indent="-283464">
              <a:lnSpc>
                <a:spcPct val="120000"/>
              </a:lnSpc>
              <a:spcBef>
                <a:spcPts val="0"/>
              </a:spcBef>
              <a:spcAft>
                <a:spcPts val="6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19360" y="5882640"/>
            <a:ext cx="1745658" cy="1236042"/>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4284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43F6EF2A-D737-1D2B-9BD8-C4AFD04086A7}"/>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77057" y="451406"/>
            <a:ext cx="11246207"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980789" y="1115060"/>
            <a:ext cx="10149840" cy="914400"/>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6" name="Table Placeholder 5">
            <a:extLst>
              <a:ext uri="{FF2B5EF4-FFF2-40B4-BE49-F238E27FC236}">
                <a16:creationId xmlns:a16="http://schemas.microsoft.com/office/drawing/2014/main" id="{A4C64D22-E188-73F4-E0FE-F09DDC5CB305}"/>
              </a:ext>
            </a:extLst>
          </p:cNvPr>
          <p:cNvSpPr>
            <a:spLocks noGrp="1"/>
          </p:cNvSpPr>
          <p:nvPr>
            <p:ph type="tbl" sz="quarter" idx="17"/>
          </p:nvPr>
        </p:nvSpPr>
        <p:spPr>
          <a:xfrm>
            <a:off x="979488" y="2311400"/>
            <a:ext cx="10149840" cy="3471863"/>
          </a:xfrm>
        </p:spPr>
        <p:txBody>
          <a:bodyPr/>
          <a:lstStyle>
            <a:lvl1pPr>
              <a:defRPr/>
            </a:lvl1pPr>
          </a:lstStyle>
          <a:p>
            <a:r>
              <a:rPr lang="en-US"/>
              <a:t>Click icon to add table</a:t>
            </a:r>
            <a:endParaRPr lang="en-US" dirty="0"/>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19360" y="5882640"/>
            <a:ext cx="1745658" cy="1236042"/>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99331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807E53-1889-5FED-84AB-36B4B655BFFF}"/>
              </a:ext>
            </a:extLst>
          </p:cNvPr>
          <p:cNvPicPr>
            <a:picLocks noChangeAspect="1"/>
          </p:cNvPicPr>
          <p:nvPr userDrawn="1"/>
        </p:nvPicPr>
        <p:blipFill>
          <a:blip r:embed="rId2"/>
          <a:srcRect/>
          <a:stretch/>
        </p:blipFill>
        <p:spPr>
          <a:xfrm>
            <a:off x="2741" y="1542"/>
            <a:ext cx="12186518" cy="6854916"/>
          </a:xfrm>
          <a:prstGeom prst="rect">
            <a:avLst/>
          </a:prstGeom>
        </p:spPr>
      </p:pic>
      <p:sp>
        <p:nvSpPr>
          <p:cNvPr id="2" name="Title 1"/>
          <p:cNvSpPr>
            <a:spLocks noGrp="1"/>
          </p:cNvSpPr>
          <p:nvPr>
            <p:ph type="ctrTitle" hasCustomPrompt="1"/>
          </p:nvPr>
        </p:nvSpPr>
        <p:spPr>
          <a:xfrm>
            <a:off x="1060090" y="1"/>
            <a:ext cx="7626710" cy="6857046"/>
          </a:xfrm>
        </p:spPr>
        <p:txBody>
          <a:bodyPr bIns="0" anchor="ctr">
            <a:noAutofit/>
          </a:bodyPr>
          <a:lstStyle>
            <a:lvl1pPr algn="l">
              <a:defRPr sz="7200">
                <a:solidFill>
                  <a:schemeClr val="accent6">
                    <a:lumMod val="50000"/>
                  </a:schemeClr>
                </a:solidFill>
              </a:defRPr>
            </a:lvl1pPr>
          </a:lstStyle>
          <a:p>
            <a:r>
              <a:rPr lang="en-US" dirty="0"/>
              <a:t>Click to </a:t>
            </a:r>
            <a:br>
              <a:rPr lang="en-US" dirty="0"/>
            </a:br>
            <a:r>
              <a:rPr lang="en-US" dirty="0"/>
              <a:t>add title</a:t>
            </a:r>
          </a:p>
        </p:txBody>
      </p:sp>
      <p:sp>
        <p:nvSpPr>
          <p:cNvPr id="9" name="Picture Placeholder 8">
            <a:extLst>
              <a:ext uri="{FF2B5EF4-FFF2-40B4-BE49-F238E27FC236}">
                <a16:creationId xmlns:a16="http://schemas.microsoft.com/office/drawing/2014/main" id="{164A964A-4098-65AF-D012-2925365FB96E}"/>
              </a:ext>
            </a:extLst>
          </p:cNvPr>
          <p:cNvSpPr>
            <a:spLocks noGrp="1"/>
          </p:cNvSpPr>
          <p:nvPr>
            <p:ph type="pic" sz="quarter" idx="10"/>
          </p:nvPr>
        </p:nvSpPr>
        <p:spPr>
          <a:xfrm>
            <a:off x="8510588" y="-953"/>
            <a:ext cx="3200400" cy="6858000"/>
          </a:xfrm>
          <a:solidFill>
            <a:schemeClr val="accent3">
              <a:lumMod val="20000"/>
              <a:lumOff val="80000"/>
            </a:schemeClr>
          </a:solidFill>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1493310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3">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5DC7EA-10AE-1A0E-D197-CAB9FBAC93BD}"/>
              </a:ext>
            </a:extLst>
          </p:cNvPr>
          <p:cNvPicPr>
            <a:picLocks noChangeAspect="1"/>
          </p:cNvPicPr>
          <p:nvPr userDrawn="1"/>
        </p:nvPicPr>
        <p:blipFill>
          <a:blip r:embed="rId2"/>
          <a:srcRect/>
          <a:stretch/>
        </p:blipFill>
        <p:spPr>
          <a:xfrm>
            <a:off x="25389" y="0"/>
            <a:ext cx="12166599" cy="6858000"/>
          </a:xfrm>
          <a:prstGeom prst="rect">
            <a:avLst/>
          </a:prstGeom>
        </p:spPr>
      </p:pic>
      <p:sp>
        <p:nvSpPr>
          <p:cNvPr id="4" name="Rectangle 3">
            <a:extLst>
              <a:ext uri="{FF2B5EF4-FFF2-40B4-BE49-F238E27FC236}">
                <a16:creationId xmlns:a16="http://schemas.microsoft.com/office/drawing/2014/main" id="{435B76D1-7BAB-95CC-D082-E5857BA27AAF}"/>
              </a:ext>
              <a:ext uri="{C183D7F6-B498-43B3-948B-1728B52AA6E4}">
                <adec:decorative xmlns:adec="http://schemas.microsoft.com/office/drawing/2017/decorative" val="1"/>
              </a:ext>
            </a:extLst>
          </p:cNvPr>
          <p:cNvSpPr/>
          <p:nvPr userDrawn="1"/>
        </p:nvSpPr>
        <p:spPr>
          <a:xfrm>
            <a:off x="474061" y="451406"/>
            <a:ext cx="9142110"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00352415-529E-A5FD-DC37-5D14118B5BB7}"/>
              </a:ext>
            </a:extLst>
          </p:cNvPr>
          <p:cNvSpPr>
            <a:spLocks noGrp="1"/>
          </p:cNvSpPr>
          <p:nvPr>
            <p:ph type="ctrTitle" hasCustomPrompt="1"/>
          </p:nvPr>
        </p:nvSpPr>
        <p:spPr>
          <a:xfrm>
            <a:off x="1074423" y="1193716"/>
            <a:ext cx="7964903" cy="738784"/>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11" name="Content Placeholder 10">
            <a:extLst>
              <a:ext uri="{FF2B5EF4-FFF2-40B4-BE49-F238E27FC236}">
                <a16:creationId xmlns:a16="http://schemas.microsoft.com/office/drawing/2014/main" id="{9EF759D5-1499-DEC7-BEAE-9ADBC4D35255}"/>
              </a:ext>
            </a:extLst>
          </p:cNvPr>
          <p:cNvSpPr>
            <a:spLocks noGrp="1"/>
          </p:cNvSpPr>
          <p:nvPr>
            <p:ph sz="quarter" idx="17" hasCustomPrompt="1"/>
          </p:nvPr>
        </p:nvSpPr>
        <p:spPr>
          <a:xfrm>
            <a:off x="1046163" y="2304733"/>
            <a:ext cx="2713037" cy="3760787"/>
          </a:xfrm>
        </p:spPr>
        <p:txBody>
          <a:bodyPr>
            <a:normAutofit/>
          </a:bodyPr>
          <a:lstStyle>
            <a:lvl1pPr marL="283464" indent="-283464">
              <a:lnSpc>
                <a:spcPct val="120000"/>
              </a:lnSpc>
              <a:spcBef>
                <a:spcPts val="0"/>
              </a:spcBef>
              <a:spcAft>
                <a:spcPts val="600"/>
              </a:spcAft>
              <a:defRPr sz="1800" b="1"/>
            </a:lvl1pPr>
            <a:lvl2pPr marL="502920" indent="-283464">
              <a:lnSpc>
                <a:spcPct val="120000"/>
              </a:lnSpc>
              <a:spcBef>
                <a:spcPts val="0"/>
              </a:spcBef>
              <a:spcAft>
                <a:spcPts val="600"/>
              </a:spcAft>
              <a:defRPr sz="1800" b="1"/>
            </a:lvl2pPr>
            <a:lvl3pPr marL="685800" indent="-283464">
              <a:lnSpc>
                <a:spcPct val="120000"/>
              </a:lnSpc>
              <a:spcBef>
                <a:spcPts val="0"/>
              </a:spcBef>
              <a:spcAft>
                <a:spcPts val="600"/>
              </a:spcAft>
              <a:defRPr sz="1800" b="1"/>
            </a:lvl3pPr>
            <a:lvl4pPr marL="868680" indent="-283464">
              <a:lnSpc>
                <a:spcPct val="120000"/>
              </a:lnSpc>
              <a:spcBef>
                <a:spcPts val="0"/>
              </a:spcBef>
              <a:spcAft>
                <a:spcPts val="600"/>
              </a:spcAft>
              <a:defRPr sz="1800" b="1"/>
            </a:lvl4pPr>
            <a:lvl5pPr marL="1051560" indent="-283464">
              <a:lnSpc>
                <a:spcPct val="120000"/>
              </a:lnSpc>
              <a:spcBef>
                <a:spcPts val="0"/>
              </a:spcBef>
              <a:spcAft>
                <a:spcPts val="600"/>
              </a:spcAft>
              <a:defRPr sz="18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0">
            <a:extLst>
              <a:ext uri="{FF2B5EF4-FFF2-40B4-BE49-F238E27FC236}">
                <a16:creationId xmlns:a16="http://schemas.microsoft.com/office/drawing/2014/main" id="{4152CA30-831A-8375-BB30-3BC996DB9AEB}"/>
              </a:ext>
            </a:extLst>
          </p:cNvPr>
          <p:cNvSpPr>
            <a:spLocks noGrp="1"/>
          </p:cNvSpPr>
          <p:nvPr>
            <p:ph sz="quarter" idx="18" hasCustomPrompt="1"/>
          </p:nvPr>
        </p:nvSpPr>
        <p:spPr>
          <a:xfrm>
            <a:off x="4066468" y="2304733"/>
            <a:ext cx="4972858" cy="3760788"/>
          </a:xfrm>
        </p:spPr>
        <p:txBody>
          <a:bodyPr>
            <a:normAutofit/>
          </a:bodyPr>
          <a:lstStyle>
            <a:lvl1pPr marL="347472" indent="-347472">
              <a:lnSpc>
                <a:spcPct val="120000"/>
              </a:lnSpc>
              <a:spcBef>
                <a:spcPts val="0"/>
              </a:spcBef>
              <a:spcAft>
                <a:spcPts val="600"/>
              </a:spcAft>
              <a:buFont typeface="+mj-lt"/>
              <a:buAutoNum type="arabicPeriod"/>
              <a:defRPr sz="1800" b="0"/>
            </a:lvl1pPr>
            <a:lvl2pPr marL="745236" indent="-347472">
              <a:lnSpc>
                <a:spcPct val="120000"/>
              </a:lnSpc>
              <a:spcBef>
                <a:spcPts val="0"/>
              </a:spcBef>
              <a:spcAft>
                <a:spcPts val="600"/>
              </a:spcAft>
              <a:buFont typeface="+mj-lt"/>
              <a:buAutoNum type="arabicPeriod"/>
              <a:defRPr sz="1800" b="0"/>
            </a:lvl2pPr>
            <a:lvl3pPr marL="1202436" indent="-347472">
              <a:lnSpc>
                <a:spcPct val="120000"/>
              </a:lnSpc>
              <a:spcBef>
                <a:spcPts val="0"/>
              </a:spcBef>
              <a:spcAft>
                <a:spcPts val="600"/>
              </a:spcAft>
              <a:buFont typeface="+mj-lt"/>
              <a:buAutoNum type="arabicPeriod"/>
              <a:defRPr sz="1800" b="0"/>
            </a:lvl3pPr>
            <a:lvl4pPr marL="1659636" indent="-347472">
              <a:lnSpc>
                <a:spcPct val="120000"/>
              </a:lnSpc>
              <a:spcBef>
                <a:spcPts val="0"/>
              </a:spcBef>
              <a:spcAft>
                <a:spcPts val="600"/>
              </a:spcAft>
              <a:buFont typeface="+mj-lt"/>
              <a:buAutoNum type="arabicPeriod"/>
              <a:defRPr sz="1800" b="0"/>
            </a:lvl4pPr>
            <a:lvl5pPr marL="2116836" indent="-347472">
              <a:lnSpc>
                <a:spcPct val="120000"/>
              </a:lnSpc>
              <a:spcBef>
                <a:spcPts val="0"/>
              </a:spcBef>
              <a:spcAft>
                <a:spcPts val="600"/>
              </a:spcAft>
              <a:buFont typeface="+mj-lt"/>
              <a:buAutoNum type="arabicPeriod"/>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5">
            <a:extLst>
              <a:ext uri="{FF2B5EF4-FFF2-40B4-BE49-F238E27FC236}">
                <a16:creationId xmlns:a16="http://schemas.microsoft.com/office/drawing/2014/main" id="{95362880-674E-FD38-9934-5A4AAEB49216}"/>
              </a:ext>
            </a:extLst>
          </p:cNvPr>
          <p:cNvSpPr>
            <a:spLocks noGrp="1"/>
          </p:cNvSpPr>
          <p:nvPr>
            <p:ph type="sldNum" sz="quarter" idx="4"/>
          </p:nvPr>
        </p:nvSpPr>
        <p:spPr>
          <a:xfrm>
            <a:off x="9916160" y="5821679"/>
            <a:ext cx="1948858" cy="129700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85063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E556C0-01A0-755F-2117-1A2AE6158E13}"/>
              </a:ext>
            </a:extLst>
          </p:cNvPr>
          <p:cNvPicPr>
            <a:picLocks noChangeAspect="1"/>
          </p:cNvPicPr>
          <p:nvPr userDrawn="1"/>
        </p:nvPicPr>
        <p:blipFill>
          <a:blip r:embed="rId2"/>
          <a:srcRect/>
          <a:stretch/>
        </p:blipFill>
        <p:spPr>
          <a:xfrm>
            <a:off x="0" y="6470"/>
            <a:ext cx="12192000" cy="6845058"/>
          </a:xfrm>
          <a:prstGeom prst="rect">
            <a:avLst/>
          </a:prstGeom>
        </p:spPr>
      </p:pic>
      <p:sp>
        <p:nvSpPr>
          <p:cNvPr id="2" name="Title 1"/>
          <p:cNvSpPr>
            <a:spLocks noGrp="1"/>
          </p:cNvSpPr>
          <p:nvPr>
            <p:ph type="ctrTitle" hasCustomPrompt="1"/>
          </p:nvPr>
        </p:nvSpPr>
        <p:spPr>
          <a:xfrm>
            <a:off x="6919" y="70439"/>
            <a:ext cx="12178162" cy="3533581"/>
          </a:xfrm>
        </p:spPr>
        <p:txBody>
          <a:bodyPr anchor="b">
            <a:noAutofit/>
          </a:bodyPr>
          <a:lstStyle>
            <a:lvl1pPr algn="ctr">
              <a:defRPr sz="7200" b="1">
                <a:solidFill>
                  <a:schemeClr val="accent6">
                    <a:lumMod val="50000"/>
                  </a:schemeClr>
                </a:solidFill>
              </a:defRPr>
            </a:lvl1pPr>
          </a:lstStyle>
          <a:p>
            <a:r>
              <a:rPr lang="en-US" dirty="0"/>
              <a:t>Click to </a:t>
            </a:r>
            <a:br>
              <a:rPr lang="en-US" dirty="0"/>
            </a:br>
            <a:r>
              <a:rPr lang="en-US" dirty="0"/>
              <a:t>add title</a:t>
            </a:r>
          </a:p>
        </p:txBody>
      </p:sp>
      <p:sp>
        <p:nvSpPr>
          <p:cNvPr id="8" name="Text Placeholder 7">
            <a:extLst>
              <a:ext uri="{FF2B5EF4-FFF2-40B4-BE49-F238E27FC236}">
                <a16:creationId xmlns:a16="http://schemas.microsoft.com/office/drawing/2014/main" id="{97512F2E-49BF-E18A-D886-72AEA30E1D55}"/>
              </a:ext>
            </a:extLst>
          </p:cNvPr>
          <p:cNvSpPr>
            <a:spLocks noGrp="1"/>
          </p:cNvSpPr>
          <p:nvPr>
            <p:ph type="body" sz="quarter" idx="10" hasCustomPrompt="1"/>
          </p:nvPr>
        </p:nvSpPr>
        <p:spPr>
          <a:xfrm>
            <a:off x="1911879" y="3645514"/>
            <a:ext cx="8009681" cy="731838"/>
          </a:xfrm>
          <a:solidFill>
            <a:schemeClr val="accent3">
              <a:lumMod val="60000"/>
              <a:lumOff val="40000"/>
            </a:schemeClr>
          </a:solidFill>
        </p:spPr>
        <p:txBody>
          <a:bodyPr tIns="0" bIns="0" anchor="ctr">
            <a:normAutofit/>
          </a:bodyPr>
          <a:lstStyle>
            <a:lvl1pPr marL="0" indent="0" algn="ctr">
              <a:buNone/>
              <a:defRPr sz="1800" b="1" cap="all" baseline="0">
                <a:solidFill>
                  <a:schemeClr val="accent6">
                    <a:lumMod val="50000"/>
                  </a:schemeClr>
                </a:solidFill>
              </a:defRPr>
            </a:lvl1pPr>
            <a:lvl2pPr marL="457200" indent="0">
              <a:buNone/>
              <a:defRPr cap="all" baseline="0">
                <a:solidFill>
                  <a:schemeClr val="accent6">
                    <a:lumMod val="50000"/>
                  </a:schemeClr>
                </a:solidFill>
              </a:defRPr>
            </a:lvl2pPr>
            <a:lvl3pPr marL="914400" indent="0">
              <a:buNone/>
              <a:defRPr cap="all" baseline="0">
                <a:solidFill>
                  <a:schemeClr val="accent6">
                    <a:lumMod val="50000"/>
                  </a:schemeClr>
                </a:solidFill>
              </a:defRPr>
            </a:lvl3pPr>
            <a:lvl4pPr marL="1371600" indent="0">
              <a:buNone/>
              <a:defRPr cap="all" baseline="0">
                <a:solidFill>
                  <a:schemeClr val="accent6">
                    <a:lumMod val="50000"/>
                  </a:schemeClr>
                </a:solidFill>
              </a:defRPr>
            </a:lvl4pPr>
            <a:lvl5pPr marL="1828800" indent="0">
              <a:buNone/>
              <a:defRPr cap="all" baseline="0">
                <a:solidFill>
                  <a:schemeClr val="accent6">
                    <a:lumMod val="50000"/>
                  </a:schemeClr>
                </a:solidFill>
              </a:defRPr>
            </a:lvl5pPr>
          </a:lstStyle>
          <a:p>
            <a:r>
              <a:rPr lang="en-US" dirty="0"/>
              <a:t>Add subtitle</a:t>
            </a:r>
          </a:p>
        </p:txBody>
      </p:sp>
      <p:sp>
        <p:nvSpPr>
          <p:cNvPr id="9" name="Text Placeholder 8">
            <a:extLst>
              <a:ext uri="{FF2B5EF4-FFF2-40B4-BE49-F238E27FC236}">
                <a16:creationId xmlns:a16="http://schemas.microsoft.com/office/drawing/2014/main" id="{D9AB62AB-B562-C5FF-87CB-C3F72C70AEC4}"/>
              </a:ext>
            </a:extLst>
          </p:cNvPr>
          <p:cNvSpPr>
            <a:spLocks noGrp="1"/>
          </p:cNvSpPr>
          <p:nvPr>
            <p:ph type="body" sz="quarter" idx="11" hasCustomPrompt="1"/>
          </p:nvPr>
        </p:nvSpPr>
        <p:spPr>
          <a:xfrm>
            <a:off x="1809750" y="4826000"/>
            <a:ext cx="4001770" cy="590174"/>
          </a:xfrm>
        </p:spPr>
        <p:txBody>
          <a:bodyPr>
            <a:normAutofit/>
          </a:bodyPr>
          <a:lstStyle>
            <a:lvl1pPr marL="0" indent="0">
              <a:buNone/>
              <a:defRPr sz="1800" b="1">
                <a:solidFill>
                  <a:schemeClr val="accent6">
                    <a:lumMod val="50000"/>
                  </a:schemeClr>
                </a:solidFill>
              </a:defRPr>
            </a:lvl1pPr>
            <a:lvl2pPr marL="457200" indent="0">
              <a:buNone/>
              <a:defRPr>
                <a:solidFill>
                  <a:schemeClr val="accent6">
                    <a:lumMod val="50000"/>
                  </a:schemeClr>
                </a:solidFill>
              </a:defRPr>
            </a:lvl2pPr>
            <a:lvl3pPr marL="914400" indent="0">
              <a:buNone/>
              <a:defRPr>
                <a:solidFill>
                  <a:schemeClr val="accent6">
                    <a:lumMod val="50000"/>
                  </a:schemeClr>
                </a:solidFill>
              </a:defRPr>
            </a:lvl3pPr>
            <a:lvl4pPr marL="1371600" indent="0">
              <a:buNone/>
              <a:defRPr>
                <a:solidFill>
                  <a:schemeClr val="accent6">
                    <a:lumMod val="50000"/>
                  </a:schemeClr>
                </a:solidFill>
              </a:defRPr>
            </a:lvl4pPr>
            <a:lvl5pPr marL="1828800" indent="0">
              <a:buNone/>
              <a:defRPr>
                <a:solidFill>
                  <a:schemeClr val="accent6">
                    <a:lumMod val="50000"/>
                  </a:schemeClr>
                </a:solidFill>
              </a:defRPr>
            </a:lvl5pPr>
          </a:lstStyle>
          <a:p>
            <a:pPr lvl="0"/>
            <a:r>
              <a:rPr lang="en-US" dirty="0"/>
              <a:t>Click to add text</a:t>
            </a:r>
          </a:p>
        </p:txBody>
      </p:sp>
      <p:sp>
        <p:nvSpPr>
          <p:cNvPr id="12" name="Text Placeholder 8">
            <a:extLst>
              <a:ext uri="{FF2B5EF4-FFF2-40B4-BE49-F238E27FC236}">
                <a16:creationId xmlns:a16="http://schemas.microsoft.com/office/drawing/2014/main" id="{DF0E5B37-CF3B-656F-77B2-E3393E957607}"/>
              </a:ext>
            </a:extLst>
          </p:cNvPr>
          <p:cNvSpPr>
            <a:spLocks noGrp="1"/>
          </p:cNvSpPr>
          <p:nvPr>
            <p:ph type="body" sz="quarter" idx="12" hasCustomPrompt="1"/>
          </p:nvPr>
        </p:nvSpPr>
        <p:spPr>
          <a:xfrm>
            <a:off x="5877560" y="4826000"/>
            <a:ext cx="4001770" cy="590174"/>
          </a:xfrm>
        </p:spPr>
        <p:txBody>
          <a:bodyPr>
            <a:normAutofit/>
          </a:bodyPr>
          <a:lstStyle>
            <a:lvl1pPr marL="0" indent="0" algn="r">
              <a:buNone/>
              <a:defRPr sz="1800" b="1">
                <a:solidFill>
                  <a:schemeClr val="accent6">
                    <a:lumMod val="50000"/>
                  </a:schemeClr>
                </a:solidFill>
              </a:defRPr>
            </a:lvl1pPr>
            <a:lvl2pPr marL="457200" indent="0">
              <a:buNone/>
              <a:defRPr>
                <a:solidFill>
                  <a:schemeClr val="accent6">
                    <a:lumMod val="50000"/>
                  </a:schemeClr>
                </a:solidFill>
              </a:defRPr>
            </a:lvl2pPr>
            <a:lvl3pPr marL="914400" indent="0">
              <a:buNone/>
              <a:defRPr>
                <a:solidFill>
                  <a:schemeClr val="accent6">
                    <a:lumMod val="50000"/>
                  </a:schemeClr>
                </a:solidFill>
              </a:defRPr>
            </a:lvl3pPr>
            <a:lvl4pPr marL="1371600" indent="0">
              <a:buNone/>
              <a:defRPr>
                <a:solidFill>
                  <a:schemeClr val="accent6">
                    <a:lumMod val="50000"/>
                  </a:schemeClr>
                </a:solidFill>
              </a:defRPr>
            </a:lvl4pPr>
            <a:lvl5pPr marL="1828800" indent="0">
              <a:buNone/>
              <a:defRPr>
                <a:solidFill>
                  <a:schemeClr val="accent6">
                    <a:lumMod val="50000"/>
                  </a:schemeClr>
                </a:solidFill>
              </a:defRPr>
            </a:lvl5pPr>
          </a:lstStyle>
          <a:p>
            <a:pPr lvl="0"/>
            <a:r>
              <a:rPr lang="en-US" dirty="0"/>
              <a:t>Click to add text</a:t>
            </a:r>
          </a:p>
        </p:txBody>
      </p:sp>
    </p:spTree>
    <p:extLst>
      <p:ext uri="{BB962C8B-B14F-4D97-AF65-F5344CB8AC3E}">
        <p14:creationId xmlns:p14="http://schemas.microsoft.com/office/powerpoint/2010/main" val="1292334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0" name="Picture 8">
            <a:extLst>
              <a:ext uri="{FF2B5EF4-FFF2-40B4-BE49-F238E27FC236}">
                <a16:creationId xmlns:a16="http://schemas.microsoft.com/office/drawing/2014/main" id="{07BDF2BC-0745-E548-2C4E-C6BA53E367C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77057" y="451406"/>
            <a:ext cx="11246207"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980789" y="1193716"/>
            <a:ext cx="10149840" cy="738784"/>
          </a:xfrm>
          <a:solidFill>
            <a:schemeClr val="accent3">
              <a:lumMod val="60000"/>
              <a:lumOff val="40000"/>
            </a:schemeClr>
          </a:solidFill>
        </p:spPr>
        <p:txBody>
          <a:bodyPr tIns="0" bIns="0" anchor="ctr">
            <a:noAutofit/>
          </a:bodyPr>
          <a:lstStyle>
            <a:lvl1pPr algn="ctr">
              <a:defRPr sz="1800" b="1">
                <a:solidFill>
                  <a:schemeClr val="accent6">
                    <a:lumMod val="50000"/>
                  </a:schemeClr>
                </a:solidFill>
              </a:defRPr>
            </a:lvl1pPr>
          </a:lstStyle>
          <a:p>
            <a:r>
              <a:rPr lang="en-US" dirty="0"/>
              <a:t>Click to add title</a:t>
            </a:r>
          </a:p>
        </p:txBody>
      </p:sp>
      <p:sp>
        <p:nvSpPr>
          <p:cNvPr id="11" name="Rectangle 10">
            <a:extLst>
              <a:ext uri="{FF2B5EF4-FFF2-40B4-BE49-F238E27FC236}">
                <a16:creationId xmlns:a16="http://schemas.microsoft.com/office/drawing/2014/main" id="{910CFB7E-7B45-8CA9-6B42-9FE063623C1C}"/>
              </a:ext>
              <a:ext uri="{C183D7F6-B498-43B3-948B-1728B52AA6E4}">
                <adec:decorative xmlns:adec="http://schemas.microsoft.com/office/drawing/2017/decorative" val="1"/>
              </a:ext>
            </a:extLst>
          </p:cNvPr>
          <p:cNvSpPr/>
          <p:nvPr userDrawn="1"/>
        </p:nvSpPr>
        <p:spPr>
          <a:xfrm>
            <a:off x="0" y="1"/>
            <a:ext cx="474562" cy="3155372"/>
          </a:xfrm>
          <a:prstGeom prst="rect">
            <a:avLst/>
          </a:prstGeom>
          <a:gradFill>
            <a:gsLst>
              <a:gs pos="0">
                <a:schemeClr val="accent4">
                  <a:alpha val="0"/>
                </a:schemeClr>
              </a:gs>
              <a:gs pos="100000">
                <a:schemeClr val="accent3">
                  <a:lumMod val="60000"/>
                  <a:lumOff val="40000"/>
                  <a:alpha val="8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ACA21F3B-AA5B-C4FE-C298-92D1BDABA50A}"/>
              </a:ext>
              <a:ext uri="{C183D7F6-B498-43B3-948B-1728B52AA6E4}">
                <adec:decorative xmlns:adec="http://schemas.microsoft.com/office/drawing/2017/decorative" val="1"/>
              </a:ext>
            </a:extLst>
          </p:cNvPr>
          <p:cNvSpPr/>
          <p:nvPr userDrawn="1"/>
        </p:nvSpPr>
        <p:spPr>
          <a:xfrm>
            <a:off x="11723264" y="47289"/>
            <a:ext cx="461817" cy="6826102"/>
          </a:xfrm>
          <a:prstGeom prst="rect">
            <a:avLst/>
          </a:prstGeom>
          <a:gradFill>
            <a:gsLst>
              <a:gs pos="0">
                <a:schemeClr val="accent4">
                  <a:alpha val="0"/>
                </a:schemeClr>
              </a:gs>
              <a:gs pos="100000">
                <a:schemeClr val="accent3">
                  <a:lumMod val="60000"/>
                  <a:lumOff val="40000"/>
                  <a:alpha val="8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19360" y="5750559"/>
            <a:ext cx="1745658" cy="136812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633934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0" name="Picture 8">
            <a:extLst>
              <a:ext uri="{FF2B5EF4-FFF2-40B4-BE49-F238E27FC236}">
                <a16:creationId xmlns:a16="http://schemas.microsoft.com/office/drawing/2014/main" id="{07BDF2BC-0745-E548-2C4E-C6BA53E367C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CBDDD91-3F26-FF90-D1D4-3CCE786C792B}"/>
              </a:ext>
              <a:ext uri="{C183D7F6-B498-43B3-948B-1728B52AA6E4}">
                <adec:decorative xmlns:adec="http://schemas.microsoft.com/office/drawing/2017/decorative" val="1"/>
              </a:ext>
            </a:extLst>
          </p:cNvPr>
          <p:cNvSpPr/>
          <p:nvPr userDrawn="1"/>
        </p:nvSpPr>
        <p:spPr>
          <a:xfrm>
            <a:off x="477057" y="451406"/>
            <a:ext cx="11246207" cy="5966285"/>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10CFB7E-7B45-8CA9-6B42-9FE063623C1C}"/>
              </a:ext>
              <a:ext uri="{C183D7F6-B498-43B3-948B-1728B52AA6E4}">
                <adec:decorative xmlns:adec="http://schemas.microsoft.com/office/drawing/2017/decorative" val="1"/>
              </a:ext>
            </a:extLst>
          </p:cNvPr>
          <p:cNvSpPr/>
          <p:nvPr userDrawn="1"/>
        </p:nvSpPr>
        <p:spPr>
          <a:xfrm>
            <a:off x="0" y="1"/>
            <a:ext cx="474562" cy="3155372"/>
          </a:xfrm>
          <a:prstGeom prst="rect">
            <a:avLst/>
          </a:prstGeom>
          <a:gradFill>
            <a:gsLst>
              <a:gs pos="0">
                <a:schemeClr val="accent4">
                  <a:alpha val="0"/>
                </a:schemeClr>
              </a:gs>
              <a:gs pos="100000">
                <a:schemeClr val="accent3">
                  <a:lumMod val="60000"/>
                  <a:lumOff val="40000"/>
                  <a:alpha val="8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ACA21F3B-AA5B-C4FE-C298-92D1BDABA50A}"/>
              </a:ext>
              <a:ext uri="{C183D7F6-B498-43B3-948B-1728B52AA6E4}">
                <adec:decorative xmlns:adec="http://schemas.microsoft.com/office/drawing/2017/decorative" val="1"/>
              </a:ext>
            </a:extLst>
          </p:cNvPr>
          <p:cNvSpPr/>
          <p:nvPr userDrawn="1"/>
        </p:nvSpPr>
        <p:spPr>
          <a:xfrm>
            <a:off x="11723264" y="47289"/>
            <a:ext cx="461817" cy="6826102"/>
          </a:xfrm>
          <a:prstGeom prst="rect">
            <a:avLst/>
          </a:prstGeom>
          <a:gradFill>
            <a:gsLst>
              <a:gs pos="0">
                <a:schemeClr val="accent4">
                  <a:alpha val="0"/>
                </a:schemeClr>
              </a:gs>
              <a:gs pos="100000">
                <a:schemeClr val="accent3">
                  <a:lumMod val="60000"/>
                  <a:lumOff val="40000"/>
                  <a:alpha val="8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Slide Number Placeholder 5">
            <a:extLst>
              <a:ext uri="{FF2B5EF4-FFF2-40B4-BE49-F238E27FC236}">
                <a16:creationId xmlns:a16="http://schemas.microsoft.com/office/drawing/2014/main" id="{4E2E9E07-A868-5C25-18ED-AE09DE213627}"/>
              </a:ext>
            </a:extLst>
          </p:cNvPr>
          <p:cNvSpPr>
            <a:spLocks noGrp="1"/>
          </p:cNvSpPr>
          <p:nvPr>
            <p:ph type="sldNum" sz="quarter" idx="4"/>
          </p:nvPr>
        </p:nvSpPr>
        <p:spPr>
          <a:xfrm>
            <a:off x="10119360" y="5750559"/>
            <a:ext cx="1745658" cy="1368123"/>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06084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763867"/>
            <a:ext cx="10820400" cy="1293028"/>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9" name="Slide Number Placeholder 5">
            <a:extLst>
              <a:ext uri="{FF2B5EF4-FFF2-40B4-BE49-F238E27FC236}">
                <a16:creationId xmlns:a16="http://schemas.microsoft.com/office/drawing/2014/main" id="{07853FA9-5039-030A-0DE6-246C9F50ABF0}"/>
              </a:ext>
            </a:extLst>
          </p:cNvPr>
          <p:cNvSpPr>
            <a:spLocks noGrp="1"/>
          </p:cNvSpPr>
          <p:nvPr>
            <p:ph type="sldNum" sz="quarter" idx="4"/>
          </p:nvPr>
        </p:nvSpPr>
        <p:spPr>
          <a:xfrm>
            <a:off x="9121818" y="5571597"/>
            <a:ext cx="2743200" cy="1547086"/>
          </a:xfrm>
          <a:prstGeom prst="rect">
            <a:avLst/>
          </a:prstGeom>
        </p:spPr>
        <p:txBody>
          <a:bodyPr vert="horz" lIns="0" tIns="0" rIns="0" bIns="0" rtlCol="0" anchor="b" anchorCtr="0"/>
          <a:lstStyle>
            <a:lvl1pPr algn="r">
              <a:lnSpc>
                <a:spcPct val="80000"/>
              </a:lnSpc>
              <a:defRPr sz="8900" b="1" spc="-300" baseline="0">
                <a:solidFill>
                  <a:schemeClr val="accent6">
                    <a:lumMod val="50000"/>
                  </a:schemeClr>
                </a:solidFill>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51" r:id="rId1"/>
    <p:sldLayoutId id="2147483652" r:id="rId2"/>
    <p:sldLayoutId id="2147483679" r:id="rId3"/>
    <p:sldLayoutId id="2147483653" r:id="rId4"/>
    <p:sldLayoutId id="2147483657" r:id="rId5"/>
    <p:sldLayoutId id="2147483681" r:id="rId6"/>
    <p:sldLayoutId id="2147483680" r:id="rId7"/>
    <p:sldLayoutId id="2147483662" r:id="rId8"/>
    <p:sldLayoutId id="2147483683" r:id="rId9"/>
    <p:sldLayoutId id="2147483684" r:id="rId10"/>
    <p:sldLayoutId id="2147483654" r:id="rId11"/>
    <p:sldLayoutId id="2147483667" r:id="rId12"/>
    <p:sldLayoutId id="2147483665" r:id="rId13"/>
    <p:sldLayoutId id="2147483685" r:id="rId14"/>
    <p:sldLayoutId id="2147483686" r:id="rId15"/>
  </p:sldLayoutIdLst>
  <p:hf sldNum="0" hdr="0" ftr="0" dt="0"/>
  <p:txStyles>
    <p:titleStyle>
      <a:lvl1pPr algn="l" defTabSz="914400" rtl="0" eaLnBrk="1" latinLnBrk="0" hangingPunct="1">
        <a:lnSpc>
          <a:spcPct val="90000"/>
        </a:lnSpc>
        <a:spcBef>
          <a:spcPct val="0"/>
        </a:spcBef>
        <a:buNone/>
        <a:defRPr sz="4000" kern="1200" cap="all" baseline="0">
          <a:solidFill>
            <a:schemeClr val="accent6">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accent6">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accent6">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accent6">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cleveland.edu/blog-post/~post/seeking-student-success-dont-let-college-stress-bring-you-down-20211127/" TargetMode="External"/><Relationship Id="rId2" Type="http://schemas.openxmlformats.org/officeDocument/2006/relationships/image" Target="../media/image10.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26165F-7820-1D40-988A-76F18A38F717}"/>
              </a:ext>
            </a:extLst>
          </p:cNvPr>
          <p:cNvSpPr>
            <a:spLocks noGrp="1"/>
          </p:cNvSpPr>
          <p:nvPr>
            <p:ph type="ctrTitle"/>
          </p:nvPr>
        </p:nvSpPr>
        <p:spPr>
          <a:xfrm>
            <a:off x="495300" y="1529698"/>
            <a:ext cx="11201400" cy="3110584"/>
          </a:xfrm>
        </p:spPr>
        <p:txBody>
          <a:bodyPr/>
          <a:lstStyle/>
          <a:p>
            <a:r>
              <a:rPr lang="en-US" dirty="0"/>
              <a:t>Health psychology: Challenges for the future</a:t>
            </a:r>
            <a:endParaRPr lang="en-US" b="1" dirty="0"/>
          </a:p>
        </p:txBody>
      </p:sp>
    </p:spTree>
    <p:extLst>
      <p:ext uri="{BB962C8B-B14F-4D97-AF65-F5344CB8AC3E}">
        <p14:creationId xmlns:p14="http://schemas.microsoft.com/office/powerpoint/2010/main" val="2352708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99461F-2879-7104-802F-1CCB42F2DEF9}"/>
              </a:ext>
            </a:extLst>
          </p:cNvPr>
          <p:cNvSpPr>
            <a:spLocks noGrp="1"/>
          </p:cNvSpPr>
          <p:nvPr>
            <p:ph type="ctrTitle"/>
          </p:nvPr>
        </p:nvSpPr>
        <p:spPr/>
        <p:txBody>
          <a:bodyPr/>
          <a:lstStyle/>
          <a:p>
            <a:r>
              <a:rPr lang="en-US" sz="3200" dirty="0"/>
              <a:t>Agenda</a:t>
            </a:r>
          </a:p>
        </p:txBody>
      </p:sp>
      <p:sp>
        <p:nvSpPr>
          <p:cNvPr id="5" name="Content Placeholder 4">
            <a:extLst>
              <a:ext uri="{FF2B5EF4-FFF2-40B4-BE49-F238E27FC236}">
                <a16:creationId xmlns:a16="http://schemas.microsoft.com/office/drawing/2014/main" id="{E9C9AF4C-BF1D-6EF4-5999-AAEBBD5E5CB2}"/>
              </a:ext>
            </a:extLst>
          </p:cNvPr>
          <p:cNvSpPr>
            <a:spLocks noGrp="1"/>
          </p:cNvSpPr>
          <p:nvPr>
            <p:ph sz="quarter" idx="14"/>
          </p:nvPr>
        </p:nvSpPr>
        <p:spPr/>
        <p:txBody>
          <a:bodyPr/>
          <a:lstStyle/>
          <a:p>
            <a:pPr marL="285750" indent="-285750">
              <a:buFont typeface="Arial" panose="020B0604020202020204" pitchFamily="34" charset="0"/>
              <a:buChar char="•"/>
            </a:pPr>
            <a:r>
              <a:rPr lang="en-US" dirty="0"/>
              <a:t>Health Promotion</a:t>
            </a:r>
          </a:p>
          <a:p>
            <a:pPr marL="285750" indent="-285750">
              <a:buFont typeface="Arial" panose="020B0604020202020204" pitchFamily="34" charset="0"/>
              <a:buChar char="•"/>
            </a:pPr>
            <a:r>
              <a:rPr lang="en-US" dirty="0"/>
              <a:t>Stress and Its Management</a:t>
            </a:r>
          </a:p>
          <a:p>
            <a:pPr marL="285750" indent="-285750">
              <a:buFont typeface="Arial" panose="020B0604020202020204" pitchFamily="34" charset="0"/>
              <a:buChar char="•"/>
            </a:pPr>
            <a:r>
              <a:rPr lang="en-US" dirty="0"/>
              <a:t>Health Services</a:t>
            </a:r>
          </a:p>
          <a:p>
            <a:pPr marL="285750" indent="-285750">
              <a:buFont typeface="Arial" panose="020B0604020202020204" pitchFamily="34" charset="0"/>
              <a:buChar char="•"/>
            </a:pPr>
            <a:r>
              <a:rPr lang="en-US" dirty="0"/>
              <a:t>Management of Serious Illness</a:t>
            </a:r>
          </a:p>
          <a:p>
            <a:pPr marL="285750" indent="-285750">
              <a:buFont typeface="Arial" panose="020B0604020202020204" pitchFamily="34" charset="0"/>
              <a:buChar char="•"/>
            </a:pPr>
            <a:r>
              <a:rPr lang="en-US" dirty="0"/>
              <a:t>Trends in Health and Health Psychology</a:t>
            </a:r>
          </a:p>
          <a:p>
            <a:pPr marL="285750" indent="-285750">
              <a:buFont typeface="Arial" panose="020B0604020202020204" pitchFamily="34" charset="0"/>
              <a:buChar char="•"/>
            </a:pPr>
            <a:r>
              <a:rPr lang="en-US" dirty="0"/>
              <a:t>Becoming a Health Psychologist</a:t>
            </a:r>
          </a:p>
        </p:txBody>
      </p:sp>
    </p:spTree>
    <p:extLst>
      <p:ext uri="{BB962C8B-B14F-4D97-AF65-F5344CB8AC3E}">
        <p14:creationId xmlns:p14="http://schemas.microsoft.com/office/powerpoint/2010/main" val="1889671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CE89-E201-FECF-E46C-F1791CC964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5B3137-D804-DD73-A668-2BE984E4A99C}"/>
              </a:ext>
            </a:extLst>
          </p:cNvPr>
          <p:cNvSpPr>
            <a:spLocks noGrp="1"/>
          </p:cNvSpPr>
          <p:nvPr>
            <p:ph type="ctrTitle"/>
          </p:nvPr>
        </p:nvSpPr>
        <p:spPr/>
        <p:txBody>
          <a:bodyPr/>
          <a:lstStyle/>
          <a:p>
            <a:r>
              <a:rPr lang="en-US" sz="2800" dirty="0"/>
              <a:t>Health Promotion</a:t>
            </a:r>
          </a:p>
        </p:txBody>
      </p:sp>
      <p:sp>
        <p:nvSpPr>
          <p:cNvPr id="5" name="Content Placeholder 4">
            <a:extLst>
              <a:ext uri="{FF2B5EF4-FFF2-40B4-BE49-F238E27FC236}">
                <a16:creationId xmlns:a16="http://schemas.microsoft.com/office/drawing/2014/main" id="{A1DDF00D-84E9-692B-7703-92798F280B69}"/>
              </a:ext>
            </a:extLst>
          </p:cNvPr>
          <p:cNvSpPr>
            <a:spLocks noGrp="1"/>
          </p:cNvSpPr>
          <p:nvPr>
            <p:ph sz="quarter" idx="4294967295"/>
          </p:nvPr>
        </p:nvSpPr>
        <p:spPr>
          <a:xfrm>
            <a:off x="870320" y="2160361"/>
            <a:ext cx="10451360" cy="3997325"/>
          </a:xfrm>
        </p:spPr>
        <p:txBody>
          <a:bodyPr>
            <a:normAutofit lnSpcReduction="10000"/>
          </a:bodyPr>
          <a:lstStyle/>
          <a:p>
            <a:pPr marL="285750" indent="-285750">
              <a:buFont typeface="Arial" panose="020B0604020202020204" pitchFamily="34" charset="0"/>
              <a:buChar char="•"/>
            </a:pPr>
            <a:r>
              <a:rPr lang="en-US" sz="2400" b="1" dirty="0"/>
              <a:t>Behavioral immunization </a:t>
            </a:r>
            <a:r>
              <a:rPr lang="en-US" sz="2400" b="0" dirty="0"/>
              <a:t>– the use of targeted educational programs that are delivered before or during windows of vulnerability </a:t>
            </a:r>
          </a:p>
          <a:p>
            <a:pPr marL="569214" lvl="1"/>
            <a:r>
              <a:rPr lang="en-US" sz="2400" dirty="0"/>
              <a:t>Ex: programs for smoking, drug use, and eating disorders in grade school/ high school</a:t>
            </a:r>
            <a:endParaRPr lang="en-US" sz="2400" b="0" dirty="0"/>
          </a:p>
          <a:p>
            <a:pPr marL="285750" indent="-285750">
              <a:buFont typeface="Arial" panose="020B0604020202020204" pitchFamily="34" charset="0"/>
              <a:buChar char="•"/>
            </a:pPr>
            <a:r>
              <a:rPr lang="en-US" sz="2400" b="0" dirty="0"/>
              <a:t>Goal for future: promote resilience, increase the maintenance of holistic health, and shift the focus from mortality to morbidity</a:t>
            </a:r>
          </a:p>
          <a:p>
            <a:pPr marL="285750" indent="-285750">
              <a:buFont typeface="Arial" panose="020B0604020202020204" pitchFamily="34" charset="0"/>
              <a:buChar char="•"/>
            </a:pPr>
            <a:r>
              <a:rPr lang="en-US" sz="2400" b="0" dirty="0"/>
              <a:t>Programs should focus on at-risk populations, to reduce health disparities </a:t>
            </a:r>
          </a:p>
          <a:p>
            <a:pPr marL="569214" lvl="1"/>
            <a:r>
              <a:rPr lang="en-US" sz="2400" dirty="0"/>
              <a:t>These include: lower SES households, children and older adults, and certain ethnicities (depending on health behavior)</a:t>
            </a:r>
            <a:endParaRPr lang="en-US" sz="2400" b="0" dirty="0"/>
          </a:p>
        </p:txBody>
      </p:sp>
    </p:spTree>
    <p:extLst>
      <p:ext uri="{BB962C8B-B14F-4D97-AF65-F5344CB8AC3E}">
        <p14:creationId xmlns:p14="http://schemas.microsoft.com/office/powerpoint/2010/main" val="4116572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CED57A-5CC1-00F0-A185-D6807217EBAE}"/>
              </a:ext>
            </a:extLst>
          </p:cNvPr>
          <p:cNvSpPr>
            <a:spLocks noGrp="1"/>
          </p:cNvSpPr>
          <p:nvPr>
            <p:ph type="ctrTitle"/>
          </p:nvPr>
        </p:nvSpPr>
        <p:spPr/>
        <p:txBody>
          <a:bodyPr/>
          <a:lstStyle/>
          <a:p>
            <a:r>
              <a:rPr lang="en-US" sz="2800" dirty="0"/>
              <a:t>What’s needed in Health Promotion</a:t>
            </a:r>
          </a:p>
        </p:txBody>
      </p:sp>
      <p:sp>
        <p:nvSpPr>
          <p:cNvPr id="5" name="Content Placeholder 4">
            <a:extLst>
              <a:ext uri="{FF2B5EF4-FFF2-40B4-BE49-F238E27FC236}">
                <a16:creationId xmlns:a16="http://schemas.microsoft.com/office/drawing/2014/main" id="{79377242-34EA-B169-7C38-360B8F6CC73D}"/>
              </a:ext>
            </a:extLst>
          </p:cNvPr>
          <p:cNvSpPr>
            <a:spLocks noGrp="1"/>
          </p:cNvSpPr>
          <p:nvPr>
            <p:ph sz="quarter" idx="15"/>
          </p:nvPr>
        </p:nvSpPr>
        <p:spPr>
          <a:xfrm>
            <a:off x="3165475" y="2072641"/>
            <a:ext cx="8237726" cy="3997960"/>
          </a:xfrm>
        </p:spPr>
        <p:txBody>
          <a:bodyPr>
            <a:normAutofit lnSpcReduction="10000"/>
          </a:bodyPr>
          <a:lstStyle/>
          <a:p>
            <a:pPr marL="285750" indent="-285750">
              <a:buFont typeface="Arial" panose="020B0604020202020204" pitchFamily="34" charset="0"/>
              <a:buChar char="•"/>
            </a:pPr>
            <a:r>
              <a:rPr lang="en-US" sz="2400" b="0" dirty="0"/>
              <a:t>Better avenues for identifying and helping at-risk populations, to bridge the health disparities gap</a:t>
            </a:r>
          </a:p>
          <a:p>
            <a:pPr marL="285750" indent="-285750">
              <a:buFont typeface="Arial" panose="020B0604020202020204" pitchFamily="34" charset="0"/>
              <a:buChar char="•"/>
            </a:pPr>
            <a:r>
              <a:rPr lang="en-US" sz="2400" b="0" dirty="0"/>
              <a:t>A diagnostics process for shaping preventive health behaviors</a:t>
            </a:r>
          </a:p>
          <a:p>
            <a:pPr marL="285750" indent="-285750">
              <a:buFont typeface="Arial" panose="020B0604020202020204" pitchFamily="34" charset="0"/>
              <a:buChar char="•"/>
            </a:pPr>
            <a:r>
              <a:rPr lang="en-US" sz="2400" b="0" dirty="0"/>
              <a:t>Ways to improve long-term adherence to behavioral changes</a:t>
            </a:r>
          </a:p>
          <a:p>
            <a:pPr marL="285750" indent="-285750">
              <a:buFont typeface="Arial" panose="020B0604020202020204" pitchFamily="34" charset="0"/>
              <a:buChar char="•"/>
            </a:pPr>
            <a:r>
              <a:rPr lang="en-US" sz="2400" b="0" dirty="0"/>
              <a:t>Avenues for reducing stress as part of health promotion</a:t>
            </a:r>
          </a:p>
          <a:p>
            <a:pPr marL="285750" indent="-285750">
              <a:buFont typeface="Arial" panose="020B0604020202020204" pitchFamily="34" charset="0"/>
              <a:buChar char="•"/>
            </a:pPr>
            <a:endParaRPr lang="en-US" sz="2400" b="0" dirty="0"/>
          </a:p>
        </p:txBody>
      </p:sp>
    </p:spTree>
    <p:extLst>
      <p:ext uri="{BB962C8B-B14F-4D97-AF65-F5344CB8AC3E}">
        <p14:creationId xmlns:p14="http://schemas.microsoft.com/office/powerpoint/2010/main" val="1222251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0D0B4-58CF-9B21-3A77-AEDE25B074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ADA91A-0AFE-73F3-1AE8-234A6E9077E0}"/>
              </a:ext>
            </a:extLst>
          </p:cNvPr>
          <p:cNvSpPr>
            <a:spLocks noGrp="1"/>
          </p:cNvSpPr>
          <p:nvPr>
            <p:ph type="ctrTitle"/>
          </p:nvPr>
        </p:nvSpPr>
        <p:spPr/>
        <p:txBody>
          <a:bodyPr/>
          <a:lstStyle/>
          <a:p>
            <a:r>
              <a:rPr lang="en-US" sz="2800" dirty="0"/>
              <a:t>Stress and its Management</a:t>
            </a:r>
          </a:p>
        </p:txBody>
      </p:sp>
      <p:sp>
        <p:nvSpPr>
          <p:cNvPr id="5" name="Content Placeholder 4">
            <a:extLst>
              <a:ext uri="{FF2B5EF4-FFF2-40B4-BE49-F238E27FC236}">
                <a16:creationId xmlns:a16="http://schemas.microsoft.com/office/drawing/2014/main" id="{2BDA8981-80F4-1ACE-3C6E-19EACEF177EB}"/>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Over the last 2-3 decades, we have learned how deeply intertwined stress is with health outcomes, but we still don’t fully understand how</a:t>
            </a:r>
          </a:p>
          <a:p>
            <a:pPr marL="285750" indent="-285750">
              <a:buFont typeface="Arial" panose="020B0604020202020204" pitchFamily="34" charset="0"/>
              <a:buChar char="•"/>
            </a:pPr>
            <a:r>
              <a:rPr lang="en-US" sz="2400" dirty="0"/>
              <a:t>Past stress research samples have been disproportionately focused on White men, but there is preliminary evidence to show that other populations may have higher levels of stress, or different relationships with stress</a:t>
            </a:r>
          </a:p>
          <a:p>
            <a:pPr marL="285750" indent="-285750">
              <a:buFont typeface="Arial" panose="020B0604020202020204" pitchFamily="34" charset="0"/>
              <a:buChar char="•"/>
            </a:pPr>
            <a:r>
              <a:rPr lang="en-US" sz="2400" dirty="0"/>
              <a:t>There is a shift in focus towards social support as a way to combat stress</a:t>
            </a:r>
            <a:endParaRPr lang="en-US" sz="2400" b="0" dirty="0"/>
          </a:p>
        </p:txBody>
      </p:sp>
    </p:spTree>
    <p:extLst>
      <p:ext uri="{BB962C8B-B14F-4D97-AF65-F5344CB8AC3E}">
        <p14:creationId xmlns:p14="http://schemas.microsoft.com/office/powerpoint/2010/main" val="2136728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3A555-57FF-B4A8-7732-63B4367B19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2B0015-0A1D-8AC0-3418-0B0D5F622DBE}"/>
              </a:ext>
            </a:extLst>
          </p:cNvPr>
          <p:cNvSpPr>
            <a:spLocks noGrp="1"/>
          </p:cNvSpPr>
          <p:nvPr>
            <p:ph type="ctrTitle"/>
          </p:nvPr>
        </p:nvSpPr>
        <p:spPr/>
        <p:txBody>
          <a:bodyPr/>
          <a:lstStyle/>
          <a:p>
            <a:r>
              <a:rPr lang="en-US" sz="2800" dirty="0"/>
              <a:t>What’s needed in stress Research</a:t>
            </a:r>
          </a:p>
        </p:txBody>
      </p:sp>
      <p:sp>
        <p:nvSpPr>
          <p:cNvPr id="5" name="Content Placeholder 4">
            <a:extLst>
              <a:ext uri="{FF2B5EF4-FFF2-40B4-BE49-F238E27FC236}">
                <a16:creationId xmlns:a16="http://schemas.microsoft.com/office/drawing/2014/main" id="{DEEA45ED-6B6C-883A-0C3C-63111C2C8D1E}"/>
              </a:ext>
            </a:extLst>
          </p:cNvPr>
          <p:cNvSpPr>
            <a:spLocks noGrp="1"/>
          </p:cNvSpPr>
          <p:nvPr>
            <p:ph sz="quarter" idx="15"/>
          </p:nvPr>
        </p:nvSpPr>
        <p:spPr>
          <a:xfrm>
            <a:off x="3165475" y="2072641"/>
            <a:ext cx="8237726" cy="3997960"/>
          </a:xfrm>
        </p:spPr>
        <p:txBody>
          <a:bodyPr>
            <a:normAutofit lnSpcReduction="10000"/>
          </a:bodyPr>
          <a:lstStyle/>
          <a:p>
            <a:pPr marL="285750" indent="-285750">
              <a:buFont typeface="Arial" panose="020B0604020202020204" pitchFamily="34" charset="0"/>
              <a:buChar char="•"/>
            </a:pPr>
            <a:r>
              <a:rPr lang="en-US" sz="2400" b="0" dirty="0"/>
              <a:t>A better understanding of the neurophysiology of how stress impacts health</a:t>
            </a:r>
          </a:p>
          <a:p>
            <a:pPr marL="285750" indent="-285750">
              <a:buFont typeface="Arial" panose="020B0604020202020204" pitchFamily="34" charset="0"/>
              <a:buChar char="•"/>
            </a:pPr>
            <a:r>
              <a:rPr lang="en-US" sz="2400" b="0" dirty="0"/>
              <a:t>Research across multiple demographics to understand the different relationships with stress</a:t>
            </a:r>
          </a:p>
          <a:p>
            <a:pPr marL="285750" indent="-285750">
              <a:buFont typeface="Arial" panose="020B0604020202020204" pitchFamily="34" charset="0"/>
              <a:buChar char="•"/>
            </a:pPr>
            <a:r>
              <a:rPr lang="en-US" sz="2400" b="0" dirty="0"/>
              <a:t>Better interventions to target stress</a:t>
            </a:r>
          </a:p>
          <a:p>
            <a:pPr marL="285750" indent="-285750">
              <a:buFont typeface="Arial" panose="020B0604020202020204" pitchFamily="34" charset="0"/>
              <a:buChar char="•"/>
            </a:pPr>
            <a:r>
              <a:rPr lang="en-US" sz="2400" b="0" dirty="0"/>
              <a:t>Studies that focus on caregiver burden, particularly across multiple relationships (partners, child-parent, etc.)</a:t>
            </a:r>
          </a:p>
          <a:p>
            <a:pPr marL="285750" indent="-285750">
              <a:buFont typeface="Arial" panose="020B0604020202020204" pitchFamily="34" charset="0"/>
              <a:buChar char="•"/>
            </a:pPr>
            <a:endParaRPr lang="en-US" sz="2400" b="0" dirty="0"/>
          </a:p>
          <a:p>
            <a:pPr marL="285750" indent="-285750">
              <a:buFont typeface="Arial" panose="020B0604020202020204" pitchFamily="34" charset="0"/>
              <a:buChar char="•"/>
            </a:pPr>
            <a:endParaRPr lang="en-US" sz="2400" b="0" dirty="0"/>
          </a:p>
        </p:txBody>
      </p:sp>
    </p:spTree>
    <p:extLst>
      <p:ext uri="{BB962C8B-B14F-4D97-AF65-F5344CB8AC3E}">
        <p14:creationId xmlns:p14="http://schemas.microsoft.com/office/powerpoint/2010/main" val="13552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D3DD3089-9101-BDD4-1842-3DDA9F3316F2}"/>
              </a:ext>
            </a:extLst>
          </p:cNvPr>
          <p:cNvSpPr>
            <a:spLocks noGrp="1"/>
          </p:cNvSpPr>
          <p:nvPr>
            <p:ph type="ctrTitle"/>
          </p:nvPr>
        </p:nvSpPr>
        <p:spPr/>
        <p:txBody>
          <a:bodyPr/>
          <a:lstStyle/>
          <a:p>
            <a:r>
              <a:rPr lang="en-US" sz="2800" dirty="0"/>
              <a:t>Quick Discussion Question</a:t>
            </a:r>
          </a:p>
        </p:txBody>
      </p:sp>
      <p:pic>
        <p:nvPicPr>
          <p:cNvPr id="19" name="Content Placeholder 18">
            <a:extLst>
              <a:ext uri="{FF2B5EF4-FFF2-40B4-BE49-F238E27FC236}">
                <a16:creationId xmlns:a16="http://schemas.microsoft.com/office/drawing/2014/main" id="{C6848844-5052-F5C0-7518-34C343B241C2}"/>
              </a:ext>
            </a:extLst>
          </p:cNvPr>
          <p:cNvPicPr>
            <a:picLocks noGrp="1" noChangeAspect="1"/>
          </p:cNvPicPr>
          <p:nvPr>
            <p:ph sz="quarter" idx="17"/>
          </p:nvPr>
        </p:nvPicPr>
        <p:blipFill>
          <a:blip r:embed="rId2">
            <a:extLst>
              <a:ext uri="{837473B0-CC2E-450A-ABE3-18F120FF3D39}">
                <a1611:picAttrSrcUrl xmlns:a1611="http://schemas.microsoft.com/office/drawing/2016/11/main" r:id="rId3"/>
              </a:ext>
            </a:extLst>
          </a:blip>
          <a:stretch>
            <a:fillRect/>
          </a:stretch>
        </p:blipFill>
        <p:spPr>
          <a:xfrm>
            <a:off x="6923314" y="2209152"/>
            <a:ext cx="4648388" cy="3171091"/>
          </a:xfrm>
        </p:spPr>
      </p:pic>
      <p:sp>
        <p:nvSpPr>
          <p:cNvPr id="17" name="Content Placeholder 16">
            <a:extLst>
              <a:ext uri="{FF2B5EF4-FFF2-40B4-BE49-F238E27FC236}">
                <a16:creationId xmlns:a16="http://schemas.microsoft.com/office/drawing/2014/main" id="{0117E6F8-5521-7ED6-6599-F7917DDF8B1C}"/>
              </a:ext>
            </a:extLst>
          </p:cNvPr>
          <p:cNvSpPr>
            <a:spLocks noGrp="1"/>
          </p:cNvSpPr>
          <p:nvPr>
            <p:ph sz="quarter" idx="18"/>
          </p:nvPr>
        </p:nvSpPr>
        <p:spPr>
          <a:xfrm>
            <a:off x="1074423" y="2278608"/>
            <a:ext cx="4972858" cy="3760788"/>
          </a:xfrm>
        </p:spPr>
        <p:txBody>
          <a:bodyPr>
            <a:normAutofit/>
          </a:bodyPr>
          <a:lstStyle/>
          <a:p>
            <a:pPr marL="0" indent="0">
              <a:buNone/>
            </a:pPr>
            <a:r>
              <a:rPr lang="en-US" sz="2400" dirty="0"/>
              <a:t>If you could redesign the university experience to reduce stress, what are some </a:t>
            </a:r>
            <a:r>
              <a:rPr lang="en-US" sz="2400" u="sng" dirty="0"/>
              <a:t>realistic</a:t>
            </a:r>
            <a:r>
              <a:rPr lang="en-US" sz="2400" dirty="0"/>
              <a:t> system-level changes you would make?</a:t>
            </a:r>
          </a:p>
        </p:txBody>
      </p:sp>
    </p:spTree>
    <p:extLst>
      <p:ext uri="{BB962C8B-B14F-4D97-AF65-F5344CB8AC3E}">
        <p14:creationId xmlns:p14="http://schemas.microsoft.com/office/powerpoint/2010/main" val="674541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01A2-B4CD-F523-6A28-2AAEF806D0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738354-C935-1E4A-8A46-B1533FC54ABA}"/>
              </a:ext>
            </a:extLst>
          </p:cNvPr>
          <p:cNvSpPr>
            <a:spLocks noGrp="1"/>
          </p:cNvSpPr>
          <p:nvPr>
            <p:ph type="ctrTitle"/>
          </p:nvPr>
        </p:nvSpPr>
        <p:spPr/>
        <p:txBody>
          <a:bodyPr/>
          <a:lstStyle/>
          <a:p>
            <a:r>
              <a:rPr lang="en-US" sz="2800" dirty="0"/>
              <a:t>Health Services</a:t>
            </a:r>
          </a:p>
        </p:txBody>
      </p:sp>
      <p:sp>
        <p:nvSpPr>
          <p:cNvPr id="5" name="Content Placeholder 4">
            <a:extLst>
              <a:ext uri="{FF2B5EF4-FFF2-40B4-BE49-F238E27FC236}">
                <a16:creationId xmlns:a16="http://schemas.microsoft.com/office/drawing/2014/main" id="{A2347213-E658-5B59-055A-4FAFC18D04A0}"/>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There are multiple issues with the health care system, including:</a:t>
            </a:r>
          </a:p>
          <a:p>
            <a:pPr marL="742950" lvl="1" indent="-285750"/>
            <a:r>
              <a:rPr lang="en-US" sz="2200" dirty="0"/>
              <a:t>It’s extremely expensive (particularly in the United States)</a:t>
            </a:r>
          </a:p>
          <a:p>
            <a:pPr marL="742950" lvl="1" indent="-285750"/>
            <a:r>
              <a:rPr lang="en-US" sz="2200" dirty="0"/>
              <a:t>It’s an inequitable system</a:t>
            </a:r>
          </a:p>
          <a:p>
            <a:pPr marL="742950" lvl="1" indent="-285750"/>
            <a:r>
              <a:rPr lang="en-US" sz="2200" dirty="0"/>
              <a:t>Inappropriate use of services</a:t>
            </a:r>
            <a:endParaRPr lang="en-US" sz="2400" b="0" dirty="0"/>
          </a:p>
          <a:p>
            <a:pPr marL="285750" indent="-285750">
              <a:buFont typeface="Arial" panose="020B0604020202020204" pitchFamily="34" charset="0"/>
              <a:buChar char="•"/>
            </a:pPr>
            <a:r>
              <a:rPr lang="en-US" sz="2400" b="0" dirty="0"/>
              <a:t>The use of technology is helping expedite services, but is harming communication</a:t>
            </a:r>
          </a:p>
          <a:p>
            <a:pPr marL="285750" indent="-285750">
              <a:buFont typeface="Arial" panose="020B0604020202020204" pitchFamily="34" charset="0"/>
              <a:buChar char="•"/>
            </a:pPr>
            <a:endParaRPr lang="en-US" sz="2400" b="0" dirty="0"/>
          </a:p>
        </p:txBody>
      </p:sp>
    </p:spTree>
    <p:extLst>
      <p:ext uri="{BB962C8B-B14F-4D97-AF65-F5344CB8AC3E}">
        <p14:creationId xmlns:p14="http://schemas.microsoft.com/office/powerpoint/2010/main" val="568710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7B021-AB60-9A50-8E5F-7951D5C08F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BB17CF-4355-C7FF-F5E4-7D057EC42B05}"/>
              </a:ext>
            </a:extLst>
          </p:cNvPr>
          <p:cNvSpPr>
            <a:spLocks noGrp="1"/>
          </p:cNvSpPr>
          <p:nvPr>
            <p:ph type="ctrTitle"/>
          </p:nvPr>
        </p:nvSpPr>
        <p:spPr/>
        <p:txBody>
          <a:bodyPr/>
          <a:lstStyle/>
          <a:p>
            <a:r>
              <a:rPr lang="en-US" sz="2800" dirty="0"/>
              <a:t>What’s needed in Health services</a:t>
            </a:r>
          </a:p>
        </p:txBody>
      </p:sp>
      <p:sp>
        <p:nvSpPr>
          <p:cNvPr id="5" name="Content Placeholder 4">
            <a:extLst>
              <a:ext uri="{FF2B5EF4-FFF2-40B4-BE49-F238E27FC236}">
                <a16:creationId xmlns:a16="http://schemas.microsoft.com/office/drawing/2014/main" id="{EC7B7925-08FD-5C56-77FB-ABE6423B7D4C}"/>
              </a:ext>
            </a:extLst>
          </p:cNvPr>
          <p:cNvSpPr>
            <a:spLocks noGrp="1"/>
          </p:cNvSpPr>
          <p:nvPr>
            <p:ph sz="quarter" idx="15"/>
          </p:nvPr>
        </p:nvSpPr>
        <p:spPr>
          <a:xfrm>
            <a:off x="3165475" y="2072640"/>
            <a:ext cx="8237726" cy="4354285"/>
          </a:xfrm>
        </p:spPr>
        <p:txBody>
          <a:bodyPr>
            <a:normAutofit fontScale="92500" lnSpcReduction="10000"/>
          </a:bodyPr>
          <a:lstStyle/>
          <a:p>
            <a:pPr marL="285750" indent="-285750">
              <a:buFont typeface="Arial" panose="020B0604020202020204" pitchFamily="34" charset="0"/>
              <a:buChar char="•"/>
            </a:pPr>
            <a:r>
              <a:rPr lang="en-US" sz="2400" b="0" dirty="0"/>
              <a:t>More accessible healthcare</a:t>
            </a:r>
          </a:p>
          <a:p>
            <a:pPr marL="285750" indent="-285750">
              <a:buFont typeface="Arial" panose="020B0604020202020204" pitchFamily="34" charset="0"/>
              <a:buChar char="•"/>
            </a:pPr>
            <a:r>
              <a:rPr lang="en-US" sz="2400" b="0" dirty="0"/>
              <a:t>Better tracking of healthcare costs</a:t>
            </a:r>
          </a:p>
          <a:p>
            <a:pPr marL="285750" indent="-285750">
              <a:buFont typeface="Arial" panose="020B0604020202020204" pitchFamily="34" charset="0"/>
              <a:buChar char="•"/>
            </a:pPr>
            <a:r>
              <a:rPr lang="en-US" sz="2400" b="0" dirty="0"/>
              <a:t>Better mechanisms for shaping health behaviors </a:t>
            </a:r>
          </a:p>
          <a:p>
            <a:pPr marL="285750" indent="-285750">
              <a:buFont typeface="Arial" panose="020B0604020202020204" pitchFamily="34" charset="0"/>
              <a:buChar char="•"/>
            </a:pPr>
            <a:r>
              <a:rPr lang="en-US" sz="2400" b="0" dirty="0"/>
              <a:t>Ways to facilitate communication, particularly in a technology-centered world</a:t>
            </a:r>
          </a:p>
          <a:p>
            <a:pPr marL="285750" indent="-285750">
              <a:buFont typeface="Arial" panose="020B0604020202020204" pitchFamily="34" charset="0"/>
              <a:buChar char="•"/>
            </a:pPr>
            <a:r>
              <a:rPr lang="en-US" sz="2400" b="0" dirty="0"/>
              <a:t>Training for consumers on recognizing symptoms and how to communicate those to health care providers</a:t>
            </a:r>
          </a:p>
          <a:p>
            <a:pPr marL="285750" indent="-285750">
              <a:buFont typeface="Arial" panose="020B0604020202020204" pitchFamily="34" charset="0"/>
              <a:buChar char="•"/>
            </a:pPr>
            <a:r>
              <a:rPr lang="en-US" sz="2400" b="0" dirty="0"/>
              <a:t>Training for health care providers on how to maintain empathy and communication while reducing burnout</a:t>
            </a:r>
          </a:p>
          <a:p>
            <a:endParaRPr lang="en-US" sz="2400" b="0" dirty="0"/>
          </a:p>
          <a:p>
            <a:pPr marL="285750" indent="-285750">
              <a:buFont typeface="Arial" panose="020B0604020202020204" pitchFamily="34" charset="0"/>
              <a:buChar char="•"/>
            </a:pPr>
            <a:endParaRPr lang="en-US" sz="2400" b="0" dirty="0"/>
          </a:p>
        </p:txBody>
      </p:sp>
    </p:spTree>
    <p:extLst>
      <p:ext uri="{BB962C8B-B14F-4D97-AF65-F5344CB8AC3E}">
        <p14:creationId xmlns:p14="http://schemas.microsoft.com/office/powerpoint/2010/main" val="3437118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CB000-EB45-F93A-F292-31D7E992E4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8B3464-68B8-3A54-2341-49ADEC40A68E}"/>
              </a:ext>
            </a:extLst>
          </p:cNvPr>
          <p:cNvSpPr>
            <a:spLocks noGrp="1"/>
          </p:cNvSpPr>
          <p:nvPr>
            <p:ph type="ctrTitle"/>
          </p:nvPr>
        </p:nvSpPr>
        <p:spPr/>
        <p:txBody>
          <a:bodyPr/>
          <a:lstStyle/>
          <a:p>
            <a:r>
              <a:rPr lang="en-US" sz="2800" dirty="0"/>
              <a:t>Management of serious illnesses</a:t>
            </a:r>
          </a:p>
        </p:txBody>
      </p:sp>
      <p:sp>
        <p:nvSpPr>
          <p:cNvPr id="5" name="Content Placeholder 4">
            <a:extLst>
              <a:ext uri="{FF2B5EF4-FFF2-40B4-BE49-F238E27FC236}">
                <a16:creationId xmlns:a16="http://schemas.microsoft.com/office/drawing/2014/main" id="{ABF587ED-4449-9E64-D8FF-20425A9A424D}"/>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Previous management focused on mortality, but we are needing to shift towards morbidity (need more preventive measures)</a:t>
            </a:r>
          </a:p>
          <a:p>
            <a:pPr marL="285750" indent="-285750">
              <a:buFont typeface="Arial" panose="020B0604020202020204" pitchFamily="34" charset="0"/>
              <a:buChar char="•"/>
            </a:pPr>
            <a:r>
              <a:rPr lang="en-US" sz="2400" b="0" dirty="0"/>
              <a:t>Quality-of-life post diagnosis/ treatment </a:t>
            </a:r>
            <a:r>
              <a:rPr lang="en-US" sz="2400" dirty="0"/>
              <a:t>has only recently become a focus, so we don’t have a good balance yet</a:t>
            </a:r>
          </a:p>
          <a:p>
            <a:pPr marL="285750" indent="-285750">
              <a:buFont typeface="Arial" panose="020B0604020202020204" pitchFamily="34" charset="0"/>
              <a:buChar char="•"/>
            </a:pPr>
            <a:r>
              <a:rPr lang="en-US" sz="2400" b="0" dirty="0"/>
              <a:t>Treatment for chronic illness is expensive and options can be limited (especially to at-risk populations)</a:t>
            </a:r>
          </a:p>
          <a:p>
            <a:pPr marL="285750" indent="-285750">
              <a:buFont typeface="Arial" panose="020B0604020202020204" pitchFamily="34" charset="0"/>
              <a:buChar char="•"/>
            </a:pPr>
            <a:r>
              <a:rPr lang="en-US" sz="2400" b="0" dirty="0"/>
              <a:t>There are many ethical questions surrounding death and dying, especially as more people are living longer than ever before</a:t>
            </a:r>
          </a:p>
          <a:p>
            <a:pPr marL="285750" indent="-285750">
              <a:buFont typeface="Arial" panose="020B0604020202020204" pitchFamily="34" charset="0"/>
              <a:buChar char="•"/>
            </a:pPr>
            <a:endParaRPr lang="en-US" sz="2400" b="0" dirty="0"/>
          </a:p>
        </p:txBody>
      </p:sp>
    </p:spTree>
    <p:extLst>
      <p:ext uri="{BB962C8B-B14F-4D97-AF65-F5344CB8AC3E}">
        <p14:creationId xmlns:p14="http://schemas.microsoft.com/office/powerpoint/2010/main" val="4284000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0F02A-7FA5-040F-F677-04896CF36B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BD1C1F1-75C5-5A04-AFA4-2993739BBA0B}"/>
              </a:ext>
            </a:extLst>
          </p:cNvPr>
          <p:cNvSpPr>
            <a:spLocks noGrp="1"/>
          </p:cNvSpPr>
          <p:nvPr>
            <p:ph type="ctrTitle"/>
          </p:nvPr>
        </p:nvSpPr>
        <p:spPr/>
        <p:txBody>
          <a:bodyPr/>
          <a:lstStyle/>
          <a:p>
            <a:r>
              <a:rPr lang="en-US" sz="2800" dirty="0"/>
              <a:t>What’s needed in illness management</a:t>
            </a:r>
          </a:p>
        </p:txBody>
      </p:sp>
      <p:sp>
        <p:nvSpPr>
          <p:cNvPr id="5" name="Content Placeholder 4">
            <a:extLst>
              <a:ext uri="{FF2B5EF4-FFF2-40B4-BE49-F238E27FC236}">
                <a16:creationId xmlns:a16="http://schemas.microsoft.com/office/drawing/2014/main" id="{3359A679-7FE6-369C-5936-44EEA9BC3353}"/>
              </a:ext>
            </a:extLst>
          </p:cNvPr>
          <p:cNvSpPr>
            <a:spLocks noGrp="1"/>
          </p:cNvSpPr>
          <p:nvPr>
            <p:ph sz="quarter" idx="15"/>
          </p:nvPr>
        </p:nvSpPr>
        <p:spPr>
          <a:xfrm>
            <a:off x="3181516" y="2072640"/>
            <a:ext cx="8221685" cy="4293325"/>
          </a:xfrm>
        </p:spPr>
        <p:txBody>
          <a:bodyPr>
            <a:noAutofit/>
          </a:bodyPr>
          <a:lstStyle/>
          <a:p>
            <a:pPr marL="285750" indent="-285750">
              <a:buFont typeface="Arial" panose="020B0604020202020204" pitchFamily="34" charset="0"/>
              <a:buChar char="•"/>
            </a:pPr>
            <a:r>
              <a:rPr lang="en-US" sz="2200" b="0" dirty="0"/>
              <a:t>Development of quality-of-life interventions (rather than just illness-focused interventions)</a:t>
            </a:r>
          </a:p>
          <a:p>
            <a:pPr marL="285750" indent="-285750">
              <a:buFont typeface="Arial" panose="020B0604020202020204" pitchFamily="34" charset="0"/>
              <a:buChar char="•"/>
            </a:pPr>
            <a:r>
              <a:rPr lang="en-US" sz="2200" b="0" dirty="0"/>
              <a:t>Better ways to combine traditional treatments with complementary/ alternative medicine</a:t>
            </a:r>
          </a:p>
          <a:p>
            <a:pPr marL="285750" indent="-285750">
              <a:buFont typeface="Arial" panose="020B0604020202020204" pitchFamily="34" charset="0"/>
              <a:buChar char="•"/>
            </a:pPr>
            <a:r>
              <a:rPr lang="en-US" sz="2200" b="0" dirty="0"/>
              <a:t>Mechanisms for making chronic illness treatment more affordable and accessible</a:t>
            </a:r>
          </a:p>
          <a:p>
            <a:pPr marL="285750" indent="-285750">
              <a:buFont typeface="Arial" panose="020B0604020202020204" pitchFamily="34" charset="0"/>
              <a:buChar char="•"/>
            </a:pPr>
            <a:r>
              <a:rPr lang="en-US" sz="2200" b="0" dirty="0"/>
              <a:t>Serious discussions about how we will handle death/ the process of dying</a:t>
            </a:r>
          </a:p>
          <a:p>
            <a:pPr marL="285750" indent="-285750">
              <a:buFont typeface="Arial" panose="020B0604020202020204" pitchFamily="34" charset="0"/>
              <a:buChar char="•"/>
            </a:pPr>
            <a:r>
              <a:rPr lang="en-US" sz="2200" b="0" dirty="0"/>
              <a:t>Better pain management methods</a:t>
            </a:r>
          </a:p>
        </p:txBody>
      </p:sp>
    </p:spTree>
    <p:extLst>
      <p:ext uri="{BB962C8B-B14F-4D97-AF65-F5344CB8AC3E}">
        <p14:creationId xmlns:p14="http://schemas.microsoft.com/office/powerpoint/2010/main" val="3822066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4014-C343-AC88-E569-65A1AA70A0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5833CF-8C5B-DDCA-0B73-64DB41E16609}"/>
              </a:ext>
            </a:extLst>
          </p:cNvPr>
          <p:cNvSpPr>
            <a:spLocks noGrp="1"/>
          </p:cNvSpPr>
          <p:nvPr>
            <p:ph type="ctrTitle"/>
          </p:nvPr>
        </p:nvSpPr>
        <p:spPr/>
        <p:txBody>
          <a:bodyPr/>
          <a:lstStyle/>
          <a:p>
            <a:r>
              <a:rPr lang="en-US" sz="2800" dirty="0"/>
              <a:t>Trends in health psychology</a:t>
            </a:r>
          </a:p>
        </p:txBody>
      </p:sp>
      <p:sp>
        <p:nvSpPr>
          <p:cNvPr id="5" name="Content Placeholder 4">
            <a:extLst>
              <a:ext uri="{FF2B5EF4-FFF2-40B4-BE49-F238E27FC236}">
                <a16:creationId xmlns:a16="http://schemas.microsoft.com/office/drawing/2014/main" id="{29A4E343-8986-CA1A-FCC7-E3213F0BC1E1}"/>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In the last 2-3 decades, we have learned more about the intersectionality of health, and interventions are starting to shift towards holistic approaches</a:t>
            </a:r>
          </a:p>
          <a:p>
            <a:pPr marL="285750" indent="-285750">
              <a:buFont typeface="Arial" panose="020B0604020202020204" pitchFamily="34" charset="0"/>
              <a:buChar char="•"/>
            </a:pPr>
            <a:r>
              <a:rPr lang="en-US" sz="2400" b="0" dirty="0"/>
              <a:t>Technology improvements are extremely effective, but also extremely costly</a:t>
            </a:r>
          </a:p>
          <a:p>
            <a:pPr marL="285750" indent="-285750">
              <a:buFont typeface="Arial" panose="020B0604020202020204" pitchFamily="34" charset="0"/>
              <a:buChar char="•"/>
            </a:pPr>
            <a:r>
              <a:rPr lang="en-US" sz="2400" dirty="0"/>
              <a:t>Decision making process has shifted from health care providers to policy makers (not always based on empirical research)</a:t>
            </a:r>
          </a:p>
          <a:p>
            <a:pPr marL="285750" indent="-285750">
              <a:buFont typeface="Arial" panose="020B0604020202020204" pitchFamily="34" charset="0"/>
              <a:buChar char="•"/>
            </a:pPr>
            <a:r>
              <a:rPr lang="en-US" sz="2400" dirty="0"/>
              <a:t>Lifestyles are more sedentary, healthy food is more expensive, and chronic illnesses are more abundant; but what will we do to fix it?</a:t>
            </a:r>
          </a:p>
        </p:txBody>
      </p:sp>
    </p:spTree>
    <p:extLst>
      <p:ext uri="{BB962C8B-B14F-4D97-AF65-F5344CB8AC3E}">
        <p14:creationId xmlns:p14="http://schemas.microsoft.com/office/powerpoint/2010/main" val="353015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D95C0E-5C23-B87E-8D54-A999180C2B1A}"/>
              </a:ext>
            </a:extLst>
          </p:cNvPr>
          <p:cNvSpPr>
            <a:spLocks noGrp="1"/>
          </p:cNvSpPr>
          <p:nvPr>
            <p:ph type="ctrTitle"/>
          </p:nvPr>
        </p:nvSpPr>
        <p:spPr/>
        <p:txBody>
          <a:bodyPr/>
          <a:lstStyle/>
          <a:p>
            <a:r>
              <a:rPr lang="en-US" dirty="0"/>
              <a:t>Interested in becoming a health psychologist?</a:t>
            </a:r>
          </a:p>
        </p:txBody>
      </p:sp>
    </p:spTree>
    <p:extLst>
      <p:ext uri="{BB962C8B-B14F-4D97-AF65-F5344CB8AC3E}">
        <p14:creationId xmlns:p14="http://schemas.microsoft.com/office/powerpoint/2010/main" val="3539054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C39B-133B-A567-81B7-13B73F482CD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4BBE74-F046-D3C9-9563-F4B7934A35BB}"/>
              </a:ext>
            </a:extLst>
          </p:cNvPr>
          <p:cNvSpPr>
            <a:spLocks noGrp="1"/>
          </p:cNvSpPr>
          <p:nvPr>
            <p:ph type="ctrTitle"/>
          </p:nvPr>
        </p:nvSpPr>
        <p:spPr/>
        <p:txBody>
          <a:bodyPr/>
          <a:lstStyle/>
          <a:p>
            <a:r>
              <a:rPr lang="en-US" sz="2800" dirty="0"/>
              <a:t>Becoming a health psychologist</a:t>
            </a:r>
          </a:p>
        </p:txBody>
      </p:sp>
      <p:sp>
        <p:nvSpPr>
          <p:cNvPr id="5" name="Content Placeholder 4">
            <a:extLst>
              <a:ext uri="{FF2B5EF4-FFF2-40B4-BE49-F238E27FC236}">
                <a16:creationId xmlns:a16="http://schemas.microsoft.com/office/drawing/2014/main" id="{BF4BDEB3-DC7C-3F7F-D1DE-1A81026721B3}"/>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As an undergraduate student:</a:t>
            </a:r>
          </a:p>
          <a:p>
            <a:pPr marL="742950" lvl="1" indent="-285750"/>
            <a:r>
              <a:rPr lang="en-US" sz="2200" b="0" dirty="0"/>
              <a:t>Take health science and health psychology courses</a:t>
            </a:r>
          </a:p>
          <a:p>
            <a:pPr marL="742950" lvl="1" indent="-285750"/>
            <a:r>
              <a:rPr lang="en-US" sz="2200" dirty="0"/>
              <a:t>Get involved in assistantships and volunteer work </a:t>
            </a:r>
            <a:endParaRPr lang="en-US" sz="2200" b="0" dirty="0"/>
          </a:p>
          <a:p>
            <a:pPr marL="285750" indent="-285750">
              <a:buFont typeface="Arial" panose="020B0604020202020204" pitchFamily="34" charset="0"/>
              <a:buChar char="•"/>
            </a:pPr>
            <a:r>
              <a:rPr lang="en-US" sz="2400" b="0" dirty="0"/>
              <a:t>As a graduate student:</a:t>
            </a:r>
          </a:p>
          <a:p>
            <a:pPr marL="742950" lvl="1" indent="-285750"/>
            <a:r>
              <a:rPr lang="en-US" sz="2200" dirty="0"/>
              <a:t>Decide whether you want to focus on research, clinical practice, or both</a:t>
            </a:r>
          </a:p>
          <a:p>
            <a:pPr marL="742950" lvl="1" indent="-285750"/>
            <a:r>
              <a:rPr lang="en-US" sz="2200" dirty="0"/>
              <a:t>Take research methods and statistics courses!!!</a:t>
            </a:r>
          </a:p>
          <a:p>
            <a:pPr marL="742950" lvl="1" indent="-285750"/>
            <a:r>
              <a:rPr lang="en-US" sz="2200" dirty="0"/>
              <a:t>Get hands on experience (in a research lab or at internships)</a:t>
            </a:r>
          </a:p>
          <a:p>
            <a:pPr marL="742950" lvl="1" indent="-285750"/>
            <a:r>
              <a:rPr lang="en-US" sz="2200" dirty="0"/>
              <a:t>Keep a list of all the holes in the field/ issues you’re interested in changing</a:t>
            </a:r>
          </a:p>
        </p:txBody>
      </p:sp>
    </p:spTree>
    <p:extLst>
      <p:ext uri="{BB962C8B-B14F-4D97-AF65-F5344CB8AC3E}">
        <p14:creationId xmlns:p14="http://schemas.microsoft.com/office/powerpoint/2010/main" val="509593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8851-F711-5F83-5D25-44CA8D4B6D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12A5A7-01B1-0550-49FD-D868AE7C6A0D}"/>
              </a:ext>
            </a:extLst>
          </p:cNvPr>
          <p:cNvSpPr>
            <a:spLocks noGrp="1"/>
          </p:cNvSpPr>
          <p:nvPr>
            <p:ph type="ctrTitle"/>
          </p:nvPr>
        </p:nvSpPr>
        <p:spPr/>
        <p:txBody>
          <a:bodyPr/>
          <a:lstStyle/>
          <a:p>
            <a:r>
              <a:rPr lang="en-US" sz="2800" dirty="0"/>
              <a:t>Jobs for a health psychologist</a:t>
            </a:r>
          </a:p>
        </p:txBody>
      </p:sp>
      <p:sp>
        <p:nvSpPr>
          <p:cNvPr id="5" name="Content Placeholder 4">
            <a:extLst>
              <a:ext uri="{FF2B5EF4-FFF2-40B4-BE49-F238E27FC236}">
                <a16:creationId xmlns:a16="http://schemas.microsoft.com/office/drawing/2014/main" id="{8832EC05-A3FE-B8D8-2DC7-DD7BDB800953}"/>
              </a:ext>
            </a:extLst>
          </p:cNvPr>
          <p:cNvSpPr>
            <a:spLocks noGrp="1"/>
          </p:cNvSpPr>
          <p:nvPr>
            <p:ph sz="quarter" idx="4294967295"/>
          </p:nvPr>
        </p:nvSpPr>
        <p:spPr>
          <a:xfrm>
            <a:off x="870320" y="2160361"/>
            <a:ext cx="10451360" cy="3997325"/>
          </a:xfrm>
        </p:spPr>
        <p:txBody>
          <a:bodyPr>
            <a:normAutofit/>
          </a:bodyPr>
          <a:lstStyle/>
          <a:p>
            <a:pPr marL="285750" indent="-285750">
              <a:buFont typeface="Arial" panose="020B0604020202020204" pitchFamily="34" charset="0"/>
              <a:buChar char="•"/>
            </a:pPr>
            <a:r>
              <a:rPr lang="en-US" sz="2400" dirty="0"/>
              <a:t>Academic positions*</a:t>
            </a:r>
          </a:p>
          <a:p>
            <a:pPr marL="285750" indent="-285750">
              <a:buFont typeface="Arial" panose="020B0604020202020204" pitchFamily="34" charset="0"/>
              <a:buChar char="•"/>
            </a:pPr>
            <a:r>
              <a:rPr lang="en-US" sz="2400" dirty="0"/>
              <a:t>Hospitals and other care facilities</a:t>
            </a:r>
          </a:p>
          <a:p>
            <a:pPr marL="285750" indent="-285750">
              <a:buFont typeface="Arial" panose="020B0604020202020204" pitchFamily="34" charset="0"/>
              <a:buChar char="•"/>
            </a:pPr>
            <a:r>
              <a:rPr lang="en-US" sz="2400" dirty="0"/>
              <a:t>Workplace consultants (typically focused on occupational stress)</a:t>
            </a:r>
          </a:p>
          <a:p>
            <a:pPr marL="285750" indent="-285750">
              <a:buFont typeface="Arial" panose="020B0604020202020204" pitchFamily="34" charset="0"/>
              <a:buChar char="•"/>
            </a:pPr>
            <a:r>
              <a:rPr lang="en-US" sz="2400" dirty="0"/>
              <a:t>Working with governmental agencies</a:t>
            </a:r>
          </a:p>
          <a:p>
            <a:pPr marL="285750" indent="-285750"/>
            <a:r>
              <a:rPr lang="en-US" sz="2400" dirty="0"/>
              <a:t>Private consultation (for patients or health care providers)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200" dirty="0"/>
          </a:p>
        </p:txBody>
      </p:sp>
    </p:spTree>
    <p:extLst>
      <p:ext uri="{BB962C8B-B14F-4D97-AF65-F5344CB8AC3E}">
        <p14:creationId xmlns:p14="http://schemas.microsoft.com/office/powerpoint/2010/main" val="299568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2597-1888-27CB-6EB9-743B5397D859}"/>
              </a:ext>
            </a:extLst>
          </p:cNvPr>
          <p:cNvSpPr>
            <a:spLocks noGrp="1"/>
          </p:cNvSpPr>
          <p:nvPr>
            <p:ph type="ctrTitle"/>
          </p:nvPr>
        </p:nvSpPr>
        <p:spPr/>
        <p:txBody>
          <a:bodyPr/>
          <a:lstStyle/>
          <a:p>
            <a:r>
              <a:rPr lang="en-US" sz="2400" dirty="0"/>
              <a:t>Votes for the Final exam day</a:t>
            </a:r>
          </a:p>
        </p:txBody>
      </p:sp>
      <p:sp>
        <p:nvSpPr>
          <p:cNvPr id="5" name="Content Placeholder 4">
            <a:extLst>
              <a:ext uri="{FF2B5EF4-FFF2-40B4-BE49-F238E27FC236}">
                <a16:creationId xmlns:a16="http://schemas.microsoft.com/office/drawing/2014/main" id="{F30EA1ED-BE6B-5E90-30D4-1C571867A429}"/>
              </a:ext>
            </a:extLst>
          </p:cNvPr>
          <p:cNvSpPr>
            <a:spLocks noGrp="1"/>
          </p:cNvSpPr>
          <p:nvPr>
            <p:ph sz="quarter" idx="17"/>
          </p:nvPr>
        </p:nvSpPr>
        <p:spPr/>
        <p:txBody>
          <a:bodyPr>
            <a:normAutofit fontScale="92500" lnSpcReduction="10000"/>
          </a:bodyPr>
          <a:lstStyle/>
          <a:p>
            <a:r>
              <a:rPr lang="en-US" dirty="0"/>
              <a:t>The meal will be provided by Dr. S, but if you would like to bring sides, you are welcome to do so</a:t>
            </a:r>
          </a:p>
          <a:p>
            <a:r>
              <a:rPr lang="en-US" dirty="0"/>
              <a:t>It will be either lunch themed or breakfast themed</a:t>
            </a:r>
          </a:p>
          <a:p>
            <a:pPr lvl="1"/>
            <a:r>
              <a:rPr lang="en-US" dirty="0"/>
              <a:t>We can really lean into the theme, if the class is on board</a:t>
            </a:r>
          </a:p>
          <a:p>
            <a:r>
              <a:rPr lang="en-US" dirty="0"/>
              <a:t>I need to know if there are any allergies that must be avoided</a:t>
            </a:r>
          </a:p>
          <a:p>
            <a:r>
              <a:rPr lang="en-US" dirty="0"/>
              <a:t>Please vote for your selections ONE TIME at this link (to keep dietary restrictions anonymous, I can’t record who votes, so I am trusting you to only vote one time)</a:t>
            </a:r>
          </a:p>
        </p:txBody>
      </p:sp>
      <p:pic>
        <p:nvPicPr>
          <p:cNvPr id="7" name="Content Placeholder 6">
            <a:extLst>
              <a:ext uri="{FF2B5EF4-FFF2-40B4-BE49-F238E27FC236}">
                <a16:creationId xmlns:a16="http://schemas.microsoft.com/office/drawing/2014/main" id="{2DBBC230-7A06-1ED7-FF3B-83E3572789FE}"/>
              </a:ext>
            </a:extLst>
          </p:cNvPr>
          <p:cNvPicPr>
            <a:picLocks noGrp="1" noChangeAspect="1"/>
          </p:cNvPicPr>
          <p:nvPr>
            <p:ph sz="quarter" idx="16"/>
          </p:nvPr>
        </p:nvPicPr>
        <p:blipFill>
          <a:blip r:embed="rId2"/>
          <a:stretch>
            <a:fillRect/>
          </a:stretch>
        </p:blipFill>
        <p:spPr>
          <a:xfrm>
            <a:off x="6942138" y="2300288"/>
            <a:ext cx="3482975" cy="3482975"/>
          </a:xfrm>
          <a:prstGeom prst="rect">
            <a:avLst/>
          </a:prstGeom>
        </p:spPr>
      </p:pic>
      <p:sp>
        <p:nvSpPr>
          <p:cNvPr id="8" name="TextBox 7">
            <a:extLst>
              <a:ext uri="{FF2B5EF4-FFF2-40B4-BE49-F238E27FC236}">
                <a16:creationId xmlns:a16="http://schemas.microsoft.com/office/drawing/2014/main" id="{694518F0-E178-EA35-AE9B-D62A8C7DEF56}"/>
              </a:ext>
            </a:extLst>
          </p:cNvPr>
          <p:cNvSpPr txBox="1"/>
          <p:nvPr/>
        </p:nvSpPr>
        <p:spPr>
          <a:xfrm>
            <a:off x="7393577" y="5993522"/>
            <a:ext cx="4140926" cy="338554"/>
          </a:xfrm>
          <a:prstGeom prst="rect">
            <a:avLst/>
          </a:prstGeom>
          <a:noFill/>
        </p:spPr>
        <p:txBody>
          <a:bodyPr wrap="square" rtlCol="0">
            <a:spAutoFit/>
          </a:bodyPr>
          <a:lstStyle/>
          <a:p>
            <a:r>
              <a:rPr lang="en-US" sz="1600" dirty="0">
                <a:solidFill>
                  <a:schemeClr val="bg1"/>
                </a:solidFill>
              </a:rPr>
              <a:t>https://forms.gle/iNSMHWQMmCrXrFDx5</a:t>
            </a:r>
          </a:p>
        </p:txBody>
      </p:sp>
    </p:spTree>
    <p:extLst>
      <p:ext uri="{BB962C8B-B14F-4D97-AF65-F5344CB8AC3E}">
        <p14:creationId xmlns:p14="http://schemas.microsoft.com/office/powerpoint/2010/main" val="3934738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98107D1-B408-CF41-D098-F18F30FB803A}"/>
              </a:ext>
            </a:extLst>
          </p:cNvPr>
          <p:cNvSpPr>
            <a:spLocks noGrp="1"/>
          </p:cNvSpPr>
          <p:nvPr>
            <p:ph type="ctrTitle"/>
          </p:nvPr>
        </p:nvSpPr>
        <p:spPr/>
        <p:txBody>
          <a:bodyPr tIns="0" bIns="0"/>
          <a:lstStyle/>
          <a:p>
            <a:pPr algn="l"/>
            <a:r>
              <a:rPr lang="en-US" sz="3200" dirty="0"/>
              <a:t>Next time on </a:t>
            </a:r>
            <a:r>
              <a:rPr lang="en-US" sz="3200" dirty="0" err="1"/>
              <a:t>psy</a:t>
            </a:r>
            <a:r>
              <a:rPr lang="en-US" sz="3200" dirty="0"/>
              <a:t> 440...</a:t>
            </a:r>
          </a:p>
        </p:txBody>
      </p:sp>
      <p:sp>
        <p:nvSpPr>
          <p:cNvPr id="4" name="Content Placeholder 3">
            <a:extLst>
              <a:ext uri="{FF2B5EF4-FFF2-40B4-BE49-F238E27FC236}">
                <a16:creationId xmlns:a16="http://schemas.microsoft.com/office/drawing/2014/main" id="{7D4C61B0-3884-E6DD-BCBF-9E524E41E8B4}"/>
              </a:ext>
            </a:extLst>
          </p:cNvPr>
          <p:cNvSpPr>
            <a:spLocks noGrp="1"/>
          </p:cNvSpPr>
          <p:nvPr>
            <p:ph sz="quarter" idx="17"/>
          </p:nvPr>
        </p:nvSpPr>
        <p:spPr/>
        <p:txBody>
          <a:bodyPr>
            <a:normAutofit/>
          </a:bodyPr>
          <a:lstStyle/>
          <a:p>
            <a:pPr marL="0" indent="0">
              <a:buNone/>
            </a:pPr>
            <a:r>
              <a:rPr lang="en-US" sz="2400" dirty="0"/>
              <a:t>BEFORE NEXT CLASS:</a:t>
            </a:r>
          </a:p>
          <a:p>
            <a:r>
              <a:rPr lang="en-US" sz="2400" dirty="0"/>
              <a:t>Complete today’s journal prompt</a:t>
            </a:r>
          </a:p>
          <a:p>
            <a:pPr lvl="1"/>
            <a:r>
              <a:rPr lang="en-US" sz="2000" dirty="0"/>
              <a:t>Due 12/3 at 11:59 pm</a:t>
            </a:r>
          </a:p>
          <a:p>
            <a:r>
              <a:rPr lang="en-US" sz="2400" dirty="0"/>
              <a:t>Exam 3 Extra Credit Discussion Board</a:t>
            </a:r>
            <a:endParaRPr lang="en-US" sz="2000" dirty="0"/>
          </a:p>
          <a:p>
            <a:pPr lvl="1"/>
            <a:endParaRPr lang="en-US" sz="2000" dirty="0"/>
          </a:p>
        </p:txBody>
      </p:sp>
      <p:sp>
        <p:nvSpPr>
          <p:cNvPr id="3" name="Text Placeholder 2">
            <a:extLst>
              <a:ext uri="{FF2B5EF4-FFF2-40B4-BE49-F238E27FC236}">
                <a16:creationId xmlns:a16="http://schemas.microsoft.com/office/drawing/2014/main" id="{09057046-1292-17B2-062A-EE2A2AE8208C}"/>
              </a:ext>
            </a:extLst>
          </p:cNvPr>
          <p:cNvSpPr>
            <a:spLocks noGrp="1"/>
          </p:cNvSpPr>
          <p:nvPr>
            <p:ph sz="quarter" idx="16"/>
          </p:nvPr>
        </p:nvSpPr>
        <p:spPr/>
        <p:txBody>
          <a:bodyPr tIns="91440" bIns="91440" anchor="t">
            <a:normAutofit/>
          </a:bodyPr>
          <a:lstStyle/>
          <a:p>
            <a:pPr marL="0" indent="0">
              <a:buNone/>
            </a:pPr>
            <a:r>
              <a:rPr lang="en-US" sz="2400" dirty="0"/>
              <a:t>IN OUR NEXT CLASS:</a:t>
            </a:r>
          </a:p>
          <a:p>
            <a:r>
              <a:rPr lang="en-US" sz="2400" dirty="0"/>
              <a:t>Class activity</a:t>
            </a:r>
          </a:p>
          <a:p>
            <a:pPr lvl="1"/>
            <a:r>
              <a:rPr lang="en-US" sz="2000" dirty="0"/>
              <a:t>Bring your creativity!</a:t>
            </a:r>
          </a:p>
        </p:txBody>
      </p:sp>
    </p:spTree>
    <p:extLst>
      <p:ext uri="{BB962C8B-B14F-4D97-AF65-F5344CB8AC3E}">
        <p14:creationId xmlns:p14="http://schemas.microsoft.com/office/powerpoint/2010/main" val="498488638"/>
      </p:ext>
    </p:extLst>
  </p:cSld>
  <p:clrMapOvr>
    <a:masterClrMapping/>
  </p:clrMapOvr>
</p:sld>
</file>

<file path=ppt/theme/theme1.xml><?xml version="1.0" encoding="utf-8"?>
<a:theme xmlns:a="http://schemas.openxmlformats.org/drawingml/2006/main" name="Custom">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670762_wac_SD_V12" id="{7A12FC3B-6876-4B64-BD29-85411680474D}" vid="{FAF419BD-AB88-4BA8-B634-A11C4B16F0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A918A9-726B-4A91-8209-236B8401AFFF}">
  <ds:schemaRefs>
    <ds:schemaRef ds:uri="http://schemas.microsoft.com/sharepoint/v3/contenttype/forms"/>
  </ds:schemaRefs>
</ds:datastoreItem>
</file>

<file path=customXml/itemProps2.xml><?xml version="1.0" encoding="utf-8"?>
<ds:datastoreItem xmlns:ds="http://schemas.openxmlformats.org/officeDocument/2006/customXml" ds:itemID="{32C01411-FC44-465B-AE6A-48D4493414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Vapor Trail design</Template>
  <TotalTime>241</TotalTime>
  <Words>970</Words>
  <Application>Microsoft Office PowerPoint</Application>
  <PresentationFormat>Widescreen</PresentationFormat>
  <Paragraphs>109</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Century Gothic</vt:lpstr>
      <vt:lpstr>Custom</vt:lpstr>
      <vt:lpstr>Health psychology: Challenges for the future</vt:lpstr>
      <vt:lpstr>Agenda</vt:lpstr>
      <vt:lpstr>Health Promotion</vt:lpstr>
      <vt:lpstr>What’s needed in Health Promotion</vt:lpstr>
      <vt:lpstr>Stress and its Management</vt:lpstr>
      <vt:lpstr>What’s needed in stress Research</vt:lpstr>
      <vt:lpstr>Quick Discussion Question</vt:lpstr>
      <vt:lpstr>Health Services</vt:lpstr>
      <vt:lpstr>What’s needed in Health services</vt:lpstr>
      <vt:lpstr>Management of serious illnesses</vt:lpstr>
      <vt:lpstr>What’s needed in illness management</vt:lpstr>
      <vt:lpstr>Trends in health psychology</vt:lpstr>
      <vt:lpstr>Interested in becoming a health psychologist?</vt:lpstr>
      <vt:lpstr>Becoming a health psychologist</vt:lpstr>
      <vt:lpstr>Jobs for a health psychologist</vt:lpstr>
      <vt:lpstr>Votes for the Final exam day</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Bryanna Scheuler</dc:creator>
  <cp:lastModifiedBy>Bryanna Scheuler</cp:lastModifiedBy>
  <cp:revision>9</cp:revision>
  <dcterms:created xsi:type="dcterms:W3CDTF">2025-11-24T16:13:41Z</dcterms:created>
  <dcterms:modified xsi:type="dcterms:W3CDTF">2026-04-15T16:40:27Z</dcterms:modified>
</cp:coreProperties>
</file>