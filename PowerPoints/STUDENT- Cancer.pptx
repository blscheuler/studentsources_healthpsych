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17" r:id="rId5"/>
    <p:sldId id="331" r:id="rId6"/>
    <p:sldId id="334" r:id="rId7"/>
    <p:sldId id="332" r:id="rId8"/>
    <p:sldId id="333" r:id="rId9"/>
    <p:sldId id="346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4361" autoAdjust="0"/>
  </p:normalViewPr>
  <p:slideViewPr>
    <p:cSldViewPr snapToGrid="0">
      <p:cViewPr varScale="1">
        <p:scale>
          <a:sx n="83" d="100"/>
          <a:sy n="83" d="100"/>
        </p:scale>
        <p:origin x="1002" y="8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1091-67E7-5292-E38D-2D24FC82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C9901-B664-9C45-69BC-652497568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05093-CD52-8349-3D98-1850900B8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1951B-00D3-7D7A-4231-8A3F45BF1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736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D33F3-9F51-CC1E-23A9-4FDF963F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B9765-3DA9-AEF7-1CA4-1BDDFC505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D0FD7-5889-7943-E78E-FB9E165C8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29CE8-7957-81AA-84E2-F39E0D46B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8382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A3545-869E-C7ED-E66B-485CA624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A615E-5ED9-D8A6-C098-D36801F16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03E24-78A6-A712-503A-EF20ED97A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40994-542A-93DD-1CD8-F3DF652F8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53742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0EE4A-A743-2AEA-04C6-944E02EF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DA683-A4BC-B0AB-8467-60A38B62F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D4D2C-2DDA-43EB-A9B2-7A544F705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BEDDA-B272-17FA-5718-A08D94F63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7486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2544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5B31-E38A-928F-93E0-EAB5CC062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63D68-0CEA-1F73-E27B-EE9F9E568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3AF26-1E1E-815C-1267-D06289C25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387DD-76A9-016A-B128-AE72BAF82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944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8B78-DF3E-A81F-7EBF-0B20C205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1AEB1-51A4-A126-C110-B9DB1B2D8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F5AFF-997E-7AB5-1D4E-3A62193B0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1DAB7-8BCF-302D-ADC2-B7CF4AB7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7537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E5F5-4CEA-D784-9629-A58FDAAD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6A281-C6AB-3132-98B3-020A812BA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EE0C0-2844-5D6A-5A47-A5F05B8BE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68A11-FCC2-FBA8-C571-122ACD843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6764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BC9AB-453B-A9A7-3355-247B6C82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FD78D-97E9-EB61-7132-E17001A52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BE789-25E6-FE81-4547-1FD992C1E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5A922-4B36-AC93-9E31-1E9D32F38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3667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70651-D085-1D83-B27D-A7011D469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8D93C-B63D-9B66-3AB6-A038362BC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9279A-4FD1-CA51-6AAD-64B000F62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AC988-D068-4B0E-09FC-BBD01FD4A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5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D78E6-254B-A20E-9A70-CAF64652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6C668-C224-35FD-8B46-55C344488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C15B2-4DF9-1621-D4C9-5EFD624A8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9C9BF-C9C3-9343-5781-240DCE04C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6747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577D4-79F1-0056-68E7-D74AF3E6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E2E54-5CEC-FE99-3386-50308B2AF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38D13-4942-AD5B-F216-C189076D6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7C96F-2275-6FE9-AB82-F9CFA2F6E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97621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1583-9BA0-8299-A082-D9B4B713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20EB2-A184-4F2B-40D3-E0D225B6D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57359-175A-E620-5D51-293375068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510AE-6974-7D21-FFFA-76E59F851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285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8902" y="914400"/>
            <a:ext cx="7437173" cy="5029200"/>
          </a:xfrm>
        </p:spPr>
        <p:txBody>
          <a:bodyPr anchor="ctr"/>
          <a:lstStyle/>
          <a:p>
            <a:r>
              <a:rPr lang="en-US" sz="8000" b="1" dirty="0"/>
              <a:t>Cancer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4"/>
    </mc:Choice>
    <mc:Fallback xmlns="">
      <p:transition spd="slow" advTm="48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9A6E-0488-35E0-8EDB-C331DB91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165F55-BC2B-6473-1B63-F42AC28B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Important Terminology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9521C-E0F0-4EBD-ECBD-1E34FF1FB6B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Neoplasm</a:t>
            </a:r>
            <a:r>
              <a:rPr lang="en-US" sz="2400" dirty="0"/>
              <a:t> – (aka: a tumor) a mass that develops when tissue cells begin to divide and multiply uncontrollably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Neoplasms can be </a:t>
            </a:r>
            <a:r>
              <a:rPr lang="en-US" sz="2400" b="1" dirty="0"/>
              <a:t>benign</a:t>
            </a:r>
            <a:r>
              <a:rPr lang="en-US" sz="2400" dirty="0"/>
              <a:t> (slow and localized growths) or </a:t>
            </a:r>
            <a:r>
              <a:rPr lang="en-US" sz="2400" b="1" dirty="0"/>
              <a:t>malignant</a:t>
            </a:r>
            <a:r>
              <a:rPr lang="en-US" sz="2400" dirty="0"/>
              <a:t> (growths that develop quickly and can metastasize)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Metastatic</a:t>
            </a:r>
            <a:r>
              <a:rPr lang="en-US" sz="2400" dirty="0"/>
              <a:t> – the capability to spread from one location to another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Five-year survival rate</a:t>
            </a:r>
            <a:r>
              <a:rPr lang="en-US" sz="2400" dirty="0"/>
              <a:t> – the estimated proportion of patients expected to be alive five years after diagnosis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Biopsy</a:t>
            </a:r>
            <a:r>
              <a:rPr lang="en-US" sz="2400" dirty="0"/>
              <a:t> – a procedure to remove a small sample of cells or tissue to test for diseases, infection, or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Adjuvant therapy</a:t>
            </a:r>
            <a:r>
              <a:rPr lang="en-US" sz="2400" dirty="0"/>
              <a:t> – when more than one therapy is used to treat a disease, typically administered after the primary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Neoadjuvant therapy</a:t>
            </a:r>
            <a:r>
              <a:rPr lang="en-US" sz="2400" dirty="0"/>
              <a:t> – when more than one therapy is used to treat a disease, where the additional treatment is given before the primary treatment</a:t>
            </a:r>
            <a:endParaRPr lang="en-US" sz="2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B598D-76DF-E05B-DEDE-0DF3DBC0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8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8620"/>
    </mc:Choice>
    <mc:Fallback xmlns="">
      <p:transition spd="slow" advTm="27862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F1F5-3860-5202-502C-D9BA9AD8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C338A-A6EA-DF1D-F1C5-564E9298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Types of Cancer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234AA-FF12-FD39-0FD5-FFA77AED27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over 200 types of cancer, but most can be classified based on their primary site (e.g., breast or lung) or by their histological 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histological type refers to the type of tissue where cancer originates, and includes: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Carcinoma</a:t>
            </a:r>
            <a:r>
              <a:rPr lang="en-US" sz="2400" dirty="0"/>
              <a:t> – cancer that forms from epithelial tissues (which form the internal and external lining of the body)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Carcinomas make up 80-90% of all cancers; ex: breast, lung, pancreatic, and colon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Sarcoma</a:t>
            </a:r>
            <a:r>
              <a:rPr lang="en-US" sz="2400" dirty="0"/>
              <a:t> – cancer that forms in connective tissue (such as bones, tendons, cartilage, muscles, and fat)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Leukemia</a:t>
            </a:r>
            <a:r>
              <a:rPr lang="en-US" sz="2400" dirty="0"/>
              <a:t> – cancer that originates in the bone marrow; “liquid” blood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Lymphoma</a:t>
            </a:r>
            <a:r>
              <a:rPr lang="en-US" sz="2400" dirty="0"/>
              <a:t> – cancer of the lymphatic system, through lymphocytes; “solid” blood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Myeloma</a:t>
            </a:r>
            <a:r>
              <a:rPr lang="en-US" sz="2400" dirty="0"/>
              <a:t> – cancer that originates in the plasma cells of bone marrow, impacting lymphatic system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Brain &amp; spinal cord cancers</a:t>
            </a:r>
            <a:r>
              <a:rPr lang="en-US" sz="2400" dirty="0"/>
              <a:t> – cancer that start in the cells of the brain or spinal cord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 a note, some cancers could be considered a combination of these categories (ex: endometrial carcinosarcoma)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91C12-529E-3EDC-D5CA-CE3AA6C1B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6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306"/>
    </mc:Choice>
    <mc:Fallback xmlns="">
      <p:transition spd="slow" advTm="39030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FCC7-C222-38B2-375F-08D509DF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BFF41D-9EC3-C3D4-11DF-8DFDEF5B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Most Common Types of Cancer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DE7A9-F6CE-7068-3416-65C4BFE57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33E3B1-AEB1-252E-F1CE-CA9465CF8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30" y="1371599"/>
            <a:ext cx="8630671" cy="540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7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719"/>
    </mc:Choice>
    <mc:Fallback xmlns="">
      <p:transition spd="slow" advTm="216719"/>
    </mc:Fallback>
  </mc:AlternateContent>
  <p:extLst>
    <p:ext uri="{3A86A75C-4F4B-4683-9AE1-C65F6400EC91}">
      <p14:laserTraceLst xmlns:p14="http://schemas.microsoft.com/office/powerpoint/2010/main">
        <p14:tracePtLst>
          <p14:tracePt t="33587" x="4672013" y="6596063"/>
          <p14:tracePt t="35008" x="11113" y="2513013"/>
          <p14:tracePt t="35014" x="22225" y="2479675"/>
          <p14:tracePt t="35015" x="33338" y="2455863"/>
          <p14:tracePt t="35024" x="79375" y="2360613"/>
          <p14:tracePt t="35034" x="141288" y="2265363"/>
          <p14:tracePt t="35044" x="225425" y="2174875"/>
          <p14:tracePt t="35054" x="298450" y="2119313"/>
          <p14:tracePt t="35055" x="314325" y="2108200"/>
          <p14:tracePt t="35064" x="415925" y="2046288"/>
          <p14:tracePt t="35074" x="506413" y="2006600"/>
          <p14:tracePt t="35084" x="590550" y="1978025"/>
          <p14:tracePt t="35094" x="646113" y="1962150"/>
          <p14:tracePt t="35104" x="663575" y="1955800"/>
          <p14:tracePt t="35114" x="668338" y="1955800"/>
          <p14:tracePt t="35144" x="674688" y="1955800"/>
          <p14:tracePt t="35204" x="674688" y="1962150"/>
          <p14:tracePt t="35206" x="674688" y="1966913"/>
          <p14:tracePt t="35214" x="674688" y="1990725"/>
          <p14:tracePt t="35215" x="674688" y="2001838"/>
          <p14:tracePt t="35224" x="668338" y="2046288"/>
          <p14:tracePt t="35234" x="657225" y="2085975"/>
          <p14:tracePt t="35244" x="646113" y="2101850"/>
          <p14:tracePt t="35245" x="641350" y="2101850"/>
          <p14:tracePt t="35254" x="623888" y="2119313"/>
          <p14:tracePt t="35264" x="612775" y="2124075"/>
          <p14:tracePt t="35265" x="606425" y="2124075"/>
          <p14:tracePt t="35274" x="595313" y="2130425"/>
          <p14:tracePt t="35275" x="595313" y="2136775"/>
          <p14:tracePt t="35284" x="579438" y="2136775"/>
          <p14:tracePt t="35294" x="573088" y="2141538"/>
          <p14:tracePt t="35304" x="561975" y="2141538"/>
          <p14:tracePt t="35314" x="557213" y="2147888"/>
          <p14:tracePt t="35344" x="550863" y="2147888"/>
          <p14:tracePt t="35402" x="557213" y="2147888"/>
          <p14:tracePt t="35404" x="561975" y="2147888"/>
          <p14:tracePt t="35414" x="584200" y="2147888"/>
          <p14:tracePt t="35424" x="617538" y="2136775"/>
          <p14:tracePt t="35434" x="674688" y="2130425"/>
          <p14:tracePt t="35444" x="730250" y="2119313"/>
          <p14:tracePt t="35454" x="792163" y="2108200"/>
          <p14:tracePt t="35464" x="842963" y="2090738"/>
          <p14:tracePt t="35474" x="876300" y="2085975"/>
          <p14:tracePt t="35484" x="900113" y="2079625"/>
          <p14:tracePt t="35494" x="904875" y="2079625"/>
          <p14:tracePt t="35518" x="911225" y="2079625"/>
          <p14:tracePt t="35802" x="915988" y="2079625"/>
          <p14:tracePt t="35806" x="922338" y="2085975"/>
          <p14:tracePt t="35814" x="938213" y="2097088"/>
          <p14:tracePt t="35824" x="973138" y="2124075"/>
          <p14:tracePt t="35834" x="1000125" y="2147888"/>
          <p14:tracePt t="35844" x="1046163" y="2181225"/>
          <p14:tracePt t="35854" x="1090613" y="2209800"/>
          <p14:tracePt t="35864" x="1130300" y="2232025"/>
          <p14:tracePt t="35874" x="1163638" y="2254250"/>
          <p14:tracePt t="35884" x="1181100" y="2265363"/>
          <p14:tracePt t="35894" x="1185863" y="2271713"/>
          <p14:tracePt t="35922" x="1192213" y="2271713"/>
          <p14:tracePt t="35938" x="1192213" y="2276475"/>
          <p14:tracePt t="36006" x="1196975" y="2276475"/>
          <p14:tracePt t="36016" x="1203325" y="2276475"/>
          <p14:tracePt t="36026" x="1208088" y="2276475"/>
          <p14:tracePt t="36034" x="1214438" y="2276475"/>
          <p14:tracePt t="36038" x="1219200" y="2276475"/>
          <p14:tracePt t="36044" x="1225550" y="2271713"/>
          <p14:tracePt t="36054" x="1247775" y="2265363"/>
          <p14:tracePt t="36064" x="1292225" y="2259013"/>
          <p14:tracePt t="36074" x="1343025" y="2254250"/>
          <p14:tracePt t="36084" x="1400175" y="2247900"/>
          <p14:tracePt t="36094" x="1477963" y="2243138"/>
          <p14:tracePt t="36104" x="1528763" y="2236788"/>
          <p14:tracePt t="36114" x="1562100" y="2225675"/>
          <p14:tracePt t="36124" x="1573213" y="2225675"/>
          <p14:tracePt t="36134" x="1585913" y="2225675"/>
          <p14:tracePt t="36144" x="1597025" y="2225675"/>
          <p14:tracePt t="36184" x="1601788" y="2225675"/>
          <p14:tracePt t="36406" x="1601788" y="2220913"/>
          <p14:tracePt t="36422" x="1601788" y="2214563"/>
          <p14:tracePt t="36432" x="1601788" y="2209800"/>
          <p14:tracePt t="36436" x="1608138" y="2209800"/>
          <p14:tracePt t="36444" x="1612900" y="2198688"/>
          <p14:tracePt t="36454" x="1619250" y="2192338"/>
          <p14:tracePt t="36464" x="1619250" y="2185988"/>
          <p14:tracePt t="36474" x="1624013" y="2181225"/>
          <p14:tracePt t="36494" x="1630363" y="2181225"/>
          <p14:tracePt t="36512" x="1635125" y="2181225"/>
          <p14:tracePt t="36542" x="1635125" y="2174875"/>
          <p14:tracePt t="36586" x="1641475" y="2174875"/>
          <p14:tracePt t="36686" x="1641475" y="2170113"/>
          <p14:tracePt t="36688" x="1635125" y="2170113"/>
          <p14:tracePt t="36694" x="1630363" y="2159000"/>
          <p14:tracePt t="36704" x="1619250" y="2147888"/>
          <p14:tracePt t="36714" x="1601788" y="2130425"/>
          <p14:tracePt t="36724" x="1597025" y="2124075"/>
          <p14:tracePt t="36734" x="1585913" y="2119313"/>
          <p14:tracePt t="36754" x="1585913" y="2112963"/>
          <p14:tracePt t="36780" x="1579563" y="2112963"/>
          <p14:tracePt t="36786" x="1579563" y="2108200"/>
          <p14:tracePt t="36926" x="1585913" y="2108200"/>
          <p14:tracePt t="36928" x="1590675" y="2108200"/>
          <p14:tracePt t="36934" x="1597025" y="2108200"/>
          <p14:tracePt t="36944" x="1619250" y="2108200"/>
          <p14:tracePt t="36954" x="1646238" y="2101850"/>
          <p14:tracePt t="36964" x="1685925" y="2101850"/>
          <p14:tracePt t="36974" x="1719263" y="2097088"/>
          <p14:tracePt t="36984" x="1736725" y="2090738"/>
          <p14:tracePt t="36994" x="1747838" y="2090738"/>
          <p14:tracePt t="37004" x="1754188" y="2090738"/>
          <p14:tracePt t="37014" x="1758950" y="2090738"/>
          <p14:tracePt t="37024" x="1765300" y="2085975"/>
          <p14:tracePt t="37034" x="1776413" y="2085975"/>
          <p14:tracePt t="37044" x="1781175" y="2085975"/>
          <p14:tracePt t="37054" x="1793875" y="2085975"/>
          <p14:tracePt t="37064" x="1798638" y="2085975"/>
          <p14:tracePt t="37074" x="1804988" y="2085975"/>
          <p14:tracePt t="37084" x="1809750" y="2085975"/>
          <p14:tracePt t="37565" x="1809750" y="2079625"/>
          <p14:tracePt t="38234" x="1809750" y="2085975"/>
          <p14:tracePt t="38244" x="1809750" y="2090738"/>
          <p14:tracePt t="38252" x="1809750" y="2097088"/>
          <p14:tracePt t="38256" x="1809750" y="2101850"/>
          <p14:tracePt t="38264" x="1809750" y="2108200"/>
          <p14:tracePt t="38274" x="1809750" y="2130425"/>
          <p14:tracePt t="38284" x="1809750" y="2147888"/>
          <p14:tracePt t="38294" x="1809750" y="2159000"/>
          <p14:tracePt t="38304" x="1809750" y="2170113"/>
          <p14:tracePt t="38314" x="1809750" y="2181225"/>
          <p14:tracePt t="38324" x="1809750" y="2192338"/>
          <p14:tracePt t="38334" x="1809750" y="2198688"/>
          <p14:tracePt t="38344" x="1809750" y="2203450"/>
          <p14:tracePt t="38354" x="1809750" y="2214563"/>
          <p14:tracePt t="38364" x="1809750" y="2225675"/>
          <p14:tracePt t="38374" x="1809750" y="2232025"/>
          <p14:tracePt t="38384" x="1809750" y="2236788"/>
          <p14:tracePt t="38418" x="1809750" y="2243138"/>
          <p14:tracePt t="38460" x="1809750" y="2247900"/>
          <p14:tracePt t="38484" x="1809750" y="2254250"/>
          <p14:tracePt t="38490" x="1809750" y="2259013"/>
          <p14:tracePt t="38498" x="1809750" y="2265363"/>
          <p14:tracePt t="38504" x="1809750" y="2271713"/>
          <p14:tracePt t="38514" x="1809750" y="2287588"/>
          <p14:tracePt t="38524" x="1809750" y="2298700"/>
          <p14:tracePt t="38534" x="1809750" y="2309813"/>
          <p14:tracePt t="38544" x="1809750" y="2316163"/>
          <p14:tracePt t="38554" x="1809750" y="2327275"/>
          <p14:tracePt t="38564" x="1809750" y="2333625"/>
          <p14:tracePt t="38574" x="1809750" y="2338388"/>
          <p14:tracePt t="38584" x="1809750" y="2344738"/>
          <p14:tracePt t="38594" x="1809750" y="2360613"/>
          <p14:tracePt t="38604" x="1809750" y="2378075"/>
          <p14:tracePt t="38614" x="1809750" y="2393950"/>
          <p14:tracePt t="38624" x="1809750" y="2406650"/>
          <p14:tracePt t="38634" x="1809750" y="2422525"/>
          <p14:tracePt t="38644" x="1809750" y="2433638"/>
          <p14:tracePt t="38654" x="1809750" y="2439988"/>
          <p14:tracePt t="38664" x="1809750" y="2444750"/>
          <p14:tracePt t="38700" x="1816100" y="2444750"/>
          <p14:tracePt t="38706" x="1816100" y="2451100"/>
          <p14:tracePt t="38732" x="1816100" y="2455863"/>
          <p14:tracePt t="38742" x="1816100" y="2462213"/>
          <p14:tracePt t="38746" x="1816100" y="2466975"/>
          <p14:tracePt t="38758" x="1816100" y="2473325"/>
          <p14:tracePt t="38788" x="1816100" y="2479675"/>
          <p14:tracePt t="38832" x="1816100" y="2484438"/>
          <p14:tracePt t="38853" x="1816100" y="2490788"/>
          <p14:tracePt t="38858" x="1816100" y="2495550"/>
          <p14:tracePt t="38868" x="1816100" y="2501900"/>
          <p14:tracePt t="38878" x="1816100" y="2506663"/>
          <p14:tracePt t="38892" x="1816100" y="2513013"/>
          <p14:tracePt t="38922" x="1816100" y="2517775"/>
          <p14:tracePt t="38998" x="1820863" y="2517775"/>
          <p14:tracePt t="39056" x="1820863" y="2513013"/>
          <p14:tracePt t="39088" x="1820863" y="2506663"/>
          <p14:tracePt t="39110" x="1820863" y="2501900"/>
          <p14:tracePt t="39122" x="1820863" y="2495550"/>
          <p14:tracePt t="39126" x="1820863" y="2490788"/>
          <p14:tracePt t="39136" x="1820863" y="2484438"/>
          <p14:tracePt t="39144" x="1820863" y="2479675"/>
          <p14:tracePt t="39150" x="1820863" y="2473325"/>
          <p14:tracePt t="39154" x="1820863" y="2462213"/>
          <p14:tracePt t="39164" x="1816100" y="2444750"/>
          <p14:tracePt t="39174" x="1816100" y="2422525"/>
          <p14:tracePt t="39184" x="1816100" y="2400300"/>
          <p14:tracePt t="39194" x="1816100" y="2382838"/>
          <p14:tracePt t="39204" x="1816100" y="2366963"/>
          <p14:tracePt t="39214" x="1816100" y="2355850"/>
          <p14:tracePt t="39224" x="1816100" y="2344738"/>
          <p14:tracePt t="39234" x="1816100" y="2338388"/>
          <p14:tracePt t="39244" x="1816100" y="2333625"/>
          <p14:tracePt t="39254" x="1816100" y="2327275"/>
          <p14:tracePt t="39264" x="1816100" y="2316163"/>
          <p14:tracePt t="39274" x="1816100" y="2309813"/>
          <p14:tracePt t="39284" x="1816100" y="2305050"/>
          <p14:tracePt t="39294" x="1816100" y="2298700"/>
          <p14:tracePt t="39304" x="1809750" y="2298700"/>
          <p14:tracePt t="39314" x="1809750" y="2293938"/>
          <p14:tracePt t="39342" x="1809750" y="2287588"/>
          <p14:tracePt t="39352" x="1809750" y="2282825"/>
          <p14:tracePt t="39356" x="1809750" y="2276475"/>
          <p14:tracePt t="39360" x="1809750" y="2271713"/>
          <p14:tracePt t="39364" x="1809750" y="2265363"/>
          <p14:tracePt t="39374" x="1809750" y="2247900"/>
          <p14:tracePt t="39384" x="1809750" y="2236788"/>
          <p14:tracePt t="39394" x="1809750" y="2225675"/>
          <p14:tracePt t="39404" x="1809750" y="2214563"/>
          <p14:tracePt t="39414" x="1809750" y="2203450"/>
          <p14:tracePt t="39424" x="1809750" y="2198688"/>
          <p14:tracePt t="39434" x="1809750" y="2185988"/>
          <p14:tracePt t="39444" x="1809750" y="2174875"/>
          <p14:tracePt t="39454" x="1809750" y="2163763"/>
          <p14:tracePt t="39464" x="1809750" y="2159000"/>
          <p14:tracePt t="39488" x="1809750" y="2152650"/>
          <p14:tracePt t="39548" x="1809750" y="2147888"/>
          <p14:tracePt t="39558" x="1809750" y="2141538"/>
          <p14:tracePt t="39564" x="1809750" y="2136775"/>
          <p14:tracePt t="39576" x="1809750" y="2130425"/>
          <p14:tracePt t="39598" x="1809750" y="2124075"/>
          <p14:tracePt t="39644" x="1809750" y="2119313"/>
          <p14:tracePt t="39674" x="1809750" y="2112963"/>
          <p14:tracePt t="39814" x="1809750" y="2108200"/>
          <p14:tracePt t="39822" x="1809750" y="2101850"/>
          <p14:tracePt t="39828" x="1809750" y="2097088"/>
          <p14:tracePt t="39834" x="1809750" y="2090738"/>
          <p14:tracePt t="39844" x="1809750" y="2085975"/>
          <p14:tracePt t="39854" x="1809750" y="2079625"/>
          <p14:tracePt t="39882" x="1809750" y="2074863"/>
          <p14:tracePt t="39915" x="1809750" y="2068513"/>
          <p14:tracePt t="41506" x="1809750" y="2074863"/>
          <p14:tracePt t="41514" x="1809750" y="2079625"/>
          <p14:tracePt t="41520" x="1809750" y="2085975"/>
          <p14:tracePt t="41524" x="1809750" y="2090738"/>
          <p14:tracePt t="41534" x="1809750" y="2101850"/>
          <p14:tracePt t="41544" x="1809750" y="2124075"/>
          <p14:tracePt t="41554" x="1816100" y="2136775"/>
          <p14:tracePt t="41564" x="1816100" y="2152650"/>
          <p14:tracePt t="41574" x="1820863" y="2163763"/>
          <p14:tracePt t="41584" x="1827213" y="2170113"/>
          <p14:tracePt t="41594" x="1827213" y="2181225"/>
          <p14:tracePt t="41604" x="1831975" y="2185988"/>
          <p14:tracePt t="41614" x="1831975" y="2192338"/>
          <p14:tracePt t="41624" x="1838325" y="2192338"/>
          <p14:tracePt t="41634" x="1838325" y="2198688"/>
          <p14:tracePt t="41796" x="1838325" y="2203450"/>
          <p14:tracePt t="41802" x="1838325" y="2209800"/>
          <p14:tracePt t="41812" x="1843088" y="2209800"/>
          <p14:tracePt t="41816" x="1843088" y="2214563"/>
          <p14:tracePt t="41832" x="1843088" y="2220913"/>
          <p14:tracePt t="42660" x="1849438" y="2220913"/>
          <p14:tracePt t="42676" x="1854200" y="2220913"/>
          <p14:tracePt t="42704" x="1860550" y="2220913"/>
          <p14:tracePt t="43038" x="1854200" y="2220913"/>
          <p14:tracePt t="43040" x="1854200" y="2225675"/>
          <p14:tracePt t="43044" x="1849438" y="2225675"/>
          <p14:tracePt t="43054" x="1843088" y="2232025"/>
          <p14:tracePt t="43064" x="1838325" y="2232025"/>
          <p14:tracePt t="43074" x="1831975" y="2236788"/>
          <p14:tracePt t="43084" x="1827213" y="2236788"/>
          <p14:tracePt t="43094" x="1820863" y="2236788"/>
          <p14:tracePt t="43106" x="1820863" y="2243138"/>
          <p14:tracePt t="43114" x="1816100" y="2243138"/>
          <p14:tracePt t="43134" x="1809750" y="2243138"/>
          <p14:tracePt t="43776" x="1804988" y="2243138"/>
          <p14:tracePt t="44348" x="1804988" y="2247900"/>
          <p14:tracePt t="44380" x="1804988" y="2254250"/>
          <p14:tracePt t="44386" x="1804988" y="2259013"/>
          <p14:tracePt t="44396" x="1804988" y="2265363"/>
          <p14:tracePt t="44406" x="1804988" y="2271713"/>
          <p14:tracePt t="44422" x="1804988" y="2276475"/>
          <p14:tracePt t="44438" x="1804988" y="2282825"/>
          <p14:tracePt t="44468" x="1804988" y="2287588"/>
          <p14:tracePt t="44502" x="1804988" y="2293938"/>
          <p14:tracePt t="44534" x="1804988" y="2298700"/>
          <p14:tracePt t="44540" x="1804988" y="2305050"/>
          <p14:tracePt t="44550" x="1804988" y="2309813"/>
          <p14:tracePt t="44558" x="1804988" y="2316163"/>
          <p14:tracePt t="44568" x="1804988" y="2320925"/>
          <p14:tracePt t="44580" x="1804988" y="2327275"/>
          <p14:tracePt t="44628" x="1804988" y="2333625"/>
          <p14:tracePt t="44722" x="1804988" y="2338388"/>
          <p14:tracePt t="44726" x="1804988" y="2344738"/>
          <p14:tracePt t="44734" x="1804988" y="2366963"/>
          <p14:tracePt t="44744" x="1804988" y="2400300"/>
          <p14:tracePt t="44754" x="1804988" y="2433638"/>
          <p14:tracePt t="44764" x="1804988" y="2451100"/>
          <p14:tracePt t="44774" x="1804988" y="2462213"/>
          <p14:tracePt t="44792" x="1804988" y="2466975"/>
          <p14:tracePt t="47536" x="1809750" y="2466975"/>
          <p14:tracePt t="47540" x="1816100" y="2466975"/>
          <p14:tracePt t="47544" x="1820863" y="2466975"/>
          <p14:tracePt t="47545" x="1827213" y="2466975"/>
          <p14:tracePt t="47554" x="1854200" y="2466975"/>
          <p14:tracePt t="47554" x="1860550" y="2466975"/>
          <p14:tracePt t="47564" x="1911350" y="2451100"/>
          <p14:tracePt t="47565" x="1927225" y="2451100"/>
          <p14:tracePt t="47574" x="2039938" y="2451100"/>
          <p14:tracePt t="47584" x="2243138" y="2439988"/>
          <p14:tracePt t="47594" x="2439988" y="2439988"/>
          <p14:tracePt t="47595" x="2490788" y="2439988"/>
          <p14:tracePt t="47604" x="2725738" y="2439988"/>
          <p14:tracePt t="47605" x="2776538" y="2439988"/>
          <p14:tracePt t="47614" x="3052763" y="2439988"/>
          <p14:tracePt t="47624" x="3271838" y="2439988"/>
          <p14:tracePt t="47625" x="3316288" y="2439988"/>
          <p14:tracePt t="47634" x="3546475" y="2439988"/>
          <p14:tracePt t="47644" x="3709988" y="2439988"/>
          <p14:tracePt t="47645" x="3743325" y="2439988"/>
          <p14:tracePt t="47654" x="3906838" y="2433638"/>
          <p14:tracePt t="47664" x="4024313" y="2428875"/>
          <p14:tracePt t="47674" x="4092575" y="2428875"/>
          <p14:tracePt t="47684" x="4137025" y="2428875"/>
          <p14:tracePt t="47685" x="4148138" y="2428875"/>
          <p14:tracePt t="47694" x="4187825" y="2428875"/>
          <p14:tracePt t="47704" x="4232275" y="2428875"/>
          <p14:tracePt t="47714" x="4271963" y="2428875"/>
          <p14:tracePt t="47724" x="4311650" y="2428875"/>
          <p14:tracePt t="47734" x="4333875" y="2422525"/>
          <p14:tracePt t="47744" x="4356100" y="2417763"/>
          <p14:tracePt t="47754" x="4384675" y="2406650"/>
          <p14:tracePt t="47764" x="4413250" y="2393950"/>
          <p14:tracePt t="47764" x="4418013" y="2393950"/>
          <p14:tracePt t="47774" x="4462463" y="2366963"/>
          <p14:tracePt t="47784" x="4513263" y="2344738"/>
          <p14:tracePt t="47794" x="4559300" y="2309813"/>
          <p14:tracePt t="47804" x="4603750" y="2282825"/>
          <p14:tracePt t="47814" x="4632325" y="2259013"/>
          <p14:tracePt t="47824" x="4648200" y="2247900"/>
          <p14:tracePt t="47834" x="4665663" y="2247900"/>
          <p14:tracePt t="47835" x="4670425" y="2243138"/>
          <p14:tracePt t="47844" x="4705350" y="2236788"/>
          <p14:tracePt t="47854" x="4749800" y="2236788"/>
          <p14:tracePt t="47854" x="4760913" y="2236788"/>
          <p14:tracePt t="47864" x="4840288" y="2232025"/>
          <p14:tracePt t="47874" x="4946650" y="2232025"/>
          <p14:tracePt t="47884" x="5070475" y="2236788"/>
          <p14:tracePt t="47894" x="5199063" y="2259013"/>
          <p14:tracePt t="47904" x="5294313" y="2276475"/>
          <p14:tracePt t="47904" x="5318125" y="2282825"/>
          <p14:tracePt t="47914" x="5402263" y="2298700"/>
          <p14:tracePt t="47924" x="5446713" y="2316163"/>
          <p14:tracePt t="47924" x="5457825" y="2320925"/>
          <p14:tracePt t="47934" x="5491163" y="2338388"/>
          <p14:tracePt t="47944" x="5519738" y="2355850"/>
          <p14:tracePt t="47954" x="5553075" y="2393950"/>
          <p14:tracePt t="47964" x="5592763" y="2451100"/>
          <p14:tracePt t="47974" x="5614988" y="2557463"/>
          <p14:tracePt t="47984" x="5614988" y="2676525"/>
          <p14:tracePt t="47994" x="5559425" y="2760663"/>
          <p14:tracePt t="48004" x="5464175" y="2809875"/>
          <p14:tracePt t="48014" x="5429250" y="2787650"/>
          <p14:tracePt t="48024" x="5424488" y="2787650"/>
          <p14:tracePt t="48038" x="5424488" y="2782888"/>
          <p14:tracePt t="48044" x="5418138" y="2782888"/>
          <p14:tracePt t="48574" x="5424488" y="2782888"/>
          <p14:tracePt t="48576" x="5429250" y="2782888"/>
          <p14:tracePt t="48584" x="5464175" y="2765425"/>
          <p14:tracePt t="48594" x="5497513" y="2736850"/>
          <p14:tracePt t="48604" x="5526088" y="2714625"/>
          <p14:tracePt t="48605" x="5537200" y="2714625"/>
          <p14:tracePt t="48614" x="5559425" y="2692400"/>
          <p14:tracePt t="48624" x="5581650" y="2681288"/>
          <p14:tracePt t="48634" x="5610225" y="2663825"/>
          <p14:tracePt t="48644" x="5632450" y="2647950"/>
          <p14:tracePt t="48654" x="5676900" y="2608263"/>
          <p14:tracePt t="48664" x="5705475" y="2568575"/>
          <p14:tracePt t="48664" x="5716588" y="2563813"/>
          <p14:tracePt t="48674" x="5749925" y="2513013"/>
          <p14:tracePt t="48684" x="5789613" y="2462213"/>
          <p14:tracePt t="48694" x="5811838" y="2433638"/>
          <p14:tracePt t="48704" x="5818188" y="2422525"/>
          <p14:tracePt t="48714" x="5840413" y="2406650"/>
          <p14:tracePt t="48724" x="5884863" y="2366963"/>
          <p14:tracePt t="48725" x="5891213" y="2360613"/>
          <p14:tracePt t="48734" x="5969000" y="2309813"/>
          <p14:tracePt t="48744" x="6030913" y="2271713"/>
          <p14:tracePt t="48745" x="6037263" y="2259013"/>
          <p14:tracePt t="48754" x="6076950" y="2232025"/>
          <p14:tracePt t="48764" x="6088063" y="2214563"/>
          <p14:tracePt t="48765" x="6092825" y="2214563"/>
          <p14:tracePt t="48774" x="6099175" y="2203450"/>
          <p14:tracePt t="48784" x="6099175" y="2192338"/>
          <p14:tracePt t="48794" x="6099175" y="2181225"/>
          <p14:tracePt t="48804" x="6103938" y="2163763"/>
          <p14:tracePt t="48814" x="6103938" y="2136775"/>
          <p14:tracePt t="48824" x="6110288" y="2097088"/>
          <p14:tracePt t="48834" x="6121400" y="2051050"/>
          <p14:tracePt t="48844" x="6138863" y="2001838"/>
          <p14:tracePt t="48854" x="6161088" y="1944688"/>
          <p14:tracePt t="48864" x="6172200" y="1905000"/>
          <p14:tracePt t="48865" x="6172200" y="1900238"/>
          <p14:tracePt t="48874" x="6188075" y="1860550"/>
          <p14:tracePt t="48884" x="6194425" y="1831975"/>
          <p14:tracePt t="48894" x="6200775" y="1820863"/>
          <p14:tracePt t="48904" x="6200775" y="1816100"/>
          <p14:tracePt t="48936" x="6200775" y="1809750"/>
          <p14:tracePt t="48978" x="6200775" y="1816100"/>
          <p14:tracePt t="48982" x="6200775" y="1820863"/>
          <p14:tracePt t="48986" x="6200775" y="1827213"/>
          <p14:tracePt t="48994" x="6194425" y="1843088"/>
          <p14:tracePt t="49004" x="6183313" y="1882775"/>
          <p14:tracePt t="49014" x="6172200" y="1911350"/>
          <p14:tracePt t="49024" x="6161088" y="1944688"/>
          <p14:tracePt t="49034" x="6154738" y="1973263"/>
          <p14:tracePt t="49044" x="6149975" y="2006600"/>
          <p14:tracePt t="49054" x="6143625" y="2039938"/>
          <p14:tracePt t="49064" x="6138863" y="2068513"/>
          <p14:tracePt t="49074" x="6132513" y="2097088"/>
          <p14:tracePt t="49084" x="6126163" y="2119313"/>
          <p14:tracePt t="49094" x="6121400" y="2136775"/>
          <p14:tracePt t="49104" x="6121400" y="2147888"/>
          <p14:tracePt t="49114" x="6115050" y="2152650"/>
          <p14:tracePt t="49115" x="6115050" y="2159000"/>
          <p14:tracePt t="49124" x="6115050" y="2163763"/>
          <p14:tracePt t="49134" x="6115050" y="2174875"/>
          <p14:tracePt t="49144" x="6115050" y="2185988"/>
          <p14:tracePt t="49154" x="6115050" y="2192338"/>
          <p14:tracePt t="49292" x="6110288" y="2192338"/>
          <p14:tracePt t="49322" x="6103938" y="2192338"/>
          <p14:tracePt t="49348" x="6099175" y="2198688"/>
          <p14:tracePt t="49362" x="6092825" y="2198688"/>
          <p14:tracePt t="49410" x="6088063" y="2198688"/>
          <p14:tracePt t="49414" x="6088063" y="2192338"/>
          <p14:tracePt t="49418" x="6088063" y="2185988"/>
          <p14:tracePt t="49424" x="6088063" y="2181225"/>
          <p14:tracePt t="49434" x="6081713" y="2170113"/>
          <p14:tracePt t="49435" x="6081713" y="2163763"/>
          <p14:tracePt t="49444" x="6076950" y="2152650"/>
          <p14:tracePt t="49445" x="6076950" y="2147888"/>
          <p14:tracePt t="49454" x="6070600" y="2130425"/>
          <p14:tracePt t="49464" x="6070600" y="2119313"/>
          <p14:tracePt t="49474" x="6065838" y="2101850"/>
          <p14:tracePt t="49484" x="6065838" y="2097088"/>
          <p14:tracePt t="49512" x="6065838" y="2090738"/>
          <p14:tracePt t="49602" x="6065838" y="2097088"/>
          <p14:tracePt t="49608" x="6065838" y="2101850"/>
          <p14:tracePt t="49614" x="6059488" y="2108200"/>
          <p14:tracePt t="49615" x="6059488" y="2112963"/>
          <p14:tracePt t="49624" x="6059488" y="2124075"/>
          <p14:tracePt t="49634" x="6053138" y="2141538"/>
          <p14:tracePt t="49644" x="6053138" y="2147888"/>
          <p14:tracePt t="49654" x="6048375" y="2159000"/>
          <p14:tracePt t="49664" x="6048375" y="2163763"/>
          <p14:tracePt t="49710" x="6048375" y="2170113"/>
          <p14:tracePt t="49720" x="6048375" y="2174875"/>
          <p14:tracePt t="49730" x="6048375" y="2181225"/>
          <p14:tracePt t="49732" x="6048375" y="2185988"/>
          <p14:tracePt t="49740" x="6048375" y="2192338"/>
          <p14:tracePt t="49750" x="6048375" y="2198688"/>
          <p14:tracePt t="49760" x="6053138" y="2198688"/>
          <p14:tracePt t="49764" x="6053138" y="2203450"/>
          <p14:tracePt t="49792" x="6053138" y="2209800"/>
          <p14:tracePt t="49850" x="6053138" y="2203450"/>
          <p14:tracePt t="49854" x="6059488" y="2203450"/>
          <p14:tracePt t="49856" x="6059488" y="2198688"/>
          <p14:tracePt t="49864" x="6059488" y="2192338"/>
          <p14:tracePt t="49864" x="6059488" y="2185988"/>
          <p14:tracePt t="49874" x="6065838" y="2170113"/>
          <p14:tracePt t="49884" x="6065838" y="2152650"/>
          <p14:tracePt t="49894" x="6065838" y="2136775"/>
          <p14:tracePt t="49910" x="6065838" y="2130425"/>
          <p14:tracePt t="49914" x="6070600" y="2130425"/>
          <p14:tracePt t="50560" x="6070600" y="2124075"/>
          <p14:tracePt t="50572" x="6076950" y="2124075"/>
          <p14:tracePt t="50574" x="6076950" y="2119313"/>
          <p14:tracePt t="50578" x="6076950" y="2112963"/>
          <p14:tracePt t="50588" x="6076950" y="2108200"/>
          <p14:tracePt t="50594" x="6081713" y="2108200"/>
          <p14:tracePt t="50604" x="6081713" y="2101850"/>
          <p14:tracePt t="50630" x="6088063" y="2101850"/>
          <p14:tracePt t="50648" x="6088063" y="2097088"/>
          <p14:tracePt t="50684" x="6088063" y="2101850"/>
          <p14:tracePt t="50688" x="6088063" y="2112963"/>
          <p14:tracePt t="50694" x="6088063" y="2124075"/>
          <p14:tracePt t="50704" x="6099175" y="2141538"/>
          <p14:tracePt t="50714" x="6103938" y="2163763"/>
          <p14:tracePt t="50724" x="6103938" y="2174875"/>
          <p14:tracePt t="50746" x="6103938" y="2181225"/>
          <p14:tracePt t="50748" x="6110288" y="2181225"/>
          <p14:tracePt t="50826" x="6110288" y="2174875"/>
          <p14:tracePt t="50830" x="6110288" y="2170113"/>
          <p14:tracePt t="50834" x="6110288" y="2163763"/>
          <p14:tracePt t="50844" x="6110288" y="2141538"/>
          <p14:tracePt t="50854" x="6110288" y="2112963"/>
          <p14:tracePt t="50864" x="6110288" y="2097088"/>
          <p14:tracePt t="50874" x="6110288" y="2079625"/>
          <p14:tracePt t="50884" x="6110288" y="2063750"/>
          <p14:tracePt t="50894" x="6110288" y="2057400"/>
          <p14:tracePt t="50918" x="6103938" y="2057400"/>
          <p14:tracePt t="50924" x="6103938" y="2051050"/>
          <p14:tracePt t="51000" x="6099175" y="2051050"/>
          <p14:tracePt t="51030" x="6092825" y="2051050"/>
          <p14:tracePt t="51034" x="6092825" y="2057400"/>
          <p14:tracePt t="51248" x="6092825" y="2063750"/>
          <p14:tracePt t="51258" x="6092825" y="2068513"/>
          <p14:tracePt t="51264" x="6092825" y="2074863"/>
          <p14:tracePt t="51272" x="6092825" y="2079625"/>
          <p14:tracePt t="51284" x="6092825" y="2085975"/>
          <p14:tracePt t="51310" x="6092825" y="2090738"/>
          <p14:tracePt t="51314" x="6088063" y="2090738"/>
          <p14:tracePt t="51588" x="6081713" y="2090738"/>
          <p14:tracePt t="51616" x="6081713" y="2097088"/>
          <p14:tracePt t="51634" x="6076950" y="2097088"/>
          <p14:tracePt t="51664" x="6070600" y="2097088"/>
          <p14:tracePt t="51982" x="6070600" y="2101850"/>
          <p14:tracePt t="51986" x="6070600" y="2108200"/>
          <p14:tracePt t="51994" x="6070600" y="2119313"/>
          <p14:tracePt t="52004" x="6070600" y="2141538"/>
          <p14:tracePt t="52014" x="6070600" y="2159000"/>
          <p14:tracePt t="52024" x="6070600" y="2170113"/>
          <p14:tracePt t="52034" x="6065838" y="2174875"/>
          <p14:tracePt t="52044" x="6065838" y="2181225"/>
          <p14:tracePt t="52054" x="6065838" y="2185988"/>
          <p14:tracePt t="52094" x="6065838" y="2192338"/>
          <p14:tracePt t="52132" x="6065838" y="2198688"/>
          <p14:tracePt t="52146" x="6065838" y="2203450"/>
          <p14:tracePt t="52152" x="6065838" y="2209800"/>
          <p14:tracePt t="52168" x="6065838" y="2214563"/>
          <p14:tracePt t="52202" x="6065838" y="2220913"/>
          <p14:tracePt t="52224" x="6065838" y="2225675"/>
          <p14:tracePt t="52230" x="6065838" y="2232025"/>
          <p14:tracePt t="52238" x="6065838" y="2236788"/>
          <p14:tracePt t="52246" x="6065838" y="2243138"/>
          <p14:tracePt t="52254" x="6065838" y="2247900"/>
          <p14:tracePt t="52264" x="6065838" y="2254250"/>
          <p14:tracePt t="52274" x="6065838" y="2265363"/>
          <p14:tracePt t="52284" x="6065838" y="2271713"/>
          <p14:tracePt t="52294" x="6065838" y="2282825"/>
          <p14:tracePt t="52304" x="6065838" y="2293938"/>
          <p14:tracePt t="52314" x="6065838" y="2309813"/>
          <p14:tracePt t="52324" x="6065838" y="2316163"/>
          <p14:tracePt t="52334" x="6070600" y="2320925"/>
          <p14:tracePt t="52344" x="6076950" y="2320925"/>
          <p14:tracePt t="52354" x="6081713" y="2320925"/>
          <p14:tracePt t="52398" x="6088063" y="2320925"/>
          <p14:tracePt t="52410" x="6092825" y="2320925"/>
          <p14:tracePt t="52414" x="6099175" y="2316163"/>
          <p14:tracePt t="52426" x="6103938" y="2316163"/>
          <p14:tracePt t="52428" x="6103938" y="2309813"/>
          <p14:tracePt t="52436" x="6110288" y="2309813"/>
          <p14:tracePt t="52444" x="6110288" y="2305050"/>
          <p14:tracePt t="52454" x="6115050" y="2305050"/>
          <p14:tracePt t="52464" x="6115050" y="2293938"/>
          <p14:tracePt t="52484" x="6115050" y="2287588"/>
          <p14:tracePt t="52518" x="6115050" y="2282825"/>
          <p14:tracePt t="52536" x="6115050" y="2276475"/>
          <p14:tracePt t="52546" x="6115050" y="2271713"/>
          <p14:tracePt t="52560" x="6115050" y="2265363"/>
          <p14:tracePt t="52566" x="6110288" y="2265363"/>
          <p14:tracePt t="52576" x="6110288" y="2259013"/>
          <p14:tracePt t="52578" x="6103938" y="2259013"/>
          <p14:tracePt t="52592" x="6099175" y="2259013"/>
          <p14:tracePt t="52596" x="6099175" y="2254250"/>
          <p14:tracePt t="52604" x="6092825" y="2247900"/>
          <p14:tracePt t="52628" x="6092825" y="2243138"/>
          <p14:tracePt t="52640" x="6092825" y="2236788"/>
          <p14:tracePt t="52658" x="6092825" y="2232025"/>
          <p14:tracePt t="52674" x="6088063" y="2225675"/>
          <p14:tracePt t="52766" x="6088063" y="2232025"/>
          <p14:tracePt t="52770" x="6088063" y="2236788"/>
          <p14:tracePt t="52774" x="6088063" y="2243138"/>
          <p14:tracePt t="52784" x="6088063" y="2259013"/>
          <p14:tracePt t="52794" x="6088063" y="2276475"/>
          <p14:tracePt t="52804" x="6088063" y="2287588"/>
          <p14:tracePt t="52814" x="6088063" y="2298700"/>
          <p14:tracePt t="52824" x="6088063" y="2309813"/>
          <p14:tracePt t="52834" x="6088063" y="2316163"/>
          <p14:tracePt t="52844" x="6088063" y="2320925"/>
          <p14:tracePt t="52890" x="6088063" y="2327275"/>
          <p14:tracePt t="52920" x="6088063" y="2320925"/>
          <p14:tracePt t="52924" x="6088063" y="2316163"/>
          <p14:tracePt t="52928" x="6088063" y="2309813"/>
          <p14:tracePt t="52934" x="6088063" y="2298700"/>
          <p14:tracePt t="52944" x="6088063" y="2259013"/>
          <p14:tracePt t="52954" x="6088063" y="2232025"/>
          <p14:tracePt t="52964" x="6088063" y="2203450"/>
          <p14:tracePt t="52974" x="6088063" y="2192338"/>
          <p14:tracePt t="52984" x="6088063" y="2185988"/>
          <p14:tracePt t="52994" x="6088063" y="2181225"/>
          <p14:tracePt t="53024" x="6088063" y="2174875"/>
          <p14:tracePt t="53048" x="6088063" y="2181225"/>
          <p14:tracePt t="53054" x="6088063" y="2185988"/>
          <p14:tracePt t="53058" x="6088063" y="2192338"/>
          <p14:tracePt t="53064" x="6081713" y="2214563"/>
          <p14:tracePt t="53074" x="6076950" y="2247900"/>
          <p14:tracePt t="53084" x="6076950" y="2276475"/>
          <p14:tracePt t="53094" x="6070600" y="2309813"/>
          <p14:tracePt t="53104" x="6070600" y="2333625"/>
          <p14:tracePt t="53114" x="6070600" y="2344738"/>
          <p14:tracePt t="53124" x="6070600" y="2355850"/>
          <p14:tracePt t="53134" x="6070600" y="2360613"/>
          <p14:tracePt t="53144" x="6070600" y="2366963"/>
          <p14:tracePt t="53202" x="6070600" y="2360613"/>
          <p14:tracePt t="53206" x="6076950" y="2360613"/>
          <p14:tracePt t="53208" x="6076950" y="2355850"/>
          <p14:tracePt t="53214" x="6076950" y="2349500"/>
          <p14:tracePt t="53224" x="6081713" y="2333625"/>
          <p14:tracePt t="53234" x="6092825" y="2309813"/>
          <p14:tracePt t="53244" x="6103938" y="2271713"/>
          <p14:tracePt t="53254" x="6103938" y="2247900"/>
          <p14:tracePt t="53264" x="6110288" y="2220913"/>
          <p14:tracePt t="53274" x="6110288" y="2214563"/>
          <p14:tracePt t="53284" x="6110288" y="2209800"/>
          <p14:tracePt t="53312" x="6110288" y="2203450"/>
          <p14:tracePt t="53328" x="6110288" y="2209800"/>
          <p14:tracePt t="53330" x="6110288" y="2214563"/>
          <p14:tracePt t="53334" x="6110288" y="2225675"/>
          <p14:tracePt t="53344" x="6099175" y="2265363"/>
          <p14:tracePt t="53354" x="6081713" y="2320925"/>
          <p14:tracePt t="53364" x="6070600" y="2378075"/>
          <p14:tracePt t="53374" x="6053138" y="2433638"/>
          <p14:tracePt t="53384" x="6042025" y="2490788"/>
          <p14:tracePt t="53394" x="6030913" y="2541588"/>
          <p14:tracePt t="53404" x="6026150" y="2574925"/>
          <p14:tracePt t="53414" x="6026150" y="2597150"/>
          <p14:tracePt t="53436" x="6026150" y="2601913"/>
          <p14:tracePt t="53466" x="6026150" y="2597150"/>
          <p14:tracePt t="53470" x="6026150" y="2590800"/>
          <p14:tracePt t="53474" x="6030913" y="2568575"/>
          <p14:tracePt t="53484" x="6048375" y="2524125"/>
          <p14:tracePt t="53494" x="6065838" y="2473325"/>
          <p14:tracePt t="53504" x="6081713" y="2422525"/>
          <p14:tracePt t="53514" x="6092825" y="2366963"/>
          <p14:tracePt t="53524" x="6103938" y="2320925"/>
          <p14:tracePt t="53534" x="6110288" y="2287588"/>
          <p14:tracePt t="53544" x="6121400" y="2265363"/>
          <p14:tracePt t="53554" x="6121400" y="2254250"/>
          <p14:tracePt t="53588" x="6121400" y="2247900"/>
          <p14:tracePt t="53604" x="6121400" y="2254250"/>
          <p14:tracePt t="53606" x="6121400" y="2259013"/>
          <p14:tracePt t="53614" x="6121400" y="2282825"/>
          <p14:tracePt t="53624" x="6121400" y="2333625"/>
          <p14:tracePt t="53634" x="6115050" y="2393950"/>
          <p14:tracePt t="53644" x="6115050" y="2451100"/>
          <p14:tracePt t="53654" x="6115050" y="2495550"/>
          <p14:tracePt t="53664" x="6115050" y="2535238"/>
          <p14:tracePt t="53674" x="6115050" y="2563813"/>
          <p14:tracePt t="53684" x="6115050" y="2579688"/>
          <p14:tracePt t="53694" x="6115050" y="2586038"/>
          <p14:tracePt t="53746" x="6115050" y="2579688"/>
          <p14:tracePt t="53748" x="6115050" y="2574925"/>
          <p14:tracePt t="53754" x="6121400" y="2552700"/>
          <p14:tracePt t="53764" x="6132513" y="2506663"/>
          <p14:tracePt t="53774" x="6132513" y="2455863"/>
          <p14:tracePt t="53784" x="6138863" y="2406650"/>
          <p14:tracePt t="53794" x="6138863" y="2371725"/>
          <p14:tracePt t="53804" x="6138863" y="2344738"/>
          <p14:tracePt t="53814" x="6138863" y="2338388"/>
          <p14:tracePt t="53824" x="6138863" y="2327275"/>
          <p14:tracePt t="53866" x="6138863" y="2320925"/>
          <p14:tracePt t="53970" x="6132513" y="2320925"/>
          <p14:tracePt t="54044" x="6132513" y="2327275"/>
          <p14:tracePt t="54050" x="6138863" y="2333625"/>
          <p14:tracePt t="54054" x="6143625" y="2344738"/>
          <p14:tracePt t="54064" x="6165850" y="2382838"/>
          <p14:tracePt t="54074" x="6194425" y="2422525"/>
          <p14:tracePt t="54084" x="6227763" y="2473325"/>
          <p14:tracePt t="54094" x="6267450" y="2524125"/>
          <p14:tracePt t="54104" x="6307138" y="2568575"/>
          <p14:tracePt t="54114" x="6334125" y="2601913"/>
          <p14:tracePt t="54124" x="6340475" y="2614613"/>
          <p14:tracePt t="54166" x="6340475" y="2619375"/>
          <p14:tracePt t="54190" x="6346825" y="2619375"/>
          <p14:tracePt t="54202" x="6346825" y="2614613"/>
          <p14:tracePt t="54206" x="6346825" y="2608263"/>
          <p14:tracePt t="54208" x="6346825" y="2601913"/>
          <p14:tracePt t="54214" x="6346825" y="2597150"/>
          <p14:tracePt t="54224" x="6329363" y="2563813"/>
          <p14:tracePt t="54234" x="6318250" y="2528888"/>
          <p14:tracePt t="54244" x="6300788" y="2506663"/>
          <p14:tracePt t="54254" x="6284913" y="2484438"/>
          <p14:tracePt t="54264" x="6278563" y="2479675"/>
          <p14:tracePt t="54280" x="6273800" y="2479675"/>
          <p14:tracePt t="54284" x="6273800" y="2473325"/>
          <p14:tracePt t="54294" x="6267450" y="2473325"/>
          <p14:tracePt t="54304" x="6261100" y="2473325"/>
          <p14:tracePt t="54314" x="6256338" y="2473325"/>
          <p14:tracePt t="54324" x="6249988" y="2473325"/>
          <p14:tracePt t="54334" x="6245225" y="2473325"/>
          <p14:tracePt t="54344" x="6245225" y="2479675"/>
          <p14:tracePt t="54364" x="6238875" y="2479675"/>
          <p14:tracePt t="54376" x="6238875" y="2473325"/>
          <p14:tracePt t="54378" x="6238875" y="2466975"/>
          <p14:tracePt t="54384" x="6245225" y="2428875"/>
          <p14:tracePt t="54394" x="6261100" y="2327275"/>
          <p14:tracePt t="54404" x="6300788" y="2185988"/>
          <p14:tracePt t="54414" x="6351588" y="2024063"/>
          <p14:tracePt t="54424" x="6413500" y="1871663"/>
          <p14:tracePt t="54434" x="6457950" y="1743075"/>
          <p14:tracePt t="54444" x="6486525" y="1641475"/>
          <p14:tracePt t="54454" x="6503988" y="1585913"/>
          <p14:tracePt t="54464" x="6508750" y="1573213"/>
          <p14:tracePt t="54474" x="6508750" y="1568450"/>
          <p14:tracePt t="54506" x="6503988" y="1568450"/>
          <p14:tracePt t="54510" x="6497638" y="1579563"/>
          <p14:tracePt t="54514" x="6486525" y="1585913"/>
          <p14:tracePt t="54524" x="6457950" y="1635125"/>
          <p14:tracePt t="54534" x="6396038" y="1731963"/>
          <p14:tracePt t="54544" x="6307138" y="1849438"/>
          <p14:tracePt t="54554" x="6200775" y="1984375"/>
          <p14:tracePt t="54564" x="6081713" y="2108200"/>
          <p14:tracePt t="54574" x="5980113" y="2209800"/>
          <p14:tracePt t="54584" x="5884863" y="2287588"/>
          <p14:tracePt t="54594" x="5818188" y="2344738"/>
          <p14:tracePt t="54604" x="5756275" y="2382838"/>
          <p14:tracePt t="54614" x="5727700" y="2400300"/>
          <p14:tracePt t="54624" x="5716588" y="2406650"/>
          <p14:tracePt t="54634" x="5716588" y="2411413"/>
          <p14:tracePt t="54660" x="5710238" y="2411413"/>
          <p14:tracePt t="54686" x="5716588" y="2411413"/>
          <p14:tracePt t="54694" x="5722938" y="2411413"/>
          <p14:tracePt t="54728" x="5727700" y="2411413"/>
          <p14:tracePt t="54758" x="5734050" y="2411413"/>
          <p14:tracePt t="54766" x="5738813" y="2411413"/>
          <p14:tracePt t="54770" x="5745163" y="2411413"/>
          <p14:tracePt t="54774" x="5745163" y="2417763"/>
          <p14:tracePt t="54784" x="5761038" y="2422525"/>
          <p14:tracePt t="54794" x="5800725" y="2433638"/>
          <p14:tracePt t="54804" x="5907088" y="2444750"/>
          <p14:tracePt t="54814" x="6053138" y="2466975"/>
          <p14:tracePt t="54824" x="6234113" y="2479675"/>
          <p14:tracePt t="54834" x="6384925" y="2490788"/>
          <p14:tracePt t="54844" x="6492875" y="2495550"/>
          <p14:tracePt t="54854" x="6542088" y="2501900"/>
          <p14:tracePt t="54864" x="6554788" y="2501900"/>
          <p14:tracePt t="54880" x="6559550" y="2501900"/>
          <p14:tracePt t="54890" x="6559550" y="2506663"/>
          <p14:tracePt t="54992" x="6554788" y="2506663"/>
          <p14:tracePt t="55000" x="6548438" y="2506663"/>
          <p14:tracePt t="55002" x="6542088" y="2506663"/>
          <p14:tracePt t="55008" x="6537325" y="2506663"/>
          <p14:tracePt t="55014" x="6526213" y="2506663"/>
          <p14:tracePt t="55024" x="6481763" y="2501900"/>
          <p14:tracePt t="55034" x="6435725" y="2495550"/>
          <p14:tracePt t="55044" x="6391275" y="2490788"/>
          <p14:tracePt t="55054" x="6362700" y="2490788"/>
          <p14:tracePt t="55064" x="6351588" y="2490788"/>
          <p14:tracePt t="55075" x="6334125" y="2490788"/>
          <p14:tracePt t="55084" x="6323013" y="2490788"/>
          <p14:tracePt t="55094" x="6307138" y="2490788"/>
          <p14:tracePt t="55104" x="6296025" y="2490788"/>
          <p14:tracePt t="55114" x="6284913" y="2490788"/>
          <p14:tracePt t="55140" x="6278563" y="2490788"/>
          <p14:tracePt t="55236" x="6273800" y="2490788"/>
          <p14:tracePt t="55258" x="6273800" y="2484438"/>
          <p14:tracePt t="55288" x="6267450" y="2484438"/>
          <p14:tracePt t="55638" x="6267450" y="2479675"/>
          <p14:tracePt t="55642" x="6261100" y="2479675"/>
          <p14:tracePt t="55646" x="6256338" y="2473325"/>
          <p14:tracePt t="55655" x="6227763" y="2462213"/>
          <p14:tracePt t="55664" x="6172200" y="2433638"/>
          <p14:tracePt t="55674" x="6081713" y="2400300"/>
          <p14:tracePt t="55675" x="6059488" y="2400300"/>
          <p14:tracePt t="55684" x="5924550" y="2360613"/>
          <p14:tracePt t="55695" x="5795963" y="2333625"/>
          <p14:tracePt t="55704" x="5699125" y="2316163"/>
          <p14:tracePt t="55715" x="5649913" y="2316163"/>
          <p14:tracePt t="55725" x="5621338" y="2316163"/>
          <p14:tracePt t="55734" x="5614988" y="2316163"/>
          <p14:tracePt t="55744" x="5610225" y="2316163"/>
          <p14:tracePt t="55766" x="5603875" y="2316163"/>
          <p14:tracePt t="55842" x="5603875" y="2309813"/>
          <p14:tracePt t="64520" x="5599113" y="2309813"/>
          <p14:tracePt t="64522" x="5599113" y="2305050"/>
          <p14:tracePt t="64524" x="5599113" y="2298700"/>
          <p14:tracePt t="64535" x="5575300" y="2265363"/>
          <p14:tracePt t="64544" x="5537200" y="2181225"/>
          <p14:tracePt t="64555" x="5508625" y="2097088"/>
          <p14:tracePt t="64564" x="5497513" y="2051050"/>
          <p14:tracePt t="64574" x="5491163" y="2039938"/>
          <p14:tracePt t="64584" x="5497513" y="2035175"/>
          <p14:tracePt t="64595" x="5530850" y="2035175"/>
          <p14:tracePt t="64604" x="5588000" y="2074863"/>
          <p14:tracePt t="64614" x="5626100" y="2130425"/>
          <p14:tracePt t="64615" x="5637213" y="2152650"/>
          <p14:tracePt t="64624" x="5676900" y="2265363"/>
          <p14:tracePt t="64635" x="5710238" y="2417763"/>
          <p14:tracePt t="64644" x="5745163" y="2586038"/>
          <p14:tracePt t="64655" x="5783263" y="2765425"/>
          <p14:tracePt t="64664" x="5829300" y="2906713"/>
          <p14:tracePt t="64664" x="5840413" y="2940050"/>
          <p14:tracePt t="64674" x="5902325" y="3074988"/>
          <p14:tracePt t="64675" x="5924550" y="3108325"/>
          <p14:tracePt t="64684" x="6048375" y="3238500"/>
          <p14:tracePt t="64694" x="6188075" y="3384550"/>
          <p14:tracePt t="64704" x="6216650" y="3417888"/>
          <p14:tracePt t="64714" x="6205538" y="3417888"/>
          <p14:tracePt t="64724" x="6200775" y="3417888"/>
          <p14:tracePt t="65286" x="6205538" y="3417888"/>
          <p14:tracePt t="65288" x="6211888" y="3422650"/>
          <p14:tracePt t="65294" x="6227763" y="3435350"/>
          <p14:tracePt t="65305" x="6289675" y="3451225"/>
          <p14:tracePt t="65314" x="6318250" y="3462338"/>
          <p14:tracePt t="65325" x="6329363" y="3462338"/>
          <p14:tracePt t="65338" x="6323013" y="3462338"/>
          <p14:tracePt t="65344" x="6318250" y="3468688"/>
          <p14:tracePt t="65354" x="6278563" y="3468688"/>
          <p14:tracePt t="65365" x="6245225" y="3473450"/>
          <p14:tracePt t="65365" x="6238875" y="3473450"/>
          <p14:tracePt t="65374" x="6200775" y="3473450"/>
          <p14:tracePt t="65375" x="6194425" y="3473450"/>
          <p14:tracePt t="65384" x="6161088" y="3479800"/>
          <p14:tracePt t="65385" x="6149975" y="3484563"/>
          <p14:tracePt t="65394" x="6110288" y="3495675"/>
          <p14:tracePt t="65395" x="6103938" y="3495675"/>
          <p14:tracePt t="65404" x="6059488" y="3513138"/>
          <p14:tracePt t="65405" x="6048375" y="3513138"/>
          <p14:tracePt t="65414" x="5969000" y="3535363"/>
          <p14:tracePt t="65415" x="5957888" y="3541713"/>
          <p14:tracePt t="65424" x="5868988" y="3552825"/>
          <p14:tracePt t="65434" x="5734050" y="3586163"/>
          <p14:tracePt t="65444" x="5519738" y="3630613"/>
          <p14:tracePt t="65454" x="5278438" y="3670300"/>
          <p14:tracePt t="65464" x="5064125" y="3709988"/>
          <p14:tracePt t="65465" x="5013325" y="3716338"/>
          <p14:tracePt t="65474" x="4710113" y="3760788"/>
          <p14:tracePt t="65484" x="4373563" y="3800475"/>
          <p14:tracePt t="65494" x="4002088" y="3833813"/>
          <p14:tracePt t="65504" x="3665538" y="3856038"/>
          <p14:tracePt t="65505" x="3575050" y="3856038"/>
          <p14:tracePt t="65514" x="3103563" y="3878263"/>
          <p14:tracePt t="65524" x="2636838" y="3884613"/>
          <p14:tracePt t="65534" x="2192338" y="3889375"/>
          <p14:tracePt t="65544" x="1787525" y="3889375"/>
          <p14:tracePt t="65554" x="1455738" y="3889375"/>
          <p14:tracePt t="65564" x="1174750" y="3889375"/>
          <p14:tracePt t="65574" x="973138" y="3884613"/>
          <p14:tracePt t="65584" x="849313" y="3878263"/>
          <p14:tracePt t="65585" x="825500" y="3873500"/>
          <p14:tracePt t="65594" x="741363" y="3862388"/>
          <p14:tracePt t="65595" x="725488" y="3862388"/>
          <p14:tracePt t="65604" x="668338" y="3851275"/>
          <p14:tracePt t="65614" x="630238" y="3827463"/>
          <p14:tracePt t="65624" x="606425" y="3816350"/>
          <p14:tracePt t="65634" x="590550" y="3805238"/>
          <p14:tracePt t="65644" x="573088" y="3789363"/>
          <p14:tracePt t="65654" x="550863" y="3778250"/>
          <p14:tracePt t="65664" x="533400" y="3760788"/>
          <p14:tracePt t="65674" x="522288" y="3749675"/>
          <p14:tracePt t="65684" x="517525" y="3743325"/>
          <p14:tracePt t="65694" x="511175" y="3738563"/>
          <p14:tracePt t="65704" x="511175" y="3732213"/>
          <p14:tracePt t="65720" x="511175" y="3727450"/>
          <p14:tracePt t="65726" x="511175" y="3721100"/>
          <p14:tracePt t="65734" x="511175" y="3709988"/>
          <p14:tracePt t="65744" x="511175" y="3692525"/>
          <p14:tracePt t="65754" x="506413" y="3681413"/>
          <p14:tracePt t="65766" x="506413" y="3676650"/>
          <p14:tracePt t="65814" x="506413" y="3670300"/>
          <p14:tracePt t="65922" x="517525" y="3670300"/>
          <p14:tracePt t="65924" x="517525" y="3665538"/>
          <p14:tracePt t="65926" x="522288" y="3665538"/>
          <p14:tracePt t="65935" x="561975" y="3659188"/>
          <p14:tracePt t="65945" x="623888" y="3648075"/>
          <p14:tracePt t="65955" x="692150" y="3648075"/>
          <p14:tracePt t="65964" x="781050" y="3648075"/>
          <p14:tracePt t="65974" x="849313" y="3648075"/>
          <p14:tracePt t="65975" x="865188" y="3648075"/>
          <p14:tracePt t="65984" x="944563" y="3648075"/>
          <p14:tracePt t="65994" x="989013" y="3648075"/>
          <p14:tracePt t="65995" x="995363" y="3648075"/>
          <p14:tracePt t="66004" x="1000125" y="3648075"/>
          <p14:tracePt t="66014" x="1006475" y="3648075"/>
          <p14:tracePt t="66024" x="1011238" y="3648075"/>
          <p14:tracePt t="68442" x="1017588" y="3654425"/>
          <p14:tracePt t="68444" x="1017588" y="3659188"/>
          <p14:tracePt t="68454" x="1035050" y="3687763"/>
          <p14:tracePt t="68455" x="1039813" y="3698875"/>
          <p14:tracePt t="68464" x="1084263" y="3760788"/>
          <p14:tracePt t="68465" x="1095375" y="3771900"/>
          <p14:tracePt t="68474" x="1152525" y="3827463"/>
          <p14:tracePt t="68484" x="1208088" y="3873500"/>
          <p14:tracePt t="68494" x="1247775" y="3906838"/>
          <p14:tracePt t="68495" x="1265238" y="3913188"/>
          <p14:tracePt t="68504" x="1303338" y="3940175"/>
          <p14:tracePt t="68514" x="1327150" y="3951288"/>
          <p14:tracePt t="68515" x="1327150" y="3957638"/>
          <p14:tracePt t="68524" x="1338263" y="3962400"/>
          <p14:tracePt t="68534" x="1338263" y="3968750"/>
          <p14:tracePt t="68544" x="1343025" y="3973513"/>
          <p14:tracePt t="68554" x="1354138" y="3986213"/>
          <p14:tracePt t="68564" x="1360488" y="4002088"/>
          <p14:tracePt t="68564" x="1365250" y="4002088"/>
          <p14:tracePt t="68574" x="1389063" y="4024313"/>
          <p14:tracePt t="68575" x="1393825" y="4035425"/>
          <p14:tracePt t="68584" x="1438275" y="4059238"/>
          <p14:tracePt t="68594" x="1506538" y="4092575"/>
          <p14:tracePt t="68604" x="1568450" y="4114800"/>
          <p14:tracePt t="68604" x="1579563" y="4114800"/>
          <p14:tracePt t="68614" x="1646238" y="4143375"/>
          <p14:tracePt t="68624" x="1697038" y="4159250"/>
          <p14:tracePt t="68634" x="1714500" y="4165600"/>
          <p14:tracePt t="68644" x="1719263" y="4165600"/>
          <p14:tracePt t="68654" x="1725613" y="4165600"/>
          <p14:tracePt t="68664" x="1736725" y="4165600"/>
          <p14:tracePt t="68674" x="1809750" y="4165600"/>
          <p14:tracePt t="68684" x="1951038" y="4170363"/>
          <p14:tracePt t="68685" x="2012950" y="4170363"/>
          <p14:tracePt t="68694" x="2287588" y="4170363"/>
          <p14:tracePt t="68704" x="2546350" y="4170363"/>
          <p14:tracePt t="68704" x="2619375" y="4165600"/>
          <p14:tracePt t="68714" x="2973388" y="4143375"/>
          <p14:tracePt t="68724" x="3338513" y="4108450"/>
          <p14:tracePt t="68734" x="3698875" y="4081463"/>
          <p14:tracePt t="68744" x="3984625" y="4070350"/>
          <p14:tracePt t="68744" x="4052888" y="4059238"/>
          <p14:tracePt t="68754" x="4384675" y="4052888"/>
          <p14:tracePt t="68764" x="4632325" y="4052888"/>
          <p14:tracePt t="68764" x="4694238" y="4052888"/>
          <p14:tracePt t="68774" x="4951413" y="4070350"/>
          <p14:tracePt t="68774" x="5013325" y="4070350"/>
          <p14:tracePt t="68784" x="5362575" y="4108450"/>
          <p14:tracePt t="68794" x="5749925" y="4159250"/>
          <p14:tracePt t="68804" x="6143625" y="4205288"/>
          <p14:tracePt t="68814" x="6424613" y="4221163"/>
          <p14:tracePt t="68815" x="6492875" y="4227513"/>
          <p14:tracePt t="68824" x="6811963" y="4232275"/>
          <p14:tracePt t="68834" x="7008813" y="4232275"/>
          <p14:tracePt t="68835" x="7054850" y="4232275"/>
          <p14:tracePt t="68844" x="7205663" y="4232275"/>
          <p14:tracePt t="68854" x="7273925" y="4232275"/>
          <p14:tracePt t="68864" x="7285038" y="4232275"/>
          <p14:tracePt t="68874" x="7289800" y="4232275"/>
          <p14:tracePt t="68904" x="7296150" y="4232275"/>
          <p14:tracePt t="68970" x="7289800" y="4232275"/>
          <p14:tracePt t="68975" x="7285038" y="4232275"/>
          <p14:tracePt t="68976" x="7273925" y="4232275"/>
          <p14:tracePt t="68984" x="7234238" y="4232275"/>
          <p14:tracePt t="68995" x="7127875" y="4232275"/>
          <p14:tracePt t="69004" x="6959600" y="4216400"/>
          <p14:tracePt t="69015" x="6694488" y="4198938"/>
          <p14:tracePt t="69025" x="6413500" y="4181475"/>
          <p14:tracePt t="69035" x="6110288" y="4176713"/>
          <p14:tracePt t="69044" x="5778500" y="4176713"/>
          <p14:tracePt t="69054" x="5457825" y="4176713"/>
          <p14:tracePt t="69064" x="5172075" y="4198938"/>
          <p14:tracePt t="69074" x="4924425" y="4227513"/>
          <p14:tracePt t="69084" x="4705350" y="4249738"/>
          <p14:tracePt t="69095" x="4508500" y="4260850"/>
          <p14:tracePt t="69105" x="4327525" y="4267200"/>
          <p14:tracePt t="69115" x="4154488" y="4267200"/>
          <p14:tracePt t="69124" x="3990975" y="4267200"/>
          <p14:tracePt t="69135" x="3844925" y="4271963"/>
          <p14:tracePt t="69145" x="3698875" y="4278313"/>
          <p14:tracePt t="69155" x="3575050" y="4294188"/>
          <p14:tracePt t="69164" x="3468688" y="4305300"/>
          <p14:tracePt t="69165" x="3446463" y="4311650"/>
          <p14:tracePt t="69174" x="3316288" y="4340225"/>
          <p14:tracePt t="69184" x="3203575" y="4356100"/>
          <p14:tracePt t="69185" x="3181350" y="4362450"/>
          <p14:tracePt t="69194" x="3024188" y="4391025"/>
          <p14:tracePt t="69204" x="2849563" y="4418013"/>
          <p14:tracePt t="69214" x="2698750" y="4451350"/>
          <p14:tracePt t="69224" x="2517775" y="4497388"/>
          <p14:tracePt t="69225" x="2478088" y="4502150"/>
          <p14:tracePt t="69234" x="2293938" y="4548188"/>
          <p14:tracePt t="69244" x="2108200" y="4598988"/>
          <p14:tracePt t="69254" x="1927225" y="4643438"/>
          <p14:tracePt t="69264" x="1754188" y="4683125"/>
          <p14:tracePt t="69274" x="1624013" y="4705350"/>
          <p14:tracePt t="69275" x="1597025" y="4710113"/>
          <p14:tracePt t="69284" x="1477963" y="4733925"/>
          <p14:tracePt t="69285" x="1450975" y="4738688"/>
          <p14:tracePt t="69294" x="1320800" y="4760913"/>
          <p14:tracePt t="69304" x="1243013" y="4783138"/>
          <p14:tracePt t="69314" x="1196975" y="4806950"/>
          <p14:tracePt t="69324" x="1181100" y="4818063"/>
          <p14:tracePt t="69325" x="1174750" y="4822825"/>
          <p14:tracePt t="69334" x="1163638" y="4840288"/>
          <p14:tracePt t="69344" x="1152525" y="4851400"/>
          <p14:tracePt t="69354" x="1141413" y="4862513"/>
          <p14:tracePt t="69364" x="1135063" y="4873625"/>
          <p14:tracePt t="69374" x="1130300" y="4884738"/>
          <p14:tracePt t="69375" x="1123950" y="4891088"/>
          <p14:tracePt t="69384" x="1119188" y="4906963"/>
          <p14:tracePt t="69385" x="1119188" y="4918075"/>
          <p14:tracePt t="69394" x="1112838" y="4946650"/>
          <p14:tracePt t="69395" x="1108075" y="4953000"/>
          <p14:tracePt t="69404" x="1108075" y="4997450"/>
          <p14:tracePt t="69414" x="1112838" y="5048250"/>
          <p14:tracePt t="69424" x="1123950" y="5076825"/>
          <p14:tracePt t="69434" x="1135063" y="5103813"/>
          <p14:tracePt t="69444" x="1141413" y="5126038"/>
          <p14:tracePt t="69454" x="1152525" y="5137150"/>
          <p14:tracePt t="69464" x="1157288" y="5143500"/>
          <p14:tracePt t="69474" x="1163638" y="5143500"/>
          <p14:tracePt t="69484" x="1203325" y="5143500"/>
          <p14:tracePt t="69494" x="1281113" y="5143500"/>
          <p14:tracePt t="69504" x="1382713" y="5143500"/>
          <p14:tracePt t="69514" x="1484313" y="5126038"/>
          <p14:tracePt t="69515" x="1506538" y="5126038"/>
          <p14:tracePt t="69524" x="1579563" y="5110163"/>
          <p14:tracePt t="69524" x="1597025" y="5103813"/>
          <p14:tracePt t="69534" x="1646238" y="5081588"/>
          <p14:tracePt t="69544" x="1663700" y="5064125"/>
          <p14:tracePt t="69554" x="1681163" y="5048250"/>
          <p14:tracePt t="69564" x="1685925" y="5019675"/>
          <p14:tracePt t="69574" x="1692275" y="5002213"/>
          <p14:tracePt t="69574" x="1692275" y="4997450"/>
          <p14:tracePt t="69584" x="1692275" y="4979988"/>
          <p14:tracePt t="69585" x="1692275" y="4968875"/>
          <p14:tracePt t="69594" x="1692275" y="4946650"/>
          <p14:tracePt t="69595" x="1692275" y="4935538"/>
          <p14:tracePt t="69604" x="1685925" y="4902200"/>
          <p14:tracePt t="69604" x="1681163" y="4891088"/>
          <p14:tracePt t="69614" x="1658938" y="4840288"/>
          <p14:tracePt t="69624" x="1641475" y="4789488"/>
          <p14:tracePt t="69624" x="1641475" y="4778375"/>
          <p14:tracePt t="69634" x="1619250" y="4721225"/>
          <p14:tracePt t="69644" x="1612900" y="4676775"/>
          <p14:tracePt t="69654" x="1608138" y="4643438"/>
          <p14:tracePt t="69654" x="1608138" y="4637088"/>
          <p14:tracePt t="69664" x="1608138" y="4614863"/>
          <p14:tracePt t="69674" x="1608138" y="4603750"/>
          <p14:tracePt t="69684" x="1608138" y="4598988"/>
          <p14:tracePt t="69694" x="1608138" y="4586288"/>
          <p14:tracePt t="69704" x="1601788" y="4575175"/>
          <p14:tracePt t="69714" x="1597025" y="4541838"/>
          <p14:tracePt t="69724" x="1585913" y="4502150"/>
          <p14:tracePt t="69734" x="1585913" y="4457700"/>
          <p14:tracePt t="69744" x="1585913" y="4402138"/>
          <p14:tracePt t="69754" x="1590675" y="4340225"/>
          <p14:tracePt t="69764" x="1601788" y="4300538"/>
          <p14:tracePt t="69765" x="1601788" y="4294188"/>
          <p14:tracePt t="69774" x="1612900" y="4256088"/>
          <p14:tracePt t="69784" x="1619250" y="4238625"/>
          <p14:tracePt t="69785" x="1624013" y="4232275"/>
          <p14:tracePt t="69794" x="1624013" y="4227513"/>
          <p14:tracePt t="69804" x="1624013" y="4221163"/>
          <p14:tracePt t="69840" x="1624013" y="4216400"/>
          <p14:tracePt t="69868" x="1630363" y="4216400"/>
          <p14:tracePt t="69880" x="1635125" y="4216400"/>
          <p14:tracePt t="69888" x="1641475" y="4216400"/>
          <p14:tracePt t="69900" x="1646238" y="4216400"/>
          <p14:tracePt t="69910" x="1652588" y="4216400"/>
          <p14:tracePt t="69932" x="1658938" y="4216400"/>
          <p14:tracePt t="69942" x="1663700" y="4216400"/>
          <p14:tracePt t="69952" x="1670050" y="4221163"/>
          <p14:tracePt t="69958" x="1674813" y="4221163"/>
          <p14:tracePt t="69962" x="1674813" y="4227513"/>
          <p14:tracePt t="69968" x="1681163" y="4227513"/>
          <p14:tracePt t="69974" x="1685925" y="4238625"/>
          <p14:tracePt t="69984" x="1692275" y="4256088"/>
          <p14:tracePt t="69994" x="1697038" y="4267200"/>
          <p14:tracePt t="69995" x="1703388" y="4278313"/>
          <p14:tracePt t="70004" x="1714500" y="4305300"/>
          <p14:tracePt t="70005" x="1719263" y="4311650"/>
          <p14:tracePt t="70014" x="1731963" y="4340225"/>
          <p14:tracePt t="70024" x="1743075" y="4367213"/>
          <p14:tracePt t="70034" x="1754188" y="4395788"/>
          <p14:tracePt t="70044" x="1758950" y="4418013"/>
          <p14:tracePt t="70054" x="1758950" y="4435475"/>
          <p14:tracePt t="70064" x="1758950" y="4440238"/>
          <p14:tracePt t="70074" x="1758950" y="4451350"/>
          <p14:tracePt t="70084" x="1765300" y="4457700"/>
          <p14:tracePt t="70096" x="1765300" y="4464050"/>
          <p14:tracePt t="70144" x="1765300" y="4468813"/>
          <p14:tracePt t="70232" x="1765300" y="4464050"/>
          <p14:tracePt t="70240" x="1765300" y="4457700"/>
          <p14:tracePt t="70244" x="1770063" y="4451350"/>
          <p14:tracePt t="70252" x="1770063" y="4446588"/>
          <p14:tracePt t="70258" x="1770063" y="4440238"/>
          <p14:tracePt t="70265" x="1776413" y="4440238"/>
          <p14:tracePt t="70274" x="1781175" y="4429125"/>
          <p14:tracePt t="70284" x="1781175" y="4424363"/>
          <p14:tracePt t="70294" x="1781175" y="4418013"/>
          <p14:tracePt t="70304" x="1787525" y="4413250"/>
          <p14:tracePt t="70314" x="1787525" y="4406900"/>
          <p14:tracePt t="70325" x="1787525" y="4402138"/>
          <p14:tracePt t="70334" x="1793875" y="4402138"/>
          <p14:tracePt t="70348" x="1793875" y="4395788"/>
          <p14:tracePt t="70364" x="1798638" y="4395788"/>
          <p14:tracePt t="70380" x="1798638" y="4391025"/>
          <p14:tracePt t="70392" x="1804988" y="4391025"/>
          <p14:tracePt t="70396" x="1804988" y="4384675"/>
          <p14:tracePt t="70440" x="1809750" y="4384675"/>
          <p14:tracePt t="70444" x="1809750" y="4378325"/>
          <p14:tracePt t="70462" x="1809750" y="4373563"/>
          <p14:tracePt t="70472" x="1816100" y="4373563"/>
          <p14:tracePt t="70474" x="1816100" y="4367213"/>
          <p14:tracePt t="70480" x="1816100" y="4362450"/>
          <p14:tracePt t="70504" x="1816100" y="4356100"/>
          <p14:tracePt t="70970" x="1816100" y="4362450"/>
          <p14:tracePt t="70974" x="1816100" y="4367213"/>
          <p14:tracePt t="70982" x="1816100" y="4373563"/>
          <p14:tracePt t="70990" x="1816100" y="4378325"/>
          <p14:tracePt t="70996" x="1816100" y="4384675"/>
          <p14:tracePt t="71005" x="1816100" y="4391025"/>
          <p14:tracePt t="71015" x="1809750" y="4395788"/>
          <p14:tracePt t="71024" x="1809750" y="4402138"/>
          <p14:tracePt t="71035" x="1809750" y="4413250"/>
          <p14:tracePt t="71046" x="1809750" y="4418013"/>
          <p14:tracePt t="71056" x="1809750" y="4424363"/>
          <p14:tracePt t="71066" x="1809750" y="4429125"/>
          <p14:tracePt t="71074" x="1809750" y="4435475"/>
          <p14:tracePt t="71085" x="1809750" y="4451350"/>
          <p14:tracePt t="71095" x="1809750" y="4468813"/>
          <p14:tracePt t="71104" x="1804988" y="4486275"/>
          <p14:tracePt t="71115" x="1804988" y="4502150"/>
          <p14:tracePt t="71125" x="1804988" y="4519613"/>
          <p14:tracePt t="71135" x="1804988" y="4530725"/>
          <p14:tracePt t="71145" x="1804988" y="4548188"/>
          <p14:tracePt t="71154" x="1804988" y="4552950"/>
          <p14:tracePt t="71164" x="1804988" y="4559300"/>
          <p14:tracePt t="71174" x="1804988" y="4564063"/>
          <p14:tracePt t="71204" x="1804988" y="4570413"/>
          <p14:tracePt t="71270" x="1804988" y="4564063"/>
          <p14:tracePt t="71282" x="1804988" y="4559300"/>
          <p14:tracePt t="71290" x="1804988" y="4552950"/>
          <p14:tracePt t="71298" x="1804988" y="4548188"/>
          <p14:tracePt t="71304" x="1804988" y="4541838"/>
          <p14:tracePt t="71315" x="1804988" y="4530725"/>
          <p14:tracePt t="71324" x="1804988" y="4519613"/>
          <p14:tracePt t="71335" x="1804988" y="4508500"/>
          <p14:tracePt t="71345" x="1804988" y="4497388"/>
          <p14:tracePt t="71355" x="1804988" y="4491038"/>
          <p14:tracePt t="71364" x="1804988" y="4479925"/>
          <p14:tracePt t="71375" x="1804988" y="4468813"/>
          <p14:tracePt t="71385" x="1804988" y="4464050"/>
          <p14:tracePt t="71394" x="1804988" y="4451350"/>
          <p14:tracePt t="71404" x="1804988" y="4440238"/>
          <p14:tracePt t="71414" x="1804988" y="4435475"/>
          <p14:tracePt t="71424" x="1804988" y="4424363"/>
          <p14:tracePt t="71434" x="1804988" y="4418013"/>
          <p14:tracePt t="71480" x="1804988" y="4413250"/>
          <p14:tracePt t="71616" x="1804988" y="4406900"/>
          <p14:tracePt t="71622" x="1804988" y="4402138"/>
          <p14:tracePt t="71638" x="1804988" y="4395788"/>
          <p14:tracePt t="71688" x="1804988" y="4391025"/>
          <p14:tracePt t="71854" x="1804988" y="4395788"/>
          <p14:tracePt t="71862" x="1804988" y="4402138"/>
          <p14:tracePt t="71866" x="1804988" y="4406900"/>
          <p14:tracePt t="71875" x="1804988" y="4418013"/>
          <p14:tracePt t="71885" x="1804988" y="4429125"/>
          <p14:tracePt t="71894" x="1804988" y="4440238"/>
          <p14:tracePt t="71905" x="1804988" y="4451350"/>
          <p14:tracePt t="71915" x="1809750" y="4464050"/>
          <p14:tracePt t="71924" x="1809750" y="4468813"/>
          <p14:tracePt t="71935" x="1816100" y="4479925"/>
          <p14:tracePt t="71945" x="1816100" y="4491038"/>
          <p14:tracePt t="71954" x="1816100" y="4502150"/>
          <p14:tracePt t="71965" x="1820863" y="4508500"/>
          <p14:tracePt t="71974" x="1820863" y="4513263"/>
          <p14:tracePt t="71984" x="1820863" y="4524375"/>
          <p14:tracePt t="72000" x="1820863" y="4530725"/>
          <p14:tracePt t="72025" x="1820863" y="4537075"/>
          <p14:tracePt t="72164" x="1820863" y="4530725"/>
          <p14:tracePt t="72166" x="1820863" y="4524375"/>
          <p14:tracePt t="72175" x="1820863" y="4513263"/>
          <p14:tracePt t="72185" x="1827213" y="4491038"/>
          <p14:tracePt t="72195" x="1831975" y="4446588"/>
          <p14:tracePt t="72204" x="1838325" y="4413250"/>
          <p14:tracePt t="72214" x="1843088" y="4384675"/>
          <p14:tracePt t="72225" x="1849438" y="4362450"/>
          <p14:tracePt t="72234" x="1849438" y="4344988"/>
          <p14:tracePt t="72244" x="1849438" y="4340225"/>
          <p14:tracePt t="72288" x="1849438" y="4333875"/>
          <p14:tracePt t="72370" x="1849438" y="4340225"/>
          <p14:tracePt t="72374" x="1849438" y="4344988"/>
          <p14:tracePt t="72378" x="1849438" y="4351338"/>
          <p14:tracePt t="72384" x="1849438" y="4362450"/>
          <p14:tracePt t="72394" x="1849438" y="4384675"/>
          <p14:tracePt t="72405" x="1849438" y="4413250"/>
          <p14:tracePt t="72415" x="1849438" y="4451350"/>
          <p14:tracePt t="72425" x="1843088" y="4486275"/>
          <p14:tracePt t="72435" x="1838325" y="4519613"/>
          <p14:tracePt t="72445" x="1831975" y="4552950"/>
          <p14:tracePt t="72455" x="1831975" y="4581525"/>
          <p14:tracePt t="72465" x="1831975" y="4610100"/>
          <p14:tracePt t="72475" x="1831975" y="4632325"/>
          <p14:tracePt t="72485" x="1831975" y="4654550"/>
          <p14:tracePt t="72495" x="1831975" y="4676775"/>
          <p14:tracePt t="72505" x="1831975" y="4687888"/>
          <p14:tracePt t="72514" x="1831975" y="4694238"/>
          <p14:tracePt t="72525" x="1831975" y="4705350"/>
          <p14:tracePt t="72534" x="1831975" y="4710113"/>
          <p14:tracePt t="72544" x="1831975" y="4716463"/>
          <p14:tracePt t="72554" x="1831975" y="4721225"/>
          <p14:tracePt t="72566" x="1831975" y="4727575"/>
          <p14:tracePt t="72574" x="1831975" y="4733925"/>
          <p14:tracePt t="72584" x="1831975" y="4738688"/>
          <p14:tracePt t="72595" x="1831975" y="4749800"/>
          <p14:tracePt t="72604" x="1831975" y="4760913"/>
          <p14:tracePt t="72615" x="1831975" y="4767263"/>
          <p14:tracePt t="72624" x="1831975" y="4778375"/>
          <p14:tracePt t="72634" x="1831975" y="4789488"/>
          <p14:tracePt t="72646" x="1831975" y="4794250"/>
          <p14:tracePt t="72654" x="1831975" y="4800600"/>
          <p14:tracePt t="72670" x="1831975" y="4806950"/>
          <p14:tracePt t="72744" x="1831975" y="4800600"/>
          <p14:tracePt t="72746" x="1831975" y="4794250"/>
          <p14:tracePt t="72754" x="1838325" y="4778375"/>
          <p14:tracePt t="72764" x="1838325" y="4738688"/>
          <p14:tracePt t="72774" x="1838325" y="4694238"/>
          <p14:tracePt t="72784" x="1838325" y="4648200"/>
          <p14:tracePt t="72794" x="1838325" y="4603750"/>
          <p14:tracePt t="72804" x="1838325" y="4570413"/>
          <p14:tracePt t="72814" x="1838325" y="4541838"/>
          <p14:tracePt t="72824" x="1838325" y="4519613"/>
          <p14:tracePt t="72834" x="1838325" y="4508500"/>
          <p14:tracePt t="72844" x="1838325" y="4502150"/>
          <p14:tracePt t="72854" x="1838325" y="4497388"/>
          <p14:tracePt t="72864" x="1838325" y="4491038"/>
          <p14:tracePt t="72914" x="1838325" y="4486275"/>
          <p14:tracePt t="73806" x="1843088" y="4486275"/>
          <p14:tracePt t="73808" x="1849438" y="4486275"/>
          <p14:tracePt t="73814" x="1889125" y="4497388"/>
          <p14:tracePt t="73824" x="2035175" y="4548188"/>
          <p14:tracePt t="73835" x="2282825" y="4621213"/>
          <p14:tracePt t="73845" x="2590800" y="4699000"/>
          <p14:tracePt t="73855" x="2944813" y="4772025"/>
          <p14:tracePt t="73865" x="3294063" y="4840288"/>
          <p14:tracePt t="73875" x="3676650" y="4902200"/>
          <p14:tracePt t="73885" x="4046538" y="4957763"/>
          <p14:tracePt t="73895" x="4424363" y="5002213"/>
          <p14:tracePt t="73905" x="4789488" y="5048250"/>
          <p14:tracePt t="73915" x="5099050" y="5087938"/>
          <p14:tracePt t="73924" x="5340350" y="5103813"/>
          <p14:tracePt t="73934" x="5502275" y="5114925"/>
          <p14:tracePt t="73944" x="5588000" y="5114925"/>
          <p14:tracePt t="73954" x="5626100" y="5114925"/>
          <p14:tracePt t="73964" x="5643563" y="5114925"/>
          <p14:tracePt t="73974" x="5649913" y="5114925"/>
          <p14:tracePt t="73988" x="5654675" y="5114925"/>
          <p14:tracePt t="74008" x="5661025" y="5114925"/>
          <p14:tracePt t="74010" x="5661025" y="5110163"/>
          <p14:tracePt t="74014" x="5672138" y="5103813"/>
          <p14:tracePt t="74024" x="5745163" y="5053013"/>
          <p14:tracePt t="74034" x="5907088" y="4979988"/>
          <p14:tracePt t="74044" x="6115050" y="4902200"/>
          <p14:tracePt t="74054" x="6340475" y="4833938"/>
          <p14:tracePt t="74065" x="6530975" y="4760913"/>
          <p14:tracePt t="74075" x="6672263" y="4694238"/>
          <p14:tracePt t="74085" x="6738938" y="4648200"/>
          <p14:tracePt t="74094" x="6762750" y="4621213"/>
          <p14:tracePt t="74104" x="6767513" y="4603750"/>
          <p14:tracePt t="74114" x="6767513" y="4592638"/>
          <p14:tracePt t="74124" x="6767513" y="4581525"/>
          <p14:tracePt t="74135" x="6745288" y="4548188"/>
          <p14:tracePt t="74144" x="6716713" y="4519613"/>
          <p14:tracePt t="74154" x="6683375" y="4497388"/>
          <p14:tracePt t="74164" x="6661150" y="4479925"/>
          <p14:tracePt t="74175" x="6638925" y="4468813"/>
          <p14:tracePt t="74184" x="6627813" y="4464050"/>
          <p14:tracePt t="74185" x="6621463" y="4457700"/>
          <p14:tracePt t="74194" x="6604000" y="4451350"/>
          <p14:tracePt t="74195" x="6599238" y="4451350"/>
          <p14:tracePt t="74204" x="6592888" y="4446588"/>
          <p14:tracePt t="74214" x="6581775" y="4446588"/>
          <p14:tracePt t="74224" x="6565900" y="4435475"/>
          <p14:tracePt t="74234" x="6530975" y="4429125"/>
          <p14:tracePt t="74244" x="6481763" y="4424363"/>
          <p14:tracePt t="74255" x="6430963" y="4424363"/>
          <p14:tracePt t="74265" x="6362700" y="4424363"/>
          <p14:tracePt t="74274" x="6289675" y="4429125"/>
          <p14:tracePt t="74284" x="6227763" y="4440238"/>
          <p14:tracePt t="74295" x="6161088" y="4451350"/>
          <p14:tracePt t="74304" x="6110288" y="4464050"/>
          <p14:tracePt t="74314" x="6070600" y="4464050"/>
          <p14:tracePt t="74324" x="6042025" y="4464050"/>
          <p14:tracePt t="74334" x="6030913" y="4457700"/>
          <p14:tracePt t="74346" x="6026150" y="4451350"/>
          <p14:tracePt t="74356" x="6026150" y="4446588"/>
          <p14:tracePt t="74364" x="6026150" y="4435475"/>
          <p14:tracePt t="74375" x="6019800" y="4418013"/>
          <p14:tracePt t="74384" x="6019800" y="4391025"/>
          <p14:tracePt t="74394" x="6008688" y="4367213"/>
          <p14:tracePt t="74405" x="6008688" y="4351338"/>
          <p14:tracePt t="74415" x="6003925" y="4340225"/>
          <p14:tracePt t="74424" x="6003925" y="4333875"/>
          <p14:tracePt t="74434" x="5997575" y="4329113"/>
          <p14:tracePt t="74477" x="5997575" y="4322763"/>
          <p14:tracePt t="74704" x="5997575" y="4329113"/>
          <p14:tracePt t="74708" x="5997575" y="4333875"/>
          <p14:tracePt t="74716" x="5997575" y="4340225"/>
          <p14:tracePt t="74724" x="5997575" y="4351338"/>
          <p14:tracePt t="74734" x="5997575" y="4367213"/>
          <p14:tracePt t="74745" x="5997575" y="4384675"/>
          <p14:tracePt t="74755" x="5997575" y="4395788"/>
          <p14:tracePt t="74764" x="5997575" y="4413250"/>
          <p14:tracePt t="74774" x="5997575" y="4429125"/>
          <p14:tracePt t="74784" x="5997575" y="4451350"/>
          <p14:tracePt t="74794" x="5997575" y="4464050"/>
          <p14:tracePt t="74805" x="5997575" y="4479925"/>
          <p14:tracePt t="74820" x="5997575" y="4486275"/>
          <p14:tracePt t="74880" x="5997575" y="4491038"/>
          <p14:tracePt t="74892" x="5997575" y="4497388"/>
          <p14:tracePt t="74910" x="5997575" y="4502150"/>
          <p14:tracePt t="74926" x="5997575" y="4508500"/>
          <p14:tracePt t="74940" x="5997575" y="4513263"/>
          <p14:tracePt t="74946" x="5997575" y="4519613"/>
          <p14:tracePt t="74954" x="5997575" y="4524375"/>
          <p14:tracePt t="74962" x="5997575" y="4530725"/>
          <p14:tracePt t="74964" x="5997575" y="4537075"/>
          <p14:tracePt t="74975" x="5997575" y="4552950"/>
          <p14:tracePt t="74984" x="5997575" y="4570413"/>
          <p14:tracePt t="74994" x="5997575" y="4581525"/>
          <p14:tracePt t="75004" x="5997575" y="4592638"/>
          <p14:tracePt t="75014" x="5997575" y="4598988"/>
          <p14:tracePt t="75028" x="5997575" y="4603750"/>
          <p14:tracePt t="75034" x="5997575" y="4610100"/>
          <p14:tracePt t="75050" x="5997575" y="4614863"/>
          <p14:tracePt t="75070" x="5997575" y="4621213"/>
          <p14:tracePt t="75357" x="5997575" y="4625975"/>
          <p14:tracePt t="75362" x="5997575" y="4632325"/>
          <p14:tracePt t="75372" x="5997575" y="4637088"/>
          <p14:tracePt t="75380" x="5997575" y="4643438"/>
          <p14:tracePt t="75388" x="5997575" y="4648200"/>
          <p14:tracePt t="75395" x="5997575" y="4654550"/>
          <p14:tracePt t="75404" x="5997575" y="4659313"/>
          <p14:tracePt t="75415" x="5997575" y="4676775"/>
          <p14:tracePt t="75425" x="5997575" y="4683125"/>
          <p14:tracePt t="75434" x="5997575" y="4694238"/>
          <p14:tracePt t="75444" x="5997575" y="4699000"/>
          <p14:tracePt t="75454" x="5997575" y="4705350"/>
          <p14:tracePt t="75472" x="5997575" y="4710113"/>
          <p14:tracePt t="75680" x="5997575" y="4716463"/>
          <p14:tracePt t="75692" x="5997575" y="4721225"/>
          <p14:tracePt t="75698" x="5997575" y="4727575"/>
          <p14:tracePt t="75718" x="5997575" y="4733925"/>
          <p14:tracePt t="75956" x="5997575" y="4727575"/>
          <p14:tracePt t="75962" x="6003925" y="4727575"/>
          <p14:tracePt t="75965" x="6003925" y="4721225"/>
          <p14:tracePt t="75975" x="6008688" y="4716463"/>
          <p14:tracePt t="75984" x="6015038" y="4716463"/>
          <p14:tracePt t="75995" x="6019800" y="4710113"/>
          <p14:tracePt t="76016" x="6026150" y="4710113"/>
          <p14:tracePt t="76034" x="6026150" y="4705350"/>
          <p14:tracePt t="76052" x="6030913" y="4705350"/>
          <p14:tracePt t="76066" x="6037263" y="4705350"/>
          <p14:tracePt t="76126" x="6037263" y="4699000"/>
          <p14:tracePt t="76138" x="6042025" y="4699000"/>
          <p14:tracePt t="76140" x="6042025" y="4694238"/>
          <p14:tracePt t="76188" x="6042025" y="4687888"/>
          <p14:tracePt t="76390" x="6048375" y="4687888"/>
          <p14:tracePt t="76396" x="6048375" y="4694238"/>
          <p14:tracePt t="76402" x="6053138" y="4694238"/>
          <p14:tracePt t="76408" x="6059488" y="4694238"/>
          <p14:tracePt t="76415" x="6059488" y="4699000"/>
          <p14:tracePt t="76424" x="6065838" y="4699000"/>
          <p14:tracePt t="76478" x="6070600" y="4699000"/>
          <p14:tracePt t="76594" x="6076950" y="4699000"/>
          <p14:tracePt t="76782" x="6070600" y="4699000"/>
          <p14:tracePt t="76824" x="6065838" y="4699000"/>
          <p14:tracePt t="76832" x="6065838" y="4705350"/>
          <p14:tracePt t="76850" x="6059488" y="4705350"/>
          <p14:tracePt t="76854" x="6059488" y="4710113"/>
          <p14:tracePt t="76856" x="6053138" y="4710113"/>
          <p14:tracePt t="76868" x="6048375" y="4716463"/>
          <p14:tracePt t="76878" x="6042025" y="4716463"/>
          <p14:tracePt t="76886" x="6042025" y="4721225"/>
          <p14:tracePt t="76895" x="6037263" y="4721225"/>
          <p14:tracePt t="76904" x="6030913" y="4727575"/>
          <p14:tracePt t="77060" x="6037263" y="4727575"/>
          <p14:tracePt t="77068" x="6042025" y="4727575"/>
          <p14:tracePt t="77074" x="6042025" y="4721225"/>
          <p14:tracePt t="77076" x="6048375" y="4721225"/>
          <p14:tracePt t="77085" x="6059488" y="4716463"/>
          <p14:tracePt t="77095" x="6070600" y="4710113"/>
          <p14:tracePt t="77105" x="6088063" y="4705350"/>
          <p14:tracePt t="77114" x="6099175" y="4694238"/>
          <p14:tracePt t="77124" x="6115050" y="4683125"/>
          <p14:tracePt t="77134" x="6126163" y="4676775"/>
          <p14:tracePt t="77144" x="6138863" y="4665663"/>
          <p14:tracePt t="77154" x="6143625" y="4659313"/>
          <p14:tracePt t="77164" x="6154738" y="4659313"/>
          <p14:tracePt t="77174" x="6154738" y="4654550"/>
          <p14:tracePt t="77186" x="6154738" y="4648200"/>
          <p14:tracePt t="77252" x="6149975" y="4648200"/>
          <p14:tracePt t="77256" x="6143625" y="4648200"/>
          <p14:tracePt t="77258" x="6143625" y="4654550"/>
          <p14:tracePt t="77264" x="6138863" y="4654550"/>
          <p14:tracePt t="77274" x="6121400" y="4659313"/>
          <p14:tracePt t="77284" x="6110288" y="4672013"/>
          <p14:tracePt t="77295" x="6099175" y="4683125"/>
          <p14:tracePt t="77304" x="6088063" y="4687888"/>
          <p14:tracePt t="77314" x="6076950" y="4699000"/>
          <p14:tracePt t="77324" x="6070600" y="4705350"/>
          <p14:tracePt t="77338" x="6065838" y="4705350"/>
          <p14:tracePt t="77356" x="6065838" y="4710113"/>
          <p14:tracePt t="77384" x="6059488" y="4710113"/>
          <p14:tracePt t="77505" x="6065838" y="4710113"/>
          <p14:tracePt t="77514" x="6070600" y="4710113"/>
          <p14:tracePt t="77516" x="6070600" y="4705350"/>
          <p14:tracePt t="77524" x="6076950" y="4705350"/>
          <p14:tracePt t="77535" x="6081713" y="4699000"/>
          <p14:tracePt t="77544" x="6088063" y="4694238"/>
          <p14:tracePt t="77555" x="6092825" y="4694238"/>
          <p14:tracePt t="77564" x="6092825" y="4687888"/>
          <p14:tracePt t="77574" x="6099175" y="4687888"/>
          <p14:tracePt t="77590" x="6099175" y="4683125"/>
          <p14:tracePt t="77595" x="6103938" y="4683125"/>
          <p14:tracePt t="77608" x="6110288" y="4683125"/>
          <p14:tracePt t="77794" x="6103938" y="4683125"/>
          <p14:tracePt t="77798" x="6099175" y="4683125"/>
          <p14:tracePt t="77805" x="6092825" y="4687888"/>
          <p14:tracePt t="77814" x="6076950" y="4694238"/>
          <p14:tracePt t="77824" x="6070600" y="4699000"/>
          <p14:tracePt t="77836" x="6070600" y="4705350"/>
          <p14:tracePt t="77854" x="6065838" y="4705350"/>
          <p14:tracePt t="77952" x="6070600" y="4705350"/>
          <p14:tracePt t="77956" x="6076950" y="4705350"/>
          <p14:tracePt t="77958" x="6081713" y="4705350"/>
          <p14:tracePt t="77965" x="6088063" y="4705350"/>
          <p14:tracePt t="77975" x="6099175" y="4694238"/>
          <p14:tracePt t="77984" x="6115050" y="4687888"/>
          <p14:tracePt t="77994" x="6132513" y="4683125"/>
          <p14:tracePt t="78004" x="6138863" y="4683125"/>
          <p14:tracePt t="78014" x="6143625" y="4683125"/>
          <p14:tracePt t="78024" x="6143625" y="4676775"/>
          <p14:tracePt t="78034" x="6149975" y="4676775"/>
          <p14:tracePt t="78066" x="6154738" y="4676775"/>
          <p14:tracePt t="78090" x="6154738" y="4672013"/>
          <p14:tracePt t="78186" x="6149975" y="4672013"/>
          <p14:tracePt t="78192" x="6149975" y="4676775"/>
          <p14:tracePt t="78195" x="6143625" y="4676775"/>
          <p14:tracePt t="78204" x="6132513" y="4683125"/>
          <p14:tracePt t="78214" x="6121400" y="4694238"/>
          <p14:tracePt t="78224" x="6103938" y="4705350"/>
          <p14:tracePt t="78234" x="6088063" y="4710113"/>
          <p14:tracePt t="78244" x="6076950" y="4721225"/>
          <p14:tracePt t="78254" x="6065838" y="4727575"/>
          <p14:tracePt t="78264" x="6053138" y="4733925"/>
          <p14:tracePt t="78278" x="6048375" y="4738688"/>
          <p14:tracePt t="78292" x="6042025" y="4738688"/>
          <p14:tracePt t="78300" x="6042025" y="4745038"/>
          <p14:tracePt t="78332" x="6042025" y="4749800"/>
          <p14:tracePt t="78336" x="6037263" y="4749800"/>
          <p14:tracePt t="78414" x="6042025" y="4749800"/>
          <p14:tracePt t="78422" x="6048375" y="4745038"/>
          <p14:tracePt t="78426" x="6053138" y="4745038"/>
          <p14:tracePt t="78434" x="6065838" y="4738688"/>
          <p14:tracePt t="78444" x="6076950" y="4733925"/>
          <p14:tracePt t="78454" x="6092825" y="4721225"/>
          <p14:tracePt t="78464" x="6099175" y="4716463"/>
          <p14:tracePt t="78474" x="6110288" y="4716463"/>
          <p14:tracePt t="78484" x="6115050" y="4710113"/>
          <p14:tracePt t="78516" x="6121400" y="4710113"/>
          <p14:tracePt t="78568" x="6121400" y="4705350"/>
          <p14:tracePt t="78574" x="6115050" y="4705350"/>
          <p14:tracePt t="78584" x="6110288" y="4705350"/>
          <p14:tracePt t="78588" x="6103938" y="4705350"/>
          <p14:tracePt t="78594" x="6099175" y="4699000"/>
          <p14:tracePt t="78604" x="6088063" y="4694238"/>
          <p14:tracePt t="78614" x="6076950" y="4694238"/>
          <p14:tracePt t="78624" x="6065838" y="4694238"/>
          <p14:tracePt t="78634" x="6059488" y="4694238"/>
          <p14:tracePt t="78644" x="6053138" y="4687888"/>
          <p14:tracePt t="79906" x="6048375" y="4687888"/>
          <p14:tracePt t="79918" x="6042025" y="4687888"/>
          <p14:tracePt t="79928" x="6037263" y="4687888"/>
          <p14:tracePt t="79932" x="6030913" y="4687888"/>
          <p14:tracePt t="79938" x="6026150" y="4687888"/>
          <p14:tracePt t="79944" x="6019800" y="4687888"/>
          <p14:tracePt t="79954" x="6008688" y="4687888"/>
          <p14:tracePt t="79964" x="6003925" y="4694238"/>
          <p14:tracePt t="79976" x="5997575" y="4694238"/>
          <p14:tracePt t="80002" x="5997575" y="4699000"/>
          <p14:tracePt t="80022" x="5991225" y="4699000"/>
          <p14:tracePt t="80084" x="5986463" y="4699000"/>
          <p14:tracePt t="80090" x="5980113" y="4699000"/>
          <p14:tracePt t="80094" x="5964238" y="4699000"/>
          <p14:tracePt t="80104" x="5918200" y="4710113"/>
          <p14:tracePt t="80114" x="5822950" y="4727575"/>
          <p14:tracePt t="80124" x="5688013" y="4745038"/>
          <p14:tracePt t="80134" x="5440363" y="4767263"/>
          <p14:tracePt t="80144" x="5165725" y="4783138"/>
          <p14:tracePt t="80154" x="4862513" y="4800600"/>
          <p14:tracePt t="80164" x="4524375" y="4829175"/>
          <p14:tracePt t="80174" x="4187825" y="4845050"/>
          <p14:tracePt t="80184" x="3862388" y="4873625"/>
          <p14:tracePt t="80194" x="3568700" y="4913313"/>
          <p14:tracePt t="80204" x="3305175" y="4953000"/>
          <p14:tracePt t="80214" x="3086100" y="4986338"/>
          <p14:tracePt t="80224" x="2906713" y="5014913"/>
          <p14:tracePt t="80234" x="2765425" y="5030788"/>
          <p14:tracePt t="80244" x="2681288" y="5037138"/>
          <p14:tracePt t="80254" x="2630488" y="5037138"/>
          <p14:tracePt t="80264" x="2619375" y="5037138"/>
          <p14:tracePt t="80274" x="2613025" y="5037138"/>
          <p14:tracePt t="80310" x="2608263" y="5037138"/>
          <p14:tracePt t="80336" x="2601913" y="5037138"/>
          <p14:tracePt t="80348" x="2597150" y="5037138"/>
          <p14:tracePt t="80372" x="2590800" y="5037138"/>
          <p14:tracePt t="80392" x="2586038" y="5037138"/>
          <p14:tracePt t="80400" x="2579688" y="5037138"/>
          <p14:tracePt t="80406" x="2579688" y="5030788"/>
          <p14:tracePt t="80410" x="2574925" y="5026025"/>
          <p14:tracePt t="80414" x="2568575" y="5026025"/>
          <p14:tracePt t="80424" x="2552700" y="5008563"/>
          <p14:tracePt t="80434" x="2513013" y="4991100"/>
          <p14:tracePt t="80444" x="2478088" y="4975225"/>
          <p14:tracePt t="80454" x="2439988" y="4964113"/>
          <p14:tracePt t="80464" x="2405063" y="4953000"/>
          <p14:tracePt t="80474" x="2389188" y="4946650"/>
          <p14:tracePt t="80484" x="2378075" y="4941888"/>
          <p14:tracePt t="80494" x="2366963" y="4935538"/>
          <p14:tracePt t="80504" x="2349500" y="4935538"/>
          <p14:tracePt t="80514" x="2327275" y="4929188"/>
          <p14:tracePt t="80524" x="2282825" y="4918075"/>
          <p14:tracePt t="80534" x="2236788" y="4918075"/>
          <p14:tracePt t="80544" x="2185988" y="4906963"/>
          <p14:tracePt t="80554" x="2136775" y="4902200"/>
          <p14:tracePt t="80564" x="2090738" y="4891088"/>
          <p14:tracePt t="80574" x="2068513" y="4891088"/>
          <p14:tracePt t="80584" x="2057400" y="4891088"/>
          <p14:tracePt t="80594" x="2051050" y="4884738"/>
          <p14:tracePt t="80604" x="2046288" y="4884738"/>
          <p14:tracePt t="80614" x="2035175" y="4884738"/>
          <p14:tracePt t="80624" x="2024063" y="4884738"/>
          <p14:tracePt t="80634" x="2006600" y="4884738"/>
          <p14:tracePt t="80644" x="1984375" y="4884738"/>
          <p14:tracePt t="80654" x="1966913" y="4884738"/>
          <p14:tracePt t="80664" x="1955800" y="4879975"/>
          <p14:tracePt t="80674" x="1951038" y="4879975"/>
          <p14:tracePt t="80684" x="1944688" y="4873625"/>
          <p14:tracePt t="80694" x="1939925" y="4873625"/>
          <p14:tracePt t="80704" x="1927225" y="4873625"/>
          <p14:tracePt t="80714" x="1922463" y="4867275"/>
          <p14:tracePt t="80724" x="1916113" y="4867275"/>
          <p14:tracePt t="80760" x="1911350" y="4867275"/>
          <p14:tracePt t="80788" x="1905000" y="4867275"/>
          <p14:tracePt t="80792" x="1905000" y="4862513"/>
          <p14:tracePt t="80826" x="1900238" y="4862513"/>
          <p14:tracePt t="80844" x="1893888" y="4862513"/>
          <p14:tracePt t="80854" x="1889125" y="4862513"/>
          <p14:tracePt t="80858" x="1889125" y="4856163"/>
          <p14:tracePt t="80864" x="1882775" y="4856163"/>
          <p14:tracePt t="80874" x="1878013" y="4856163"/>
          <p14:tracePt t="80885" x="1871663" y="4851400"/>
          <p14:tracePt t="80894" x="1860550" y="4851400"/>
          <p14:tracePt t="80904" x="1849438" y="4845050"/>
          <p14:tracePt t="80914" x="1838325" y="4840288"/>
          <p14:tracePt t="80924" x="1831975" y="4840288"/>
          <p14:tracePt t="80934" x="1827213" y="4840288"/>
          <p14:tracePt t="80944" x="1827213" y="4833938"/>
          <p14:tracePt t="80954" x="1820863" y="4829175"/>
          <p14:tracePt t="80966" x="1816100" y="4829175"/>
          <p14:tracePt t="80974" x="1809750" y="4829175"/>
          <p14:tracePt t="80984" x="1809750" y="4822825"/>
          <p14:tracePt t="80994" x="1804988" y="4822825"/>
          <p14:tracePt t="81004" x="1798638" y="4822825"/>
          <p14:tracePt t="81034" x="1793875" y="4822825"/>
          <p14:tracePt t="81046" x="1793875" y="4818063"/>
          <p14:tracePt t="81050" x="1787525" y="4818063"/>
          <p14:tracePt t="81140" x="1793875" y="4818063"/>
          <p14:tracePt t="81148" x="1798638" y="4818063"/>
          <p14:tracePt t="81154" x="1804988" y="4818063"/>
          <p14:tracePt t="81162" x="1809750" y="4818063"/>
          <p14:tracePt t="81164" x="1816100" y="4818063"/>
          <p14:tracePt t="81174" x="1820863" y="4818063"/>
          <p14:tracePt t="81184" x="1838325" y="4818063"/>
          <p14:tracePt t="81194" x="1843088" y="4818063"/>
          <p14:tracePt t="81204" x="1854200" y="4818063"/>
          <p14:tracePt t="81214" x="1860550" y="4818063"/>
          <p14:tracePt t="81224" x="1866900" y="4818063"/>
          <p14:tracePt t="81234" x="1871663" y="4822825"/>
          <p14:tracePt t="81254" x="1878013" y="4822825"/>
          <p14:tracePt t="81380" x="1878013" y="4829175"/>
          <p14:tracePt t="81398" x="1871663" y="4829175"/>
          <p14:tracePt t="81402" x="1871663" y="4833938"/>
          <p14:tracePt t="81412" x="1866900" y="4833938"/>
          <p14:tracePt t="81416" x="1860550" y="4833938"/>
          <p14:tracePt t="81424" x="1860550" y="4840288"/>
          <p14:tracePt t="81434" x="1854200" y="4845050"/>
          <p14:tracePt t="81444" x="1849438" y="4845050"/>
          <p14:tracePt t="81454" x="1843088" y="4845050"/>
          <p14:tracePt t="81464" x="1838325" y="4851400"/>
          <p14:tracePt t="81474" x="1827213" y="4856163"/>
          <p14:tracePt t="81484" x="1820863" y="4856163"/>
          <p14:tracePt t="81494" x="1809750" y="4856163"/>
          <p14:tracePt t="81504" x="1804988" y="4862513"/>
          <p14:tracePt t="81514" x="1798638" y="4862513"/>
          <p14:tracePt t="81524" x="1787525" y="4867275"/>
          <p14:tracePt t="81534" x="1781175" y="4867275"/>
          <p14:tracePt t="81552" x="1776413" y="4867275"/>
          <p14:tracePt t="81608" x="1770063" y="4867275"/>
          <p14:tracePt t="81760" x="1776413" y="4867275"/>
          <p14:tracePt t="81947" x="1781175" y="4867275"/>
          <p14:tracePt t="82002" x="1787525" y="4867275"/>
          <p14:tracePt t="82048" x="1793875" y="4867275"/>
          <p14:tracePt t="83986" x="1793875" y="4862513"/>
          <p14:tracePt t="83988" x="1793875" y="4856163"/>
          <p14:tracePt t="83994" x="1804988" y="4806950"/>
          <p14:tracePt t="84004" x="1820863" y="4721225"/>
          <p14:tracePt t="84014" x="1827213" y="4632325"/>
          <p14:tracePt t="84024" x="1838325" y="4548188"/>
          <p14:tracePt t="84034" x="1843088" y="4464050"/>
          <p14:tracePt t="84044" x="1860550" y="4395788"/>
          <p14:tracePt t="84054" x="1866900" y="4329113"/>
          <p14:tracePt t="84064" x="1878013" y="4260850"/>
          <p14:tracePt t="84074" x="1893888" y="4194175"/>
          <p14:tracePt t="84084" x="1905000" y="4121150"/>
          <p14:tracePt t="84094" x="1911350" y="4059238"/>
          <p14:tracePt t="84104" x="1911350" y="4013200"/>
          <p14:tracePt t="84114" x="1916113" y="3990975"/>
          <p14:tracePt t="84124" x="1916113" y="3968750"/>
          <p14:tracePt t="84134" x="1916113" y="3962400"/>
          <p14:tracePt t="84144" x="1916113" y="3946525"/>
          <p14:tracePt t="84154" x="1916113" y="3935413"/>
          <p14:tracePt t="84164" x="1916113" y="3913188"/>
          <p14:tracePt t="84174" x="1916113" y="3900488"/>
          <p14:tracePt t="84184" x="1916113" y="3889375"/>
          <p14:tracePt t="84194" x="1916113" y="3884613"/>
          <p14:tracePt t="84216" x="1916113" y="3878263"/>
          <p14:tracePt t="84232" x="1916113" y="3873500"/>
          <p14:tracePt t="84238" x="1911350" y="3862388"/>
          <p14:tracePt t="84240" x="1911350" y="3856038"/>
          <p14:tracePt t="84244" x="1905000" y="3844925"/>
          <p14:tracePt t="84254" x="1889125" y="3805238"/>
          <p14:tracePt t="84264" x="1866900" y="3765550"/>
          <p14:tracePt t="84274" x="1849438" y="3727450"/>
          <p14:tracePt t="84284" x="1827213" y="3687763"/>
          <p14:tracePt t="84294" x="1809750" y="3659188"/>
          <p14:tracePt t="84304" x="1793875" y="3636963"/>
          <p14:tracePt t="84314" x="1781175" y="3619500"/>
          <p14:tracePt t="84324" x="1770063" y="3603625"/>
          <p14:tracePt t="84340" x="1770063" y="3597275"/>
          <p14:tracePt t="84352" x="1765300" y="3597275"/>
          <p14:tracePt t="84722" x="1770063" y="3603625"/>
          <p14:tracePt t="84738" x="1776413" y="3603625"/>
          <p14:tracePt t="84760" x="1776413" y="3608388"/>
          <p14:tracePt t="84804" x="1776413" y="3614738"/>
          <p14:tracePt t="84808" x="1781175" y="3614738"/>
          <p14:tracePt t="84946" x="1781175" y="3619500"/>
          <p14:tracePt t="84950" x="1787525" y="3619500"/>
          <p14:tracePt t="84958" x="1793875" y="3619500"/>
          <p14:tracePt t="84964" x="1798638" y="3619500"/>
          <p14:tracePt t="84974" x="1816100" y="3619500"/>
          <p14:tracePt t="84984" x="1831975" y="3619500"/>
          <p14:tracePt t="84994" x="1843088" y="3619500"/>
          <p14:tracePt t="85004" x="1854200" y="3619500"/>
          <p14:tracePt t="85042" x="1860550" y="3619500"/>
          <p14:tracePt t="85138" x="1860550" y="3625850"/>
          <p14:tracePt t="85178" x="1860550" y="3630613"/>
          <p14:tracePt t="85182" x="1854200" y="3630613"/>
          <p14:tracePt t="85188" x="1854200" y="3636963"/>
          <p14:tracePt t="85194" x="1849438" y="3636963"/>
          <p14:tracePt t="85204" x="1843088" y="3636963"/>
          <p14:tracePt t="85214" x="1838325" y="3643313"/>
          <p14:tracePt t="85224" x="1831975" y="3643313"/>
          <p14:tracePt t="85234" x="1827213" y="3648075"/>
          <p14:tracePt t="85244" x="1816100" y="3648075"/>
          <p14:tracePt t="85254" x="1809750" y="3648075"/>
          <p14:tracePt t="85266" x="1804988" y="3654425"/>
          <p14:tracePt t="85280" x="1798638" y="3654425"/>
          <p14:tracePt t="85284" x="1798638" y="3659188"/>
          <p14:tracePt t="85294" x="1793875" y="3659188"/>
          <p14:tracePt t="85316" x="1787525" y="3659188"/>
          <p14:tracePt t="85328" x="1787525" y="3665538"/>
          <p14:tracePt t="85334" x="1781175" y="3665538"/>
          <p14:tracePt t="85466" x="1787525" y="3665538"/>
          <p14:tracePt t="85474" x="1793875" y="3665538"/>
          <p14:tracePt t="85478" x="1798638" y="3665538"/>
          <p14:tracePt t="85486" x="1804988" y="3665538"/>
          <p14:tracePt t="85494" x="1809750" y="3665538"/>
          <p14:tracePt t="85504" x="1816100" y="3665538"/>
          <p14:tracePt t="85514" x="1820863" y="3665538"/>
          <p14:tracePt t="85524" x="1827213" y="3665538"/>
          <p14:tracePt t="85534" x="1831975" y="3665538"/>
          <p14:tracePt t="85544" x="1838325" y="3665538"/>
          <p14:tracePt t="85554" x="1843088" y="3665538"/>
          <p14:tracePt t="85566" x="1849438" y="3665538"/>
          <p14:tracePt t="85576" x="1849438" y="3659188"/>
          <p14:tracePt t="85584" x="1854200" y="3659188"/>
          <p14:tracePt t="85598" x="1860550" y="3659188"/>
          <p14:tracePt t="85616" x="1860550" y="3654425"/>
          <p14:tracePt t="85630" x="1866900" y="3654425"/>
          <p14:tracePt t="85766" x="1860550" y="3654425"/>
          <p14:tracePt t="85774" x="1854200" y="3654425"/>
          <p14:tracePt t="85778" x="1843088" y="3654425"/>
          <p14:tracePt t="85784" x="1838325" y="3654425"/>
          <p14:tracePt t="85794" x="1820863" y="3659188"/>
          <p14:tracePt t="85804" x="1804988" y="3659188"/>
          <p14:tracePt t="85814" x="1793875" y="3659188"/>
          <p14:tracePt t="85824" x="1776413" y="3659188"/>
          <p14:tracePt t="85834" x="1770063" y="3665538"/>
          <p14:tracePt t="85844" x="1765300" y="3665538"/>
          <p14:tracePt t="85854" x="1758950" y="3665538"/>
          <p14:tracePt t="85864" x="1754188" y="3665538"/>
          <p14:tracePt t="85874" x="1747838" y="3665538"/>
          <p14:tracePt t="85904" x="1743075" y="3665538"/>
          <p14:tracePt t="86026" x="1747838" y="3665538"/>
          <p14:tracePt t="86036" x="1754188" y="3665538"/>
          <p14:tracePt t="86040" x="1758950" y="3665538"/>
          <p14:tracePt t="86046" x="1765300" y="3665538"/>
          <p14:tracePt t="86054" x="1776413" y="3665538"/>
          <p14:tracePt t="86064" x="1787525" y="3665538"/>
          <p14:tracePt t="86074" x="1804988" y="3665538"/>
          <p14:tracePt t="86084" x="1809750" y="3665538"/>
          <p14:tracePt t="86094" x="1816100" y="3665538"/>
          <p14:tracePt t="86104" x="1820863" y="3665538"/>
          <p14:tracePt t="86114" x="1827213" y="3665538"/>
          <p14:tracePt t="86124" x="1831975" y="3665538"/>
          <p14:tracePt t="86134" x="1838325" y="3665538"/>
          <p14:tracePt t="86144" x="1843088" y="3665538"/>
          <p14:tracePt t="86154" x="1849438" y="3665538"/>
          <p14:tracePt t="86164" x="1860550" y="3665538"/>
          <p14:tracePt t="86174" x="1866900" y="3665538"/>
          <p14:tracePt t="86188" x="1871663" y="3665538"/>
          <p14:tracePt t="86314" x="1866900" y="3665538"/>
          <p14:tracePt t="86324" x="1860550" y="3665538"/>
          <p14:tracePt t="86326" x="1860550" y="3659188"/>
          <p14:tracePt t="86336" x="1854200" y="3659188"/>
          <p14:tracePt t="86348" x="1849438" y="3659188"/>
          <p14:tracePt t="86354" x="1843088" y="3659188"/>
          <p14:tracePt t="86368" x="1838325" y="3659188"/>
          <p14:tracePt t="86376" x="1838325" y="3654425"/>
          <p14:tracePt t="86384" x="1831975" y="3654425"/>
          <p14:tracePt t="86394" x="1820863" y="3648075"/>
          <p14:tracePt t="86414" x="1816100" y="3648075"/>
          <p14:tracePt t="86458" x="1809750" y="3648075"/>
          <p14:tracePt t="86490" x="1804988" y="3648075"/>
          <p14:tracePt t="86492" x="1804988" y="3643313"/>
          <p14:tracePt t="86522" x="1798638" y="3643313"/>
          <p14:tracePt t="86604" x="1804988" y="3643313"/>
          <p14:tracePt t="86614" x="1809750" y="3643313"/>
          <p14:tracePt t="86618" x="1816100" y="3643313"/>
          <p14:tracePt t="86624" x="1827213" y="3643313"/>
          <p14:tracePt t="86634" x="1843088" y="3643313"/>
          <p14:tracePt t="86644" x="1866900" y="3643313"/>
          <p14:tracePt t="86655" x="1889125" y="3643313"/>
          <p14:tracePt t="86664" x="1905000" y="3643313"/>
          <p14:tracePt t="86674" x="1911350" y="3643313"/>
          <p14:tracePt t="86684" x="1916113" y="3643313"/>
          <p14:tracePt t="86704" x="1922463" y="3643313"/>
          <p14:tracePt t="86816" x="1922463" y="3648075"/>
          <p14:tracePt t="86818" x="1916113" y="3648075"/>
          <p14:tracePt t="86824" x="1911350" y="3654425"/>
          <p14:tracePt t="86834" x="1900238" y="3659188"/>
          <p14:tracePt t="86844" x="1878013" y="3665538"/>
          <p14:tracePt t="86854" x="1860550" y="3670300"/>
          <p14:tracePt t="86864" x="1838325" y="3676650"/>
          <p14:tracePt t="86874" x="1827213" y="3681413"/>
          <p14:tracePt t="86884" x="1809750" y="3687763"/>
          <p14:tracePt t="86894" x="1804988" y="3687763"/>
          <p14:tracePt t="86904" x="1787525" y="3692525"/>
          <p14:tracePt t="86914" x="1781175" y="3692525"/>
          <p14:tracePt t="86924" x="1770063" y="3698875"/>
          <p14:tracePt t="86936" x="1770063" y="3705225"/>
          <p14:tracePt t="86964" x="1765300" y="3705225"/>
          <p14:tracePt t="87066" x="1770063" y="3698875"/>
          <p14:tracePt t="87068" x="1776413" y="3698875"/>
          <p14:tracePt t="87074" x="1781175" y="3692525"/>
          <p14:tracePt t="87084" x="1787525" y="3687763"/>
          <p14:tracePt t="87094" x="1793875" y="3681413"/>
          <p14:tracePt t="87104" x="1798638" y="3681413"/>
          <p14:tracePt t="87124" x="1798638" y="3676650"/>
          <p14:tracePt t="87132" x="1804988" y="3676650"/>
          <p14:tracePt t="87146" x="1804988" y="3670300"/>
          <p14:tracePt t="87150" x="1809750" y="3670300"/>
          <p14:tracePt t="87162" x="1816100" y="3670300"/>
          <p14:tracePt t="87166" x="1816100" y="3665538"/>
          <p14:tracePt t="87174" x="1820863" y="3665538"/>
          <p14:tracePt t="87184" x="1827213" y="3665538"/>
          <p14:tracePt t="87212" x="1831975" y="3665538"/>
          <p14:tracePt t="87280" x="1838325" y="3665538"/>
          <p14:tracePt t="87466" x="1843088" y="3665538"/>
          <p14:tracePt t="87640" x="1849438" y="3665538"/>
          <p14:tracePt t="87644" x="1854200" y="3665538"/>
          <p14:tracePt t="87646" x="1866900" y="3665538"/>
          <p14:tracePt t="87654" x="1933575" y="3665538"/>
          <p14:tracePt t="87665" x="2174875" y="3709988"/>
          <p14:tracePt t="87674" x="2451100" y="3765550"/>
          <p14:tracePt t="87675" x="2540000" y="3783013"/>
          <p14:tracePt t="87684" x="2984500" y="3878263"/>
          <p14:tracePt t="87685" x="3103563" y="3900488"/>
          <p14:tracePt t="87694" x="3800475" y="4035425"/>
          <p14:tracePt t="87704" x="4548188" y="4148138"/>
          <p14:tracePt t="87714" x="5227638" y="4232275"/>
          <p14:tracePt t="87724" x="5772150" y="4278313"/>
          <p14:tracePt t="87734" x="6200775" y="4305300"/>
          <p14:tracePt t="87744" x="6519863" y="4316413"/>
          <p14:tracePt t="87754" x="6727825" y="4316413"/>
          <p14:tracePt t="87764" x="6811963" y="4316413"/>
          <p14:tracePt t="87774" x="6835775" y="4316413"/>
          <p14:tracePt t="87800" x="6840538" y="4316413"/>
          <p14:tracePt t="87850" x="6840538" y="4311650"/>
          <p14:tracePt t="87852" x="6840538" y="4305300"/>
          <p14:tracePt t="87858" x="6835775" y="4300538"/>
          <p14:tracePt t="87864" x="6818313" y="4278313"/>
          <p14:tracePt t="87874" x="6796088" y="4243388"/>
          <p14:tracePt t="87884" x="6767513" y="4205288"/>
          <p14:tracePt t="87894" x="6723063" y="4154488"/>
          <p14:tracePt t="87904" x="6677025" y="4108450"/>
          <p14:tracePt t="87914" x="6616700" y="4052888"/>
          <p14:tracePt t="87924" x="6530975" y="4002088"/>
          <p14:tracePt t="87934" x="6419850" y="3935413"/>
          <p14:tracePt t="87944" x="6234113" y="3838575"/>
          <p14:tracePt t="87954" x="6030913" y="3732213"/>
          <p14:tracePt t="87964" x="5818188" y="3630613"/>
          <p14:tracePt t="87974" x="5599113" y="3524250"/>
          <p14:tracePt t="87984" x="5435600" y="3451225"/>
          <p14:tracePt t="87994" x="5329238" y="3411538"/>
          <p14:tracePt t="88004" x="5289550" y="3395663"/>
          <p14:tracePt t="88014" x="5278438" y="3389313"/>
          <p14:tracePt t="88056" x="5272088" y="3389313"/>
          <p14:tracePt t="88108" x="5272088" y="3384550"/>
          <p14:tracePt t="88110" x="5272088" y="3378200"/>
          <p14:tracePt t="88116" x="5272088" y="3373438"/>
          <p14:tracePt t="88124" x="5278438" y="3338513"/>
          <p14:tracePt t="88134" x="5294313" y="3265488"/>
          <p14:tracePt t="88144" x="5329238" y="3198813"/>
          <p14:tracePt t="88145" x="5340350" y="3176588"/>
          <p14:tracePt t="88154" x="5395913" y="3068638"/>
          <p14:tracePt t="88164" x="5468938" y="2968625"/>
          <p14:tracePt t="88174" x="5548313" y="2889250"/>
          <p14:tracePt t="88184" x="5621338" y="2838450"/>
          <p14:tracePt t="88194" x="5688013" y="2809875"/>
          <p14:tracePt t="88204" x="5745163" y="2798763"/>
          <p14:tracePt t="88205" x="5756275" y="2794000"/>
          <p14:tracePt t="88214" x="5800725" y="2787650"/>
          <p14:tracePt t="88224" x="5829300" y="2782888"/>
          <p14:tracePt t="88234" x="5857875" y="2782888"/>
          <p14:tracePt t="88244" x="5880100" y="2782888"/>
          <p14:tracePt t="88254" x="5902325" y="2782888"/>
          <p14:tracePt t="88264" x="5913438" y="2794000"/>
          <p14:tracePt t="88265" x="5918200" y="2798763"/>
          <p14:tracePt t="88274" x="5935663" y="2816225"/>
          <p14:tracePt t="88284" x="5946775" y="2833688"/>
          <p14:tracePt t="88285" x="5946775" y="2838450"/>
          <p14:tracePt t="88294" x="5953125" y="2867025"/>
          <p14:tracePt t="88295" x="5957888" y="2871788"/>
          <p14:tracePt t="88304" x="5964238" y="2911475"/>
          <p14:tracePt t="88314" x="5969000" y="2951163"/>
          <p14:tracePt t="88315" x="5969000" y="2962275"/>
          <p14:tracePt t="88324" x="5969000" y="3006725"/>
          <p14:tracePt t="88334" x="5969000" y="3035300"/>
          <p14:tracePt t="88344" x="5969000" y="3063875"/>
          <p14:tracePt t="88354" x="5980113" y="3086100"/>
          <p14:tracePt t="88364" x="5986463" y="3103563"/>
          <p14:tracePt t="88374" x="5997575" y="3125788"/>
          <p14:tracePt t="88384" x="6003925" y="3141663"/>
          <p14:tracePt t="88394" x="6008688" y="3148013"/>
          <p14:tracePt t="88404" x="6015038" y="3152775"/>
          <p14:tracePt t="88432" x="6019800" y="3152775"/>
          <p14:tracePt t="88438" x="6019800" y="3159125"/>
          <p14:tracePt t="88464" x="6026150" y="3159125"/>
          <p14:tracePt t="88570" x="6026150" y="3152775"/>
          <p14:tracePt t="88580" x="6026150" y="3148013"/>
          <p14:tracePt t="88584" x="6030913" y="3141663"/>
          <p14:tracePt t="88588" x="6030913" y="3136900"/>
          <p14:tracePt t="88594" x="6037263" y="3130550"/>
          <p14:tracePt t="88604" x="6042025" y="3119438"/>
          <p14:tracePt t="88614" x="6048375" y="3108325"/>
          <p14:tracePt t="88624" x="6053138" y="3097213"/>
          <p14:tracePt t="88634" x="6059488" y="3092450"/>
          <p14:tracePt t="88648" x="6059488" y="3086100"/>
          <p14:tracePt t="88666" x="6065838" y="3086100"/>
          <p14:tracePt t="88960" x="6070600" y="3086100"/>
          <p14:tracePt t="88966" x="6076950" y="3086100"/>
          <p14:tracePt t="88970" x="6081713" y="3086100"/>
          <p14:tracePt t="88974" x="6088063" y="3086100"/>
          <p14:tracePt t="88984" x="6103938" y="3086100"/>
          <p14:tracePt t="88994" x="6115050" y="3086100"/>
          <p14:tracePt t="89004" x="6121400" y="3086100"/>
          <p14:tracePt t="89026" x="6126163" y="3086100"/>
          <p14:tracePt t="89052" x="6126163" y="3092450"/>
          <p14:tracePt t="89188" x="6121400" y="3092450"/>
          <p14:tracePt t="89190" x="6121400" y="3097213"/>
          <p14:tracePt t="89194" x="6115050" y="3097213"/>
          <p14:tracePt t="89204" x="6110288" y="3103563"/>
          <p14:tracePt t="89214" x="6103938" y="3103563"/>
          <p14:tracePt t="89224" x="6099175" y="3108325"/>
          <p14:tracePt t="89234" x="6088063" y="3114675"/>
          <p14:tracePt t="89244" x="6081713" y="3114675"/>
          <p14:tracePt t="89256" x="6076950" y="3114675"/>
          <p14:tracePt t="89274" x="6076950" y="3119438"/>
          <p14:tracePt t="89284" x="6070600" y="3119438"/>
          <p14:tracePt t="91308" x="6065838" y="3119438"/>
          <p14:tracePt t="91310" x="6065838" y="3114675"/>
          <p14:tracePt t="91314" x="6053138" y="3097213"/>
          <p14:tracePt t="91324" x="6026150" y="3074988"/>
          <p14:tracePt t="91334" x="5953125" y="3035300"/>
          <p14:tracePt t="91344" x="5845175" y="3006725"/>
          <p14:tracePt t="91354" x="5661025" y="2962275"/>
          <p14:tracePt t="91364" x="5464175" y="2944813"/>
          <p14:tracePt t="91365" x="5407025" y="2940050"/>
          <p14:tracePt t="91374" x="5099050" y="2917825"/>
          <p14:tracePt t="91384" x="4816475" y="2917825"/>
          <p14:tracePt t="91385" x="4743450" y="2917825"/>
          <p14:tracePt t="91394" x="4344988" y="2928938"/>
          <p14:tracePt t="91404" x="3946525" y="2979738"/>
          <p14:tracePt t="91414" x="3519488" y="3046413"/>
          <p14:tracePt t="91424" x="3108325" y="3119438"/>
          <p14:tracePt t="91434" x="2743200" y="3192463"/>
          <p14:tracePt t="91444" x="2411413" y="3254375"/>
          <p14:tracePt t="91454" x="2152650" y="3311525"/>
          <p14:tracePt t="91464" x="1966913" y="3362325"/>
          <p14:tracePt t="91474" x="1889125" y="3395663"/>
          <p14:tracePt t="91484" x="1854200" y="3417888"/>
          <p14:tracePt t="91494" x="1854200" y="3422650"/>
          <p14:tracePt t="91504" x="1849438" y="3435350"/>
          <p14:tracePt t="91526" x="1849438" y="3440113"/>
          <p14:tracePt t="91552" x="1849438" y="3446463"/>
          <p14:tracePt t="91558" x="1849438" y="3451225"/>
          <p14:tracePt t="91560" x="1849438" y="3457575"/>
          <p14:tracePt t="91565" x="1849438" y="3462338"/>
          <p14:tracePt t="91574" x="1843088" y="3495675"/>
          <p14:tracePt t="91584" x="1843088" y="3541713"/>
          <p14:tracePt t="91594" x="1827213" y="3603625"/>
          <p14:tracePt t="91604" x="1804988" y="3670300"/>
          <p14:tracePt t="91614" x="1781175" y="3716338"/>
          <p14:tracePt t="91615" x="1776413" y="3732213"/>
          <p14:tracePt t="91624" x="1754188" y="3771900"/>
          <p14:tracePt t="91634" x="1743075" y="3794125"/>
          <p14:tracePt t="91644" x="1736725" y="3800475"/>
          <p14:tracePt t="91654" x="1736725" y="3805238"/>
          <p14:tracePt t="91664" x="1736725" y="3811588"/>
          <p14:tracePt t="91674" x="1736725" y="3816350"/>
          <p14:tracePt t="91684" x="1736725" y="3822700"/>
          <p14:tracePt t="91704" x="1736725" y="3827463"/>
          <p14:tracePt t="91718" x="1736725" y="3833813"/>
          <p14:tracePt t="91732" x="1736725" y="3838575"/>
          <p14:tracePt t="91740" x="1736725" y="3844925"/>
          <p14:tracePt t="91746" x="1743075" y="3844925"/>
          <p14:tracePt t="91748" x="1743075" y="3851275"/>
          <p14:tracePt t="91754" x="1743075" y="3856038"/>
          <p14:tracePt t="91766" x="1747838" y="3856038"/>
          <p14:tracePt t="91780" x="1747838" y="3862388"/>
          <p14:tracePt t="91800" x="1743075" y="3862388"/>
          <p14:tracePt t="91802" x="1743075" y="3867150"/>
          <p14:tracePt t="91816" x="1736725" y="3867150"/>
          <p14:tracePt t="91822" x="1736725" y="3873500"/>
          <p14:tracePt t="91828" x="1731963" y="3873500"/>
          <p14:tracePt t="91834" x="1731963" y="3878263"/>
          <p14:tracePt t="91844" x="1719263" y="3878263"/>
          <p14:tracePt t="91854" x="1714500" y="3884613"/>
          <p14:tracePt t="91865" x="1708150" y="3889375"/>
          <p14:tracePt t="91874" x="1697038" y="3900488"/>
          <p14:tracePt t="91884" x="1681163" y="3917950"/>
          <p14:tracePt t="91885" x="1674813" y="3917950"/>
          <p14:tracePt t="91894" x="1652588" y="3940175"/>
          <p14:tracePt t="91895" x="1652588" y="3946525"/>
          <p14:tracePt t="91904" x="1635125" y="3979863"/>
          <p14:tracePt t="91914" x="1585913" y="4075113"/>
          <p14:tracePt t="91924" x="1550988" y="4159250"/>
          <p14:tracePt t="91934" x="1511300" y="4232275"/>
          <p14:tracePt t="91935" x="1506538" y="4256088"/>
          <p14:tracePt t="91944" x="1455738" y="4333875"/>
          <p14:tracePt t="91954" x="1422400" y="4395788"/>
          <p14:tracePt t="91955" x="1411288" y="4406900"/>
          <p14:tracePt t="91964" x="1376363" y="4475163"/>
          <p14:tracePt t="91974" x="1354138" y="4537075"/>
          <p14:tracePt t="91984" x="1349375" y="4586288"/>
          <p14:tracePt t="91994" x="1349375" y="4614863"/>
          <p14:tracePt t="92004" x="1349375" y="4632325"/>
          <p14:tracePt t="92014" x="1354138" y="4643438"/>
          <p14:tracePt t="92038" x="1360488" y="4643438"/>
          <p14:tracePt t="92070" x="1365250" y="4643438"/>
          <p14:tracePt t="92074" x="1365250" y="4648200"/>
          <p14:tracePt t="92076" x="1371600" y="4648200"/>
          <p14:tracePt t="92084" x="1382713" y="4654550"/>
          <p14:tracePt t="92094" x="1416050" y="4659313"/>
          <p14:tracePt t="92104" x="1450975" y="4672013"/>
          <p14:tracePt t="92114" x="1477963" y="4683125"/>
          <p14:tracePt t="92124" x="1517650" y="4687888"/>
          <p14:tracePt t="92134" x="1550988" y="4694238"/>
          <p14:tracePt t="92135" x="1562100" y="4694238"/>
          <p14:tracePt t="92144" x="1652588" y="4716463"/>
          <p14:tracePt t="92154" x="1747838" y="4733925"/>
          <p14:tracePt t="92164" x="1820863" y="4749800"/>
          <p14:tracePt t="92174" x="1849438" y="4760913"/>
          <p14:tracePt t="92206" x="1854200" y="4760913"/>
          <p14:tracePt t="92210" x="1854200" y="4767263"/>
          <p14:tracePt t="92214" x="1854200" y="4772025"/>
          <p14:tracePt t="92224" x="1854200" y="4783138"/>
          <p14:tracePt t="92225" x="1849438" y="4789488"/>
          <p14:tracePt t="92234" x="1838325" y="4806950"/>
          <p14:tracePt t="92244" x="1831975" y="4818063"/>
          <p14:tracePt t="92254" x="1820863" y="4829175"/>
          <p14:tracePt t="92264" x="1816100" y="4829175"/>
          <p14:tracePt t="92265" x="1809750" y="4829175"/>
          <p14:tracePt t="92274" x="1804988" y="4833938"/>
          <p14:tracePt t="92284" x="1798638" y="4833938"/>
          <p14:tracePt t="92294" x="1793875" y="4833938"/>
          <p14:tracePt t="92336" x="1787525" y="4833938"/>
          <p14:tracePt t="92386" x="1781175" y="4833938"/>
          <p14:tracePt t="92570" x="1781175" y="4840288"/>
          <p14:tracePt t="92578" x="1781175" y="4845050"/>
          <p14:tracePt t="92692" x="1781175" y="4851400"/>
          <p14:tracePt t="92908" x="1781175" y="4845050"/>
          <p14:tracePt t="92910" x="1781175" y="4840288"/>
          <p14:tracePt t="92914" x="1781175" y="4818063"/>
          <p14:tracePt t="92924" x="1781175" y="4733925"/>
          <p14:tracePt t="92934" x="1776413" y="4621213"/>
          <p14:tracePt t="92944" x="1747838" y="4486275"/>
          <p14:tracePt t="92954" x="1725613" y="4378325"/>
          <p14:tracePt t="92964" x="1719263" y="4322763"/>
          <p14:tracePt t="92974" x="1714500" y="4305300"/>
          <p14:tracePt t="92984" x="1714500" y="4294188"/>
          <p14:tracePt t="92994" x="1714500" y="4278313"/>
          <p14:tracePt t="93004" x="1708150" y="4221163"/>
          <p14:tracePt t="93014" x="1692275" y="4114800"/>
          <p14:tracePt t="93024" x="1674813" y="3986213"/>
          <p14:tracePt t="93034" x="1670050" y="3867150"/>
          <p14:tracePt t="93044" x="1670050" y="3778250"/>
          <p14:tracePt t="93054" x="1670050" y="3716338"/>
          <p14:tracePt t="93064" x="1681163" y="3665538"/>
          <p14:tracePt t="93074" x="1681163" y="3648075"/>
          <p14:tracePt t="93084" x="1681163" y="3643313"/>
          <p14:tracePt t="93096" x="1681163" y="3636963"/>
          <p14:tracePt t="93188" x="1685925" y="3636963"/>
          <p14:tracePt t="93250" x="1685925" y="3630613"/>
          <p14:tracePt t="93260" x="1685925" y="3625850"/>
          <p14:tracePt t="93286" x="1685925" y="3619500"/>
          <p14:tracePt t="93334" x="1685925" y="3614738"/>
          <p14:tracePt t="93484" x="1692275" y="3614738"/>
          <p14:tracePt t="93520" x="1697038" y="3614738"/>
          <p14:tracePt t="93526" x="1703388" y="3614738"/>
          <p14:tracePt t="93536" x="1708150" y="3614738"/>
          <p14:tracePt t="93540" x="1708150" y="3608388"/>
          <p14:tracePt t="93574" x="1714500" y="3608388"/>
          <p14:tracePt t="95820" x="1714500" y="3614738"/>
          <p14:tracePt t="95824" x="1714500" y="3619500"/>
          <p14:tracePt t="95828" x="1708150" y="3630613"/>
          <p14:tracePt t="95834" x="1703388" y="3654425"/>
          <p14:tracePt t="95844" x="1692275" y="3709988"/>
          <p14:tracePt t="95854" x="1670050" y="3794125"/>
          <p14:tracePt t="95864" x="1641475" y="3889375"/>
          <p14:tracePt t="95874" x="1612900" y="3979863"/>
          <p14:tracePt t="95884" x="1579563" y="4081463"/>
          <p14:tracePt t="95885" x="1568450" y="4097338"/>
          <p14:tracePt t="95894" x="1535113" y="4205288"/>
          <p14:tracePt t="95904" x="1500188" y="4305300"/>
          <p14:tracePt t="95914" x="1477963" y="4373563"/>
          <p14:tracePt t="95915" x="1473200" y="4391025"/>
          <p14:tracePt t="95924" x="1444625" y="4479925"/>
          <p14:tracePt t="95934" x="1427163" y="4548188"/>
          <p14:tracePt t="95944" x="1416050" y="4610100"/>
          <p14:tracePt t="95954" x="1411288" y="4654550"/>
          <p14:tracePt t="95964" x="1411288" y="4683125"/>
          <p14:tracePt t="95974" x="1404938" y="4699000"/>
          <p14:tracePt t="95984" x="1404938" y="4705350"/>
          <p14:tracePt t="96026" x="1411288" y="4705350"/>
          <p14:tracePt t="96028" x="1416050" y="4705350"/>
          <p14:tracePt t="96034" x="1427163" y="4694238"/>
          <p14:tracePt t="96035" x="1433513" y="4687888"/>
          <p14:tracePt t="96044" x="1455738" y="4665663"/>
          <p14:tracePt t="96045" x="1466850" y="4659313"/>
          <p14:tracePt t="96054" x="1500188" y="4632325"/>
          <p14:tracePt t="96064" x="1535113" y="4598988"/>
          <p14:tracePt t="96074" x="1562100" y="4581525"/>
          <p14:tracePt t="96084" x="1573213" y="4570413"/>
          <p14:tracePt t="96094" x="1579563" y="4570413"/>
          <p14:tracePt t="96095" x="1579563" y="4564063"/>
          <p14:tracePt t="96104" x="1585913" y="4564063"/>
          <p14:tracePt t="96120" x="1590675" y="4564063"/>
          <p14:tracePt t="96126" x="1597025" y="4564063"/>
          <p14:tracePt t="96134" x="1597025" y="4581525"/>
          <p14:tracePt t="96144" x="1601788" y="4610100"/>
          <p14:tracePt t="96154" x="1608138" y="4648200"/>
          <p14:tracePt t="96164" x="1624013" y="4699000"/>
          <p14:tracePt t="96174" x="1646238" y="4760913"/>
          <p14:tracePt t="96184" x="1670050" y="4811713"/>
          <p14:tracePt t="96185" x="1674813" y="4822825"/>
          <p14:tracePt t="96194" x="1692275" y="4873625"/>
          <p14:tracePt t="96204" x="1703388" y="4906963"/>
          <p14:tracePt t="96214" x="1708150" y="4913313"/>
          <p14:tracePt t="96215" x="1708150" y="4918075"/>
          <p14:tracePt t="96228" x="1708150" y="4924425"/>
          <p14:tracePt t="96236" x="1708150" y="4929188"/>
          <p14:tracePt t="96346" x="1708150" y="4924425"/>
          <p14:tracePt t="96350" x="1719263" y="4918075"/>
          <p14:tracePt t="96354" x="1725613" y="4906963"/>
          <p14:tracePt t="96364" x="1747838" y="4884738"/>
          <p14:tracePt t="96374" x="1758950" y="4867275"/>
          <p14:tracePt t="96384" x="1770063" y="4856163"/>
          <p14:tracePt t="96394" x="1770063" y="4851400"/>
          <p14:tracePt t="96476" x="1776413" y="4851400"/>
          <p14:tracePt t="96514" x="1776413" y="4856163"/>
          <p14:tracePt t="96526" x="1781175" y="4856163"/>
          <p14:tracePt t="203450" x="1781175" y="4851400"/>
          <p14:tracePt t="203452" x="1776413" y="4840288"/>
          <p14:tracePt t="203455" x="1765300" y="4822825"/>
          <p14:tracePt t="203465" x="1652588" y="4621213"/>
          <p14:tracePt t="203475" x="1500188" y="4340225"/>
          <p14:tracePt t="203485" x="1320800" y="4041775"/>
          <p14:tracePt t="203495" x="1163638" y="3771900"/>
          <p14:tracePt t="203505" x="1022350" y="3519488"/>
          <p14:tracePt t="203515" x="904875" y="3300413"/>
          <p14:tracePt t="203525" x="798513" y="3097213"/>
          <p14:tracePt t="203535" x="708025" y="2922588"/>
          <p14:tracePt t="203545" x="630238" y="2794000"/>
          <p14:tracePt t="203555" x="579438" y="2709863"/>
          <p14:tracePt t="203565" x="544513" y="2663825"/>
          <p14:tracePt t="203575" x="533400" y="2652713"/>
          <p14:tracePt t="203602" x="528638" y="2652713"/>
          <p14:tracePt t="203616" x="528638" y="2647950"/>
          <p14:tracePt t="203669" x="528638" y="2641600"/>
          <p14:tracePt t="203672" x="528638" y="2636838"/>
          <p14:tracePt t="203675" x="528638" y="2630488"/>
          <p14:tracePt t="203685" x="584200" y="2568575"/>
          <p14:tracePt t="203695" x="663575" y="2490788"/>
          <p14:tracePt t="203705" x="752475" y="2428875"/>
          <p14:tracePt t="203715" x="838200" y="2382838"/>
          <p14:tracePt t="203725" x="933450" y="2360613"/>
          <p14:tracePt t="203735" x="1050925" y="2327275"/>
          <p14:tracePt t="203745" x="1192213" y="2282825"/>
          <p14:tracePt t="203755" x="1316038" y="2243138"/>
          <p14:tracePt t="203765" x="1411288" y="2209800"/>
          <p14:tracePt t="203775" x="1444625" y="2198688"/>
          <p14:tracePt t="203785" x="1455738" y="2198688"/>
          <p14:tracePt t="203795" x="1455738" y="2192338"/>
          <p14:tracePt t="203820" x="1455738" y="2185988"/>
          <p14:tracePt t="203830" x="1462088" y="2185988"/>
          <p14:tracePt t="203872" x="1462088" y="2192338"/>
          <p14:tracePt t="203880" x="1455738" y="2192338"/>
          <p14:tracePt t="203882" x="1450975" y="2198688"/>
          <p14:tracePt t="203888" x="1450975" y="2203450"/>
          <p14:tracePt t="203895" x="1438275" y="2209800"/>
          <p14:tracePt t="203905" x="1416050" y="2232025"/>
          <p14:tracePt t="203915" x="1389063" y="2254250"/>
          <p14:tracePt t="203925" x="1365250" y="2265363"/>
          <p14:tracePt t="203935" x="1338263" y="2271713"/>
          <p14:tracePt t="203945" x="1316038" y="2271713"/>
          <p14:tracePt t="203955" x="1287463" y="2271713"/>
          <p14:tracePt t="203965" x="1265238" y="2265363"/>
          <p14:tracePt t="203975" x="1258888" y="2259013"/>
          <p14:tracePt t="204000" x="1258888" y="2254250"/>
          <p14:tracePt t="204004" x="1258888" y="2247900"/>
          <p14:tracePt t="204008" x="1265238" y="2243138"/>
          <p14:tracePt t="204015" x="1281113" y="2225675"/>
          <p14:tracePt t="204025" x="1320800" y="2192338"/>
          <p14:tracePt t="204035" x="1400175" y="2141538"/>
          <p14:tracePt t="204045" x="1473200" y="2112963"/>
          <p14:tracePt t="204055" x="1550988" y="2090738"/>
          <p14:tracePt t="204065" x="1630363" y="2085975"/>
          <p14:tracePt t="204075" x="1685925" y="2085975"/>
          <p14:tracePt t="204085" x="1736725" y="2085975"/>
          <p14:tracePt t="204095" x="1787525" y="2090738"/>
          <p14:tracePt t="204105" x="1866900" y="2101850"/>
          <p14:tracePt t="204115" x="1973263" y="2119313"/>
          <p14:tracePt t="204125" x="2085975" y="2141538"/>
          <p14:tracePt t="204135" x="2214563" y="2163763"/>
          <p14:tracePt t="204145" x="2332038" y="2174875"/>
          <p14:tracePt t="204155" x="2439988" y="2192338"/>
          <p14:tracePt t="204165" x="2506663" y="2198688"/>
          <p14:tracePt t="204175" x="2528888" y="2198688"/>
          <p14:tracePt t="204185" x="2535238" y="2198688"/>
          <p14:tracePt t="204224" x="2540000" y="2198688"/>
          <p14:tracePt t="204248" x="2535238" y="2192338"/>
          <p14:tracePt t="204250" x="2528888" y="2185988"/>
          <p14:tracePt t="204255" x="2517775" y="2174875"/>
          <p14:tracePt t="204265" x="2484438" y="2141538"/>
          <p14:tracePt t="204275" x="2433638" y="2097088"/>
          <p14:tracePt t="204285" x="2366963" y="2046288"/>
          <p14:tracePt t="204295" x="2298700" y="2001838"/>
          <p14:tracePt t="204305" x="2214563" y="1962150"/>
          <p14:tracePt t="204315" x="2130425" y="1928813"/>
          <p14:tracePt t="204325" x="2039938" y="1893888"/>
          <p14:tracePt t="204335" x="1955800" y="1866900"/>
          <p14:tracePt t="204345" x="1882775" y="1838325"/>
          <p14:tracePt t="204355" x="1816100" y="1816100"/>
          <p14:tracePt t="204365" x="1765300" y="1793875"/>
          <p14:tracePt t="204375" x="1747838" y="1781175"/>
          <p14:tracePt t="204385" x="1743075" y="1781175"/>
          <p14:tracePt t="204395" x="1743075" y="1776413"/>
          <p14:tracePt t="204405" x="1736725" y="1776413"/>
          <p14:tracePt t="204450" x="1743075" y="1776413"/>
          <p14:tracePt t="204456" x="1747838" y="1776413"/>
          <p14:tracePt t="204460" x="1758950" y="1776413"/>
          <p14:tracePt t="204465" x="1765300" y="1776413"/>
          <p14:tracePt t="204475" x="1781175" y="1776413"/>
          <p14:tracePt t="204485" x="1820863" y="1776413"/>
          <p14:tracePt t="204495" x="1854200" y="1776413"/>
          <p14:tracePt t="204505" x="1905000" y="1787525"/>
          <p14:tracePt t="204515" x="1984375" y="1820863"/>
          <p14:tracePt t="204525" x="2079625" y="1855788"/>
          <p14:tracePt t="204535" x="2192338" y="1900238"/>
          <p14:tracePt t="204545" x="2305050" y="1939925"/>
          <p14:tracePt t="204555" x="2405063" y="1973263"/>
          <p14:tracePt t="204565" x="2490788" y="1995488"/>
          <p14:tracePt t="204575" x="2557463" y="2012950"/>
          <p14:tracePt t="204585" x="2579688" y="2017713"/>
          <p14:tracePt t="204595" x="2586038" y="2017713"/>
          <p14:tracePt t="204612" x="2590800" y="2017713"/>
          <p14:tracePt t="204642" x="2597150" y="2017713"/>
          <p14:tracePt t="204764" x="2590800" y="2017713"/>
          <p14:tracePt t="204772" x="2586038" y="2017713"/>
          <p14:tracePt t="204776" x="2579688" y="2017713"/>
          <p14:tracePt t="204785" x="2546350" y="2017713"/>
          <p14:tracePt t="204795" x="2473325" y="2012950"/>
          <p14:tracePt t="204805" x="2338388" y="2001838"/>
          <p14:tracePt t="204815" x="2112963" y="1984375"/>
          <p14:tracePt t="204825" x="1854200" y="1973263"/>
          <p14:tracePt t="204835" x="1568450" y="1962150"/>
          <p14:tracePt t="204845" x="1281113" y="1951038"/>
          <p14:tracePt t="204855" x="1028700" y="1933575"/>
          <p14:tracePt t="204865" x="798513" y="1922463"/>
          <p14:tracePt t="204875" x="646113" y="1916113"/>
          <p14:tracePt t="204885" x="595313" y="1916113"/>
          <p14:tracePt t="204895" x="590550" y="1916113"/>
          <p14:tracePt t="204905" x="584200" y="1916113"/>
          <p14:tracePt t="204958" x="590550" y="1911350"/>
          <p14:tracePt t="204960" x="595313" y="1911350"/>
          <p14:tracePt t="204965" x="617538" y="1911350"/>
          <p14:tracePt t="204975" x="714375" y="1905000"/>
          <p14:tracePt t="204985" x="849313" y="1905000"/>
          <p14:tracePt t="204995" x="1084263" y="1916113"/>
          <p14:tracePt t="205005" x="1343025" y="1933575"/>
          <p14:tracePt t="205015" x="1608138" y="1962150"/>
          <p14:tracePt t="205025" x="1866900" y="1990725"/>
          <p14:tracePt t="205035" x="2079625" y="2006600"/>
          <p14:tracePt t="205045" x="2232025" y="2017713"/>
          <p14:tracePt t="205055" x="2316163" y="2017713"/>
          <p14:tracePt t="205065" x="2355850" y="2017713"/>
          <p14:tracePt t="205075" x="2371725" y="2017713"/>
          <p14:tracePt t="205088" x="2378075" y="2017713"/>
          <p14:tracePt t="205114" x="2378075" y="2024063"/>
          <p14:tracePt t="205116" x="2382838" y="2024063"/>
          <p14:tracePt t="205125" x="2393950" y="2024063"/>
          <p14:tracePt t="205135" x="2422525" y="2028825"/>
          <p14:tracePt t="205145" x="2478088" y="2039938"/>
          <p14:tracePt t="205155" x="2574925" y="2039938"/>
          <p14:tracePt t="205165" x="2674938" y="2039938"/>
          <p14:tracePt t="205175" x="2776538" y="2039938"/>
          <p14:tracePt t="205185" x="2878138" y="2035175"/>
          <p14:tracePt t="205195" x="2979738" y="2024063"/>
          <p14:tracePt t="205205" x="3074988" y="2024063"/>
          <p14:tracePt t="205215" x="3170238" y="2024063"/>
          <p14:tracePt t="205225" x="3249613" y="2017713"/>
          <p14:tracePt t="205235" x="3311525" y="2017713"/>
          <p14:tracePt t="205245" x="3344863" y="2012950"/>
          <p14:tracePt t="205255" x="3355975" y="2012950"/>
          <p14:tracePt t="205268" x="3360738" y="2012950"/>
          <p14:tracePt t="205396" x="3355975" y="2012950"/>
          <p14:tracePt t="205398" x="3349625" y="2012950"/>
          <p14:tracePt t="205405" x="3333750" y="2012950"/>
          <p14:tracePt t="205415" x="3282950" y="2012950"/>
          <p14:tracePt t="205425" x="3192463" y="2006600"/>
          <p14:tracePt t="205435" x="3068638" y="1995488"/>
          <p14:tracePt t="205445" x="2906713" y="1978025"/>
          <p14:tracePt t="205455" x="2732088" y="1966913"/>
          <p14:tracePt t="205465" x="2546350" y="1944688"/>
          <p14:tracePt t="205475" x="2382838" y="1928813"/>
          <p14:tracePt t="205485" x="2232025" y="1916113"/>
          <p14:tracePt t="205495" x="2112963" y="1900238"/>
          <p14:tracePt t="205505" x="2024063" y="1889125"/>
          <p14:tracePt t="205515" x="1951038" y="1878013"/>
          <p14:tracePt t="205525" x="1889125" y="1860550"/>
          <p14:tracePt t="205535" x="1831975" y="1849438"/>
          <p14:tracePt t="205545" x="1781175" y="1838325"/>
          <p14:tracePt t="205555" x="1731963" y="1831975"/>
          <p14:tracePt t="205565" x="1685925" y="1820863"/>
          <p14:tracePt t="205575" x="1635125" y="1816100"/>
          <p14:tracePt t="205585" x="1590675" y="1809750"/>
          <p14:tracePt t="205595" x="1562100" y="1809750"/>
          <p14:tracePt t="205605" x="1550988" y="1809750"/>
          <p14:tracePt t="205620" x="1546225" y="1809750"/>
          <p14:tracePt t="205662" x="1550988" y="1809750"/>
          <p14:tracePt t="205664" x="1557338" y="1809750"/>
          <p14:tracePt t="205666" x="1562100" y="1809750"/>
          <p14:tracePt t="205675" x="1619250" y="1827213"/>
          <p14:tracePt t="205685" x="1725613" y="1855788"/>
          <p14:tracePt t="205695" x="1927225" y="1893888"/>
          <p14:tracePt t="205705" x="2174875" y="1939925"/>
          <p14:tracePt t="205715" x="2466975" y="1978025"/>
          <p14:tracePt t="205725" x="2771775" y="2017713"/>
          <p14:tracePt t="205735" x="3046413" y="2046288"/>
          <p14:tracePt t="205745" x="3249613" y="2063750"/>
          <p14:tracePt t="205755" x="3360738" y="2068513"/>
          <p14:tracePt t="205765" x="3400425" y="2074863"/>
          <p14:tracePt t="205775" x="3406775" y="2074863"/>
          <p14:tracePt t="205790" x="3411538" y="2074863"/>
          <p14:tracePt t="205842" x="3406775" y="2074863"/>
          <p14:tracePt t="205846" x="3395663" y="2074863"/>
          <p14:tracePt t="205848" x="3389313" y="2074863"/>
          <p14:tracePt t="205855" x="3367088" y="2074863"/>
          <p14:tracePt t="205865" x="3282950" y="2068513"/>
          <p14:tracePt t="205875" x="3163888" y="2063750"/>
          <p14:tracePt t="205885" x="2968625" y="2057400"/>
          <p14:tracePt t="205895" x="2725738" y="2046288"/>
          <p14:tracePt t="205905" x="2455863" y="2039938"/>
          <p14:tracePt t="205915" x="2163763" y="2035175"/>
          <p14:tracePt t="205925" x="1866900" y="2028825"/>
          <p14:tracePt t="205935" x="1601788" y="2024063"/>
          <p14:tracePt t="205945" x="1389063" y="2017713"/>
          <p14:tracePt t="205955" x="1243013" y="2017713"/>
          <p14:tracePt t="205965" x="1203325" y="2017713"/>
          <p14:tracePt t="205975" x="1196975" y="2017713"/>
          <p14:tracePt t="206012" x="1203325" y="2017713"/>
          <p14:tracePt t="206014" x="1208088" y="2017713"/>
          <p14:tracePt t="206016" x="1219200" y="2017713"/>
          <p14:tracePt t="206025" x="1303338" y="2024063"/>
          <p14:tracePt t="206035" x="1562100" y="2046288"/>
          <p14:tracePt t="206045" x="1916113" y="2079625"/>
          <p14:tracePt t="206055" x="2455863" y="2101850"/>
          <p14:tracePt t="206065" x="3181350" y="2108200"/>
          <p14:tracePt t="206075" x="4064000" y="2108200"/>
          <p14:tracePt t="206085" x="5013325" y="2108200"/>
          <p14:tracePt t="206095" x="5924550" y="2085975"/>
          <p14:tracePt t="206105" x="6727825" y="2068513"/>
          <p14:tracePt t="206115" x="7346950" y="2063750"/>
          <p14:tracePt t="206125" x="7718425" y="2057400"/>
          <p14:tracePt t="206135" x="7964488" y="2057400"/>
          <p14:tracePt t="206145" x="8083550" y="2057400"/>
          <p14:tracePt t="206155" x="8145463" y="2057400"/>
          <p14:tracePt t="206165" x="8156575" y="2057400"/>
          <p14:tracePt t="206175" x="8161338" y="2057400"/>
          <p14:tracePt t="206188" x="8167688" y="2057400"/>
          <p14:tracePt t="206280" x="8161338" y="2057400"/>
          <p14:tracePt t="206284" x="8150225" y="2057400"/>
          <p14:tracePt t="206286" x="8145463" y="2051050"/>
          <p14:tracePt t="206295" x="8099425" y="2035175"/>
          <p14:tracePt t="206305" x="7993063" y="2017713"/>
          <p14:tracePt t="206315" x="7791450" y="1990725"/>
          <p14:tracePt t="206325" x="7537450" y="1973263"/>
          <p14:tracePt t="206335" x="7212013" y="1966913"/>
          <p14:tracePt t="206345" x="6840538" y="1966913"/>
          <p14:tracePt t="206355" x="6442075" y="1966913"/>
          <p14:tracePt t="206365" x="5957888" y="1973263"/>
          <p14:tracePt t="206375" x="5413375" y="1990725"/>
          <p14:tracePt t="206385" x="4833938" y="2006600"/>
          <p14:tracePt t="206395" x="4227513" y="2024063"/>
          <p14:tracePt t="206405" x="3654425" y="2028825"/>
          <p14:tracePt t="206415" x="3079750" y="2046288"/>
          <p14:tracePt t="206425" x="2546350" y="2057400"/>
          <p14:tracePt t="206435" x="2097088" y="2057400"/>
          <p14:tracePt t="206445" x="1725613" y="2057400"/>
          <p14:tracePt t="206455" x="1450975" y="2057400"/>
          <p14:tracePt t="206465" x="1254125" y="2057400"/>
          <p14:tracePt t="206475" x="1135063" y="2063750"/>
          <p14:tracePt t="206485" x="1068388" y="2068513"/>
          <p14:tracePt t="206495" x="1022350" y="2074863"/>
          <p14:tracePt t="206505" x="1006475" y="2074863"/>
          <p14:tracePt t="206515" x="984250" y="2074863"/>
          <p14:tracePt t="206525" x="966788" y="2074863"/>
          <p14:tracePt t="206535" x="944563" y="2074863"/>
          <p14:tracePt t="206545" x="915988" y="2063750"/>
          <p14:tracePt t="206555" x="882650" y="2051050"/>
          <p14:tracePt t="206565" x="838200" y="2035175"/>
          <p14:tracePt t="206575" x="781050" y="2012950"/>
          <p14:tracePt t="206585" x="692150" y="1984375"/>
          <p14:tracePt t="206595" x="606425" y="1955800"/>
          <p14:tracePt t="206605" x="522288" y="1928813"/>
          <p14:tracePt t="206615" x="438150" y="1905000"/>
          <p14:tracePt t="206625" x="354013" y="1889125"/>
          <p14:tracePt t="206635" x="292100" y="1871663"/>
          <p14:tracePt t="206645" x="269875" y="1871663"/>
          <p14:tracePt t="206670" x="263525" y="1866900"/>
          <p14:tracePt t="206692" x="269875" y="1866900"/>
          <p14:tracePt t="206694" x="274638" y="1866900"/>
          <p14:tracePt t="206696" x="280988" y="1866900"/>
          <p14:tracePt t="206705" x="354013" y="1866900"/>
          <p14:tracePt t="206715" x="584200" y="1878013"/>
          <p14:tracePt t="206725" x="927100" y="1916113"/>
          <p14:tracePt t="206735" x="1450975" y="1951038"/>
          <p14:tracePt t="206745" x="2192338" y="2017713"/>
          <p14:tracePt t="206755" x="3086100" y="2085975"/>
          <p14:tracePt t="206765" x="4103688" y="2159000"/>
          <p14:tracePt t="206775" x="5110163" y="2220913"/>
          <p14:tracePt t="206785" x="5902325" y="2243138"/>
          <p14:tracePt t="206795" x="6380163" y="2243138"/>
          <p14:tracePt t="206805" x="6665913" y="2232025"/>
          <p14:tracePt t="206815" x="6851650" y="2214563"/>
          <p14:tracePt t="206825" x="6964363" y="2203450"/>
          <p14:tracePt t="206835" x="7037388" y="2192338"/>
          <p14:tracePt t="206845" x="7105650" y="2181225"/>
          <p14:tracePt t="206855" x="7154863" y="2170113"/>
          <p14:tracePt t="206865" x="7189788" y="2152650"/>
          <p14:tracePt t="206875" x="7223125" y="2130425"/>
          <p14:tracePt t="206885" x="7267575" y="2101850"/>
          <p14:tracePt t="206895" x="7313613" y="2051050"/>
          <p14:tracePt t="206905" x="7358063" y="2006600"/>
          <p14:tracePt t="206915" x="7380288" y="1962150"/>
          <p14:tracePt t="206925" x="7386638" y="1944688"/>
          <p14:tracePt t="206935" x="7386638" y="1939925"/>
          <p14:tracePt t="206945" x="7386638" y="1933575"/>
          <p14:tracePt t="206955" x="7380288" y="1928813"/>
          <p14:tracePt t="206965" x="7340600" y="1911350"/>
          <p14:tracePt t="206975" x="7240588" y="1889125"/>
          <p14:tracePt t="206985" x="7081838" y="1871663"/>
          <p14:tracePt t="206995" x="6846888" y="1866900"/>
          <p14:tracePt t="207005" x="6588125" y="1866900"/>
          <p14:tracePt t="207015" x="6261100" y="1889125"/>
          <p14:tracePt t="207025" x="5902325" y="1928813"/>
          <p14:tracePt t="207035" x="5475288" y="1962150"/>
          <p14:tracePt t="207045" x="4964113" y="2001838"/>
          <p14:tracePt t="207055" x="4384675" y="2051050"/>
          <p14:tracePt t="207065" x="3765550" y="2097088"/>
          <p14:tracePt t="207075" x="3159125" y="2136775"/>
          <p14:tracePt t="207085" x="2568575" y="2159000"/>
          <p14:tracePt t="207095" x="2057400" y="2181225"/>
          <p14:tracePt t="207105" x="1619250" y="2185988"/>
          <p14:tracePt t="207115" x="1243013" y="2185988"/>
          <p14:tracePt t="207125" x="915988" y="2181225"/>
          <p14:tracePt t="207135" x="635000" y="2163763"/>
          <p14:tracePt t="207145" x="393700" y="2141538"/>
          <p14:tracePt t="207155" x="196850" y="2124075"/>
          <p14:tracePt t="207165" x="17463" y="2112963"/>
          <p14:tracePt t="207286" x="152400" y="2101850"/>
          <p14:tracePt t="207295" x="668338" y="2108200"/>
          <p14:tracePt t="207305" x="1500188" y="2130425"/>
          <p14:tracePt t="207315" x="2619375" y="2136775"/>
          <p14:tracePt t="207325" x="3884613" y="2147888"/>
          <p14:tracePt t="207335" x="5165725" y="2147888"/>
          <p14:tracePt t="207345" x="6300788" y="2124075"/>
          <p14:tracePt t="207355" x="7116763" y="2074863"/>
          <p14:tracePt t="207365" x="7566025" y="2017713"/>
          <p14:tracePt t="207375" x="7818438" y="1973263"/>
          <p14:tracePt t="207385" x="7902575" y="1951038"/>
          <p14:tracePt t="207395" x="7908925" y="1951038"/>
          <p14:tracePt t="207410" x="7908925" y="1944688"/>
          <p14:tracePt t="207416" x="7913688" y="1944688"/>
          <p14:tracePt t="207500" x="7913688" y="1939925"/>
          <p14:tracePt t="207502" x="7908925" y="1939925"/>
          <p14:tracePt t="207508" x="7902575" y="1939925"/>
          <p14:tracePt t="207515" x="7891463" y="1928813"/>
          <p14:tracePt t="207525" x="7847013" y="1916113"/>
          <p14:tracePt t="207535" x="7751763" y="1893888"/>
          <p14:tracePt t="207545" x="7639050" y="1866900"/>
          <p14:tracePt t="207555" x="7459663" y="1838325"/>
          <p14:tracePt t="207565" x="7205663" y="1809750"/>
          <p14:tracePt t="207575" x="6942138" y="1793875"/>
          <p14:tracePt t="207585" x="6650038" y="1793875"/>
          <p14:tracePt t="207595" x="6329363" y="1793875"/>
          <p14:tracePt t="207605" x="5980113" y="1798638"/>
          <p14:tracePt t="207615" x="5553075" y="1820863"/>
          <p14:tracePt t="207625" x="5086350" y="1831975"/>
          <p14:tracePt t="207635" x="4597400" y="1843088"/>
          <p14:tracePt t="207645" x="4148138" y="1866900"/>
          <p14:tracePt t="207655" x="3783013" y="1882775"/>
          <p14:tracePt t="207665" x="3502025" y="1905000"/>
          <p14:tracePt t="207675" x="3311525" y="1928813"/>
          <p14:tracePt t="207685" x="3209925" y="1951038"/>
          <p14:tracePt t="207695" x="3159125" y="1955800"/>
          <p14:tracePt t="207705" x="3148013" y="1962150"/>
          <p14:tracePt t="207744" x="3141663" y="1962150"/>
          <p14:tracePt t="207850" x="3136900" y="1962150"/>
          <p14:tracePt t="207852" x="3130550" y="1962150"/>
          <p14:tracePt t="207855" x="3119438" y="1973263"/>
          <p14:tracePt t="207865" x="2984500" y="2028825"/>
          <p14:tracePt t="207875" x="2732088" y="2097088"/>
          <p14:tracePt t="207885" x="2400300" y="2141538"/>
          <p14:tracePt t="207895" x="2062163" y="2152650"/>
          <p14:tracePt t="207905" x="1831975" y="2152650"/>
          <p14:tracePt t="207915" x="1736725" y="2136775"/>
          <p14:tracePt t="207925" x="1725613" y="2136775"/>
          <p14:tracePt t="207935" x="1719263" y="2136775"/>
          <p14:tracePt t="207945" x="1719263" y="2130425"/>
          <p14:tracePt t="207955" x="1719263" y="2112963"/>
          <p14:tracePt t="207965" x="1736725" y="2097088"/>
          <p14:tracePt t="207975" x="1747838" y="2085975"/>
          <p14:tracePt t="207985" x="1758950" y="2079625"/>
          <p14:tracePt t="207995" x="1776413" y="2074863"/>
          <p14:tracePt t="208005" x="1793875" y="2068513"/>
          <p14:tracePt t="208015" x="1831975" y="2057400"/>
          <p14:tracePt t="208025" x="1911350" y="2051050"/>
          <p14:tracePt t="208035" x="2017713" y="2035175"/>
          <p14:tracePt t="208045" x="2159000" y="2012950"/>
          <p14:tracePt t="208055" x="2338388" y="1978025"/>
          <p14:tracePt t="208065" x="2517775" y="1944688"/>
          <p14:tracePt t="208075" x="2709863" y="1900238"/>
          <p14:tracePt t="208085" x="2882900" y="1866900"/>
          <p14:tracePt t="208095" x="3006725" y="1831975"/>
          <p14:tracePt t="208105" x="3074988" y="1804988"/>
          <p14:tracePt t="208115" x="3108325" y="1787525"/>
          <p14:tracePt t="208125" x="3114675" y="1776413"/>
          <p14:tracePt t="208135" x="3119438" y="1776413"/>
          <p14:tracePt t="208216" x="3119438" y="1770063"/>
          <p14:tracePt t="208222" x="3119438" y="1765300"/>
          <p14:tracePt t="208226" x="3119438" y="1758950"/>
          <p14:tracePt t="208235" x="3119438" y="1747838"/>
          <p14:tracePt t="208245" x="3114675" y="1725613"/>
          <p14:tracePt t="208255" x="3114675" y="1714500"/>
          <p14:tracePt t="208265" x="3114675" y="1708150"/>
          <p14:tracePt t="208275" x="3114675" y="1703388"/>
          <p14:tracePt t="208285" x="3114675" y="1692275"/>
          <p14:tracePt t="208295" x="3108325" y="1681163"/>
          <p14:tracePt t="208305" x="3103563" y="1663700"/>
          <p14:tracePt t="208315" x="3097213" y="1647825"/>
          <p14:tracePt t="208325" x="3086100" y="1635125"/>
          <p14:tracePt t="208335" x="3079750" y="1619250"/>
          <p14:tracePt t="208345" x="3079750" y="1612900"/>
          <p14:tracePt t="208355" x="3074988" y="1612900"/>
          <p14:tracePt t="208384" x="3068638" y="1612900"/>
          <p14:tracePt t="208386" x="3068638" y="1608138"/>
          <p14:tracePt t="208473" x="3074988" y="1608138"/>
          <p14:tracePt t="208478" x="3079750" y="1608138"/>
          <p14:tracePt t="208482" x="3090863" y="1608138"/>
          <p14:tracePt t="208485" x="3097213" y="1608138"/>
          <p14:tracePt t="208495" x="3170238" y="1624013"/>
          <p14:tracePt t="208505" x="3311525" y="1658938"/>
          <p14:tracePt t="208515" x="3535363" y="1708150"/>
          <p14:tracePt t="208525" x="3760788" y="1747838"/>
          <p14:tracePt t="208535" x="3990975" y="1776413"/>
          <p14:tracePt t="208545" x="4198938" y="1781175"/>
          <p14:tracePt t="208555" x="4373563" y="1781175"/>
          <p14:tracePt t="208565" x="4502150" y="1770063"/>
          <p14:tracePt t="208575" x="4564063" y="1758950"/>
          <p14:tracePt t="208585" x="4597400" y="1747838"/>
          <p14:tracePt t="208598" x="4603750" y="1747838"/>
          <p14:tracePt t="208622" x="4603750" y="1743075"/>
          <p14:tracePt t="209012" x="4603750" y="1747838"/>
          <p14:tracePt t="209016" x="4603750" y="1754188"/>
          <p14:tracePt t="209018" x="4603750" y="1758950"/>
          <p14:tracePt t="209025" x="4603750" y="1765300"/>
          <p14:tracePt t="209035" x="4614863" y="1798638"/>
          <p14:tracePt t="209045" x="4632325" y="1843088"/>
          <p14:tracePt t="209055" x="4654550" y="1889125"/>
          <p14:tracePt t="209065" x="4705350" y="1973263"/>
          <p14:tracePt t="209075" x="4749800" y="2046288"/>
          <p14:tracePt t="209085" x="4800600" y="2112963"/>
          <p14:tracePt t="209095" x="4840288" y="2159000"/>
          <p14:tracePt t="209105" x="4851400" y="2174875"/>
          <p14:tracePt t="209115" x="4856163" y="2174875"/>
          <p14:tracePt t="209125" x="4856163" y="2181225"/>
          <p14:tracePt t="209138" x="4862513" y="2185988"/>
          <p14:tracePt t="209146" x="4862513" y="2192338"/>
          <p14:tracePt t="209156" x="4867275" y="2198688"/>
          <p14:tracePt t="209165" x="4873625" y="2198688"/>
          <p14:tracePt t="209175" x="4873625" y="2203450"/>
          <p14:tracePt t="209202" x="4878388" y="2203450"/>
          <p14:tracePt t="209228" x="4878388" y="2198688"/>
          <p14:tracePt t="209230" x="4878388" y="2192338"/>
          <p14:tracePt t="209235" x="4878388" y="2185988"/>
          <p14:tracePt t="209245" x="4867275" y="2159000"/>
          <p14:tracePt t="209255" x="4856163" y="2130425"/>
          <p14:tracePt t="209265" x="4833938" y="2097088"/>
          <p14:tracePt t="209275" x="4805363" y="2063750"/>
          <p14:tracePt t="209285" x="4767263" y="2035175"/>
          <p14:tracePt t="209295" x="4727575" y="2001838"/>
          <p14:tracePt t="209305" x="4694238" y="1978025"/>
          <p14:tracePt t="209315" x="4665663" y="1962150"/>
          <p14:tracePt t="209325" x="4648200" y="1955800"/>
          <p14:tracePt t="209335" x="4632325" y="1951038"/>
          <p14:tracePt t="209345" x="4621213" y="1944688"/>
          <p14:tracePt t="209355" x="4608513" y="1939925"/>
          <p14:tracePt t="209365" x="4592638" y="1933575"/>
          <p14:tracePt t="209375" x="4581525" y="1928813"/>
          <p14:tracePt t="209385" x="4575175" y="1916113"/>
          <p14:tracePt t="209395" x="4570413" y="1911350"/>
          <p14:tracePt t="209405" x="4564063" y="1900238"/>
          <p14:tracePt t="209415" x="4552950" y="1889125"/>
          <p14:tracePt t="209425" x="4548188" y="1882775"/>
          <p14:tracePt t="209435" x="4530725" y="1866900"/>
          <p14:tracePt t="209445" x="4479925" y="1843088"/>
          <p14:tracePt t="209455" x="4440238" y="1827213"/>
          <p14:tracePt t="209465" x="4378325" y="1804988"/>
          <p14:tracePt t="209475" x="4300538" y="1776413"/>
          <p14:tracePt t="209485" x="4192588" y="1747838"/>
          <p14:tracePt t="209495" x="4057650" y="1720850"/>
          <p14:tracePt t="209505" x="3895725" y="1692275"/>
          <p14:tracePt t="209515" x="3654425" y="1663700"/>
          <p14:tracePt t="209525" x="3395663" y="1635125"/>
          <p14:tracePt t="209535" x="3114675" y="1601788"/>
          <p14:tracePt t="209545" x="2827338" y="1585913"/>
          <p14:tracePt t="209555" x="2524125" y="1562100"/>
          <p14:tracePt t="209565" x="2225675" y="1535113"/>
          <p14:tracePt t="209575" x="1944688" y="1506538"/>
          <p14:tracePt t="209585" x="1674813" y="1484313"/>
          <p14:tracePt t="209595" x="1438275" y="1473200"/>
          <p14:tracePt t="209605" x="1243013" y="1473200"/>
          <p14:tracePt t="209615" x="1090613" y="1473200"/>
          <p14:tracePt t="209625" x="960438" y="1484313"/>
          <p14:tracePt t="209635" x="871538" y="1500188"/>
          <p14:tracePt t="209645" x="803275" y="1524000"/>
          <p14:tracePt t="209655" x="758825" y="1550988"/>
          <p14:tracePt t="209665" x="736600" y="1590675"/>
          <p14:tracePt t="209675" x="725488" y="1658938"/>
          <p14:tracePt t="209685" x="725488" y="1743075"/>
          <p14:tracePt t="209695" x="725488" y="1855788"/>
          <p14:tracePt t="209705" x="747713" y="2028825"/>
          <p14:tracePt t="209715" x="820738" y="2254250"/>
          <p14:tracePt t="209725" x="955675" y="2517775"/>
          <p14:tracePt t="209735" x="1130300" y="2794000"/>
          <p14:tracePt t="209745" x="1320800" y="3079750"/>
          <p14:tracePt t="209755" x="1489075" y="3373438"/>
          <p14:tracePt t="209765" x="1630363" y="3648075"/>
          <p14:tracePt t="209775" x="1781175" y="3924300"/>
          <p14:tracePt t="209785" x="1955800" y="4198938"/>
          <p14:tracePt t="209795" x="2141538" y="4451350"/>
          <p14:tracePt t="209805" x="2327275" y="4672013"/>
          <p14:tracePt t="209815" x="2513013" y="4862513"/>
          <p14:tracePt t="209825" x="2681288" y="5019675"/>
          <p14:tracePt t="209835" x="2849563" y="5165725"/>
          <p14:tracePt t="209845" x="2990850" y="5267325"/>
          <p14:tracePt t="209855" x="3114675" y="5340350"/>
          <p14:tracePt t="209865" x="3209925" y="5373688"/>
          <p14:tracePt t="209875" x="3276600" y="5384800"/>
          <p14:tracePt t="209886" x="3344863" y="5384800"/>
          <p14:tracePt t="209895" x="3400425" y="5368925"/>
          <p14:tracePt t="209905" x="3468688" y="5329238"/>
          <p14:tracePt t="209915" x="3524250" y="5267325"/>
          <p14:tracePt t="209925" x="3597275" y="5149850"/>
          <p14:tracePt t="209935" x="3709988" y="4941888"/>
          <p14:tracePt t="209945" x="3838575" y="4672013"/>
          <p14:tracePt t="209955" x="4008438" y="4362450"/>
          <p14:tracePt t="209965" x="4210050" y="4035425"/>
          <p14:tracePt t="209975" x="4446588" y="3692525"/>
          <p14:tracePt t="209985" x="4654550" y="3355975"/>
          <p14:tracePt t="209995" x="4783138" y="3068638"/>
          <p14:tracePt t="210005" x="4856163" y="2838450"/>
          <p14:tracePt t="210015" x="4884738" y="2670175"/>
          <p14:tracePt t="210025" x="4884738" y="2541588"/>
          <p14:tracePt t="210035" x="4867275" y="2444750"/>
          <p14:tracePt t="210045" x="4840288" y="2382838"/>
          <p14:tracePt t="210055" x="4800600" y="2327275"/>
          <p14:tracePt t="210065" x="4749800" y="2276475"/>
          <p14:tracePt t="210075" x="4705350" y="2232025"/>
          <p14:tracePt t="210085" x="4643438" y="2192338"/>
          <p14:tracePt t="210095" x="4575175" y="2147888"/>
          <p14:tracePt t="210105" x="4491038" y="2108200"/>
          <p14:tracePt t="210115" x="4367213" y="2057400"/>
          <p14:tracePt t="210125" x="4170363" y="1990725"/>
          <p14:tracePt t="210135" x="3946525" y="1922463"/>
          <p14:tracePt t="210145" x="3681413" y="1866900"/>
          <p14:tracePt t="210155" x="3395663" y="1809750"/>
          <p14:tracePt t="210165" x="3079750" y="1765300"/>
          <p14:tracePt t="210175" x="2782888" y="1736725"/>
          <p14:tracePt t="210185" x="2478088" y="1720850"/>
          <p14:tracePt t="210195" x="2214563" y="1708150"/>
          <p14:tracePt t="210205" x="1995488" y="1703388"/>
          <p14:tracePt t="210215" x="1843088" y="1697038"/>
          <p14:tracePt t="210225" x="1765300" y="1692275"/>
          <p14:tracePt t="210235" x="1736725" y="1692275"/>
          <p14:tracePt t="210245" x="1731963" y="1692275"/>
          <p14:tracePt t="210286" x="1725613" y="1692275"/>
          <p14:tracePt t="211784" x="1725613" y="1685925"/>
          <p14:tracePt t="211790" x="1725613" y="1674813"/>
          <p14:tracePt t="211795" x="1714500" y="1663700"/>
          <p14:tracePt t="211805" x="1674813" y="1590675"/>
          <p14:tracePt t="211815" x="1590675" y="1462088"/>
          <p14:tracePt t="211825" x="1433513" y="1276350"/>
          <p14:tracePt t="211835" x="1236663" y="1073150"/>
          <p14:tracePt t="211845" x="995363" y="865188"/>
          <p14:tracePt t="211855" x="736600" y="663575"/>
          <p14:tracePt t="211865" x="466725" y="477838"/>
          <p14:tracePt t="211875" x="185738" y="320675"/>
          <p14:tracePt t="212080" x="106363" y="1062038"/>
          <p14:tracePt t="212085" x="201613" y="1079500"/>
          <p14:tracePt t="212095" x="214313" y="1084263"/>
          <p14:tracePt t="212105" x="219075" y="1095375"/>
          <p14:tracePt t="212122" x="219075" y="1101725"/>
          <p14:tracePt t="214078" x="219075" y="1095375"/>
          <p14:tracePt t="214080" x="219075" y="1090613"/>
          <p14:tracePt t="214085" x="219075" y="1084263"/>
          <p14:tracePt t="214095" x="214313" y="1062038"/>
          <p14:tracePt t="214105" x="207963" y="1046163"/>
          <p14:tracePt t="214115" x="201613" y="1022350"/>
          <p14:tracePt t="214125" x="196850" y="1006475"/>
          <p14:tracePt t="214135" x="185738" y="989013"/>
          <p14:tracePt t="214145" x="174625" y="973138"/>
          <p14:tracePt t="214155" x="157163" y="962025"/>
          <p14:tracePt t="214165" x="141288" y="955675"/>
          <p14:tracePt t="214175" x="134938" y="949325"/>
          <p14:tracePt t="214185" x="117475" y="944563"/>
          <p14:tracePt t="214195" x="95250" y="944563"/>
          <p14:tracePt t="214205" x="73025" y="955675"/>
          <p14:tracePt t="214215" x="39688" y="984250"/>
          <p14:tracePt t="214225" x="6350" y="1017588"/>
          <p14:tracePt t="214235" x="0" y="1017588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C65D-88DB-4524-8B3C-D9E43FDA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695C77-7EF3-D84C-F6EB-7767372A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Why Do Most Types of Cancer Develop?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540F80-644B-B82A-7CCC-9D38DA2FF6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Genetics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Epigenetics</a:t>
            </a:r>
            <a:r>
              <a:rPr lang="en-US" sz="2400" dirty="0"/>
              <a:t> – the process by which environmental factors (stress, health behaviors, etc.) have the ability to turn genes “on” or “off,” often through methylation/ demethylation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Germs from certain infections can force epigenetic changes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Individuals who smoke often have less DNA methylation than nonsmokers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Health behaviors (diet, substance use, exercise,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Chemical and radiation exposure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A5342-DDA3-EC38-95C5-9D03C0181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993"/>
    </mc:Choice>
    <mc:Fallback xmlns="">
      <p:transition spd="slow" advTm="32599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82F6D4-DB8E-F069-DC86-3D97CA4D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33" y="1856705"/>
            <a:ext cx="5449824" cy="3538728"/>
          </a:xfrm>
        </p:spPr>
        <p:txBody>
          <a:bodyPr/>
          <a:lstStyle/>
          <a:p>
            <a:r>
              <a:rPr lang="en-US" sz="7200" dirty="0"/>
              <a:t>The Process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6F409-84E3-62AD-F169-28CA3A9F60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0013" y="5880100"/>
            <a:ext cx="661987" cy="89535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2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44"/>
    </mc:Choice>
    <mc:Fallback xmlns="">
      <p:transition spd="slow" advTm="1114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113C-5ADD-8C2B-17F6-1D3E686B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67096C-45B1-506C-083A-D8D4FF47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Cancer Screening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8BBA57-02E7-F7BD-4A25-0A0E92E54D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recommended people regularly scan for the following types of cancer, especially after reaching 40 years old.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Breast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Mammograms, or potentially an ultrasound or MRI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Colon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Colonoscopy or stool-based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Cervical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Pap smear and HPV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Prostate Cancer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Digital rectal exam and prostate-specific antigen blood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Lung Cancer (if patient has smoking history)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CT scan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0949E-54A0-549F-3438-0DE4FFAD2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55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405"/>
    </mc:Choice>
    <mc:Fallback xmlns="">
      <p:transition spd="slow" advTm="12340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1976-B667-A8D7-E425-53765F29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F3487E-6147-825D-6571-AA6F1088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Cancer Staging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4848B4-A219-EB05-C04E-77BD0344F5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91150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cancer is detected, there are a variety of ways it can be staged, depending on cancer 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most common type is the </a:t>
            </a:r>
            <a:r>
              <a:rPr lang="en-US" sz="2400" b="1" dirty="0"/>
              <a:t>TNM Staging System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</a:t>
            </a:r>
            <a:r>
              <a:rPr lang="en-US" sz="2400" dirty="0"/>
              <a:t> – tumor size/ extent 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TX (can’t be measured), T0 (can’t be found), T1, T2, T3, T4 (higher = larger)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</a:t>
            </a:r>
            <a:r>
              <a:rPr lang="en-US" sz="2400" dirty="0"/>
              <a:t> – nearby lymph nodes  that have cancer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NX (can’t be measured), N0 (no nearby cancer), N1, N2, N3 (higher = more)</a:t>
            </a:r>
            <a:endParaRPr lang="en-US" sz="2400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</a:t>
            </a:r>
            <a:r>
              <a:rPr lang="en-US" sz="2400" dirty="0"/>
              <a:t> – metastasis 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MX (can’t be measured), M0 (has not spread), M1 (has spread)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can be condensed into broader categories of Stage 1 (small, localized), Stage 2 (larger, potential spread to lymph nodes), Stage 3 (larger and deeper, likely involves lymph nodes), and Stage 4 (metastasized)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B5A5B-B103-6CD6-F0E5-0987DBD83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0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338"/>
    </mc:Choice>
    <mc:Fallback xmlns="">
      <p:transition spd="slow" advTm="16633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19F0-3587-F681-A6FD-0EC1BAA3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590255-F5B8-AACA-0112-1C9F1E4CB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Cancer Staging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ED8F9F-2FE8-9C75-4A62-37612630685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Other forms of cancer have staging systems specific to that type of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example, lymphomas use the </a:t>
            </a:r>
            <a:r>
              <a:rPr lang="en-US" sz="2400" b="1" dirty="0"/>
              <a:t>Lugano classification system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Number System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Stage 1 – Single/ adjacent lymph nodes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Stage 2 – Multiple lymph nodes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Stage 3 – Lymph nodes above and below diaphragm OR lymph nodes + spleen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dirty="0"/>
              <a:t>Stage 4 – Wide spread, including organ or bone marrow involvement 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Can include alphabetic identification for symptoms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A – largely asymptomatic 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Gill Sans Nova Light"/>
              </a:rPr>
              <a:t>B – experiencing multiple negative symptoms (weight loss, night sweats, etc.)</a:t>
            </a:r>
          </a:p>
          <a:p>
            <a:pPr marL="1028700" marR="0" lvl="2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Gill Sans Nova Light"/>
              </a:rPr>
              <a:t>X – bulky disease (mass is multiple centimeters in diameter)</a:t>
            </a: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50A51-F05D-8B4B-3E5C-7A5CF00FA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2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126"/>
    </mc:Choice>
    <mc:Fallback xmlns="">
      <p:transition spd="slow" advTm="17012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17371-93F6-B8AE-71BF-E3760AD4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D982DA-3EEF-E545-8AD7-EB1E393E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355" y="1475713"/>
            <a:ext cx="7843289" cy="3675708"/>
          </a:xfrm>
        </p:spPr>
        <p:txBody>
          <a:bodyPr/>
          <a:lstStyle/>
          <a:p>
            <a:r>
              <a:rPr lang="en-US" dirty="0"/>
              <a:t>Why might the TNM system not be a good choice for staging blood cancers?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041BF-0663-73B2-267B-23B0A7E403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0013" y="5880100"/>
            <a:ext cx="661987" cy="895350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1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654"/>
    </mc:Choice>
    <mc:Fallback xmlns="">
      <p:transition spd="slow" advTm="9565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126F-1624-CE5A-211F-63C31874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17CC34-15BE-D12E-2AB6-036D07F0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Cancer Treatments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9331F1-93E4-908C-89C6-B67D0751C4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Surgery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Chemotherapy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Can be oral, intravenous, intramuscular, subcutaneous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Gill Sans Nova Light"/>
              </a:rPr>
              <a:t>Widespread treatment to shrink/ kill cells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Radiation therapy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Localized treatment to shrink/ kill cells with powerful rays</a:t>
            </a:r>
            <a:endParaRPr lang="en-US" sz="2400" dirty="0">
              <a:solidFill>
                <a:prstClr val="black"/>
              </a:solidFill>
              <a:latin typeface="Gill Sans Nova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Immunotherapy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Gill Sans Nova Light"/>
              </a:rPr>
              <a:t>Boost the body’s ability to fight the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Hormone therapy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Blood or bone marrow transplant</a:t>
            </a:r>
            <a:endParaRPr lang="en-US" dirty="0">
              <a:solidFill>
                <a:prstClr val="black"/>
              </a:solidFill>
              <a:latin typeface="Gill Sans Nova Light"/>
            </a:endParaRP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1CB02-B656-684E-CFE9-75B0EF7AE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 descr="Illustration of a patient receiving external radiation therapy">
            <a:extLst>
              <a:ext uri="{FF2B5EF4-FFF2-40B4-BE49-F238E27FC236}">
                <a16:creationId xmlns:a16="http://schemas.microsoft.com/office/drawing/2014/main" id="{8BF548B9-D602-6930-D8C0-FC2D99958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756" y="879129"/>
            <a:ext cx="4741234" cy="407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32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0442"/>
    </mc:Choice>
    <mc:Fallback xmlns="">
      <p:transition spd="slow" advTm="320442"/>
    </mc:Fallback>
  </mc:AlternateContent>
  <p:extLst>
    <p:ext uri="{3A86A75C-4F4B-4683-9AE1-C65F6400EC91}">
      <p14:laserTraceLst xmlns:p14="http://schemas.microsoft.com/office/powerpoint/2010/main">
        <p14:tracePtLst>
          <p14:tracePt t="117246" x="4619625" y="6548438"/>
          <p14:tracePt t="117438" x="8150225" y="6778625"/>
          <p14:tracePt t="117449" x="8864600" y="6492875"/>
          <p14:tracePt t="117459" x="9572625" y="6121400"/>
          <p14:tracePt t="117469" x="10252075" y="5705475"/>
          <p14:tracePt t="117479" x="10815638" y="5295900"/>
          <p14:tracePt t="117489" x="11264900" y="4867275"/>
          <p14:tracePt t="117499" x="11579225" y="4440238"/>
          <p14:tracePt t="117509" x="11782425" y="4019550"/>
          <p14:tracePt t="117519" x="11882438" y="3625850"/>
          <p14:tracePt t="117529" x="11933238" y="3265488"/>
          <p14:tracePt t="117539" x="11955463" y="2928938"/>
          <p14:tracePt t="117549" x="11961813" y="2652713"/>
          <p14:tracePt t="117559" x="11961813" y="2393950"/>
          <p14:tracePt t="117569" x="11961813" y="2247900"/>
          <p14:tracePt t="117579" x="11928475" y="2090738"/>
          <p14:tracePt t="117589" x="11866563" y="1944688"/>
          <p14:tracePt t="117599" x="11769725" y="1809750"/>
          <p14:tracePt t="117609" x="11669713" y="1697038"/>
          <p14:tracePt t="117619" x="11590338" y="1630363"/>
          <p14:tracePt t="117629" x="11550650" y="1601788"/>
          <p14:tracePt t="117639" x="11539538" y="1597025"/>
          <p14:tracePt t="117649" x="11534775" y="1590675"/>
          <p14:tracePt t="117659" x="11528425" y="1590675"/>
          <p14:tracePt t="117669" x="11517313" y="1590675"/>
          <p14:tracePt t="117679" x="11433175" y="1601788"/>
          <p14:tracePt t="117689" x="11349038" y="1630363"/>
          <p14:tracePt t="117699" x="11169650" y="1681163"/>
          <p14:tracePt t="117709" x="10948988" y="1754188"/>
          <p14:tracePt t="117719" x="10707688" y="1831975"/>
          <p14:tracePt t="117729" x="10444163" y="1916113"/>
          <p14:tracePt t="117730" x="10387013" y="1933575"/>
          <p14:tracePt t="117739" x="10185400" y="1995488"/>
          <p14:tracePt t="117740" x="10134600" y="2017713"/>
          <p14:tracePt t="117749" x="9944100" y="2079625"/>
          <p14:tracePt t="117759" x="9713913" y="2159000"/>
          <p14:tracePt t="117769" x="9504363" y="2220913"/>
          <p14:tracePt t="117779" x="9336088" y="2265363"/>
          <p14:tracePt t="117789" x="9212263" y="2293938"/>
          <p14:tracePt t="117799" x="9145588" y="2316163"/>
          <p14:tracePt t="117809" x="9117013" y="2327275"/>
          <p14:tracePt t="117819" x="9112250" y="2333625"/>
          <p14:tracePt t="117829" x="9105900" y="2333625"/>
          <p14:tracePt t="117868" x="9101138" y="2333625"/>
          <p14:tracePt t="117892" x="9101138" y="2327275"/>
          <p14:tracePt t="117893" x="9101138" y="2320925"/>
          <p14:tracePt t="117899" x="9101138" y="2309813"/>
          <p14:tracePt t="117909" x="9088438" y="2243138"/>
          <p14:tracePt t="117910" x="9083675" y="2225675"/>
          <p14:tracePt t="117919" x="9066213" y="2159000"/>
          <p14:tracePt t="117929" x="9039225" y="2068513"/>
          <p14:tracePt t="117930" x="9032875" y="2057400"/>
          <p14:tracePt t="117939" x="8999538" y="1978025"/>
          <p14:tracePt t="117949" x="8948738" y="1889125"/>
          <p14:tracePt t="117959" x="8904288" y="1820863"/>
          <p14:tracePt t="117969" x="8875713" y="1798638"/>
          <p14:tracePt t="117979" x="8869363" y="1793875"/>
          <p14:tracePt t="118000" x="8869363" y="1787525"/>
          <p14:tracePt t="118003" x="8864600" y="1787525"/>
          <p14:tracePt t="118022" x="8858250" y="1787525"/>
          <p14:tracePt t="118023" x="8853488" y="1787525"/>
          <p14:tracePt t="118029" x="8847138" y="1793875"/>
          <p14:tracePt t="118039" x="8813800" y="1849438"/>
          <p14:tracePt t="118040" x="8802688" y="1866900"/>
          <p14:tracePt t="118049" x="8763000" y="1928813"/>
          <p14:tracePt t="118059" x="8701088" y="2035175"/>
          <p14:tracePt t="118069" x="8645525" y="2141538"/>
          <p14:tracePt t="118070" x="8634413" y="2159000"/>
          <p14:tracePt t="118079" x="8588375" y="2247900"/>
          <p14:tracePt t="118089" x="8537575" y="2360613"/>
          <p14:tracePt t="118099" x="8488363" y="2473325"/>
          <p14:tracePt t="118109" x="8442325" y="2597150"/>
          <p14:tracePt t="118119" x="8408988" y="2703513"/>
          <p14:tracePt t="118129" x="8380413" y="2822575"/>
          <p14:tracePt t="118139" x="8369300" y="2933700"/>
          <p14:tracePt t="118149" x="8375650" y="3052763"/>
          <p14:tracePt t="118159" x="8420100" y="3192463"/>
          <p14:tracePt t="118169" x="8493125" y="3327400"/>
          <p14:tracePt t="118179" x="8588375" y="3440113"/>
          <p14:tracePt t="118189" x="8696325" y="3530600"/>
          <p14:tracePt t="118199" x="8802688" y="3592513"/>
          <p14:tracePt t="118209" x="8915400" y="3625850"/>
          <p14:tracePt t="118219" x="9015413" y="3630613"/>
          <p14:tracePt t="118229" x="9123363" y="3614738"/>
          <p14:tracePt t="118239" x="9218613" y="3563938"/>
          <p14:tracePt t="118249" x="9285288" y="3484563"/>
          <p14:tracePt t="118259" x="9342438" y="3395663"/>
          <p14:tracePt t="118269" x="9393238" y="3265488"/>
          <p14:tracePt t="118270" x="9404350" y="3238500"/>
          <p14:tracePt t="118279" x="9444038" y="3125788"/>
          <p14:tracePt t="118289" x="9488488" y="2984500"/>
          <p14:tracePt t="118299" x="9510713" y="2844800"/>
          <p14:tracePt t="118309" x="9528175" y="2703513"/>
          <p14:tracePt t="118319" x="9528175" y="2563813"/>
          <p14:tracePt t="118329" x="9528175" y="2417763"/>
          <p14:tracePt t="118330" x="9528175" y="2389188"/>
          <p14:tracePt t="118339" x="9499600" y="2259013"/>
          <p14:tracePt t="118349" x="9466263" y="2119313"/>
          <p14:tracePt t="118359" x="9415463" y="2001838"/>
          <p14:tracePt t="118369" x="9375775" y="1916113"/>
          <p14:tracePt t="118379" x="9342438" y="1855788"/>
          <p14:tracePt t="118389" x="9324975" y="1820863"/>
          <p14:tracePt t="118399" x="9313863" y="1798638"/>
          <p14:tracePt t="118409" x="9313863" y="1793875"/>
          <p14:tracePt t="118430" x="9309100" y="1793875"/>
          <p14:tracePt t="118453" x="9309100" y="1787525"/>
          <p14:tracePt t="118522" x="9302750" y="1787525"/>
          <p14:tracePt t="118525" x="9296400" y="1787525"/>
          <p14:tracePt t="118529" x="9291638" y="1787525"/>
          <p14:tracePt t="118539" x="9263063" y="1793875"/>
          <p14:tracePt t="118549" x="9201150" y="1816100"/>
          <p14:tracePt t="118550" x="9185275" y="1827213"/>
          <p14:tracePt t="118559" x="9112250" y="1860550"/>
          <p14:tracePt t="118569" x="8999538" y="1905000"/>
          <p14:tracePt t="118579" x="8847138" y="1962150"/>
          <p14:tracePt t="118589" x="8689975" y="2039938"/>
          <p14:tracePt t="118599" x="8521700" y="2124075"/>
          <p14:tracePt t="118609" x="8391525" y="2220913"/>
          <p14:tracePt t="118610" x="8364538" y="2236788"/>
          <p14:tracePt t="118619" x="8285163" y="2316163"/>
          <p14:tracePt t="118629" x="8207375" y="2406650"/>
          <p14:tracePt t="118639" x="8161338" y="2473325"/>
          <p14:tracePt t="118640" x="8161338" y="2490788"/>
          <p14:tracePt t="118649" x="8145463" y="2528888"/>
          <p14:tracePt t="118659" x="8145463" y="2568575"/>
          <p14:tracePt t="118669" x="8161338" y="2625725"/>
          <p14:tracePt t="118679" x="8218488" y="2714625"/>
          <p14:tracePt t="118689" x="8307388" y="2822575"/>
          <p14:tracePt t="118699" x="8431213" y="2944813"/>
          <p14:tracePt t="118709" x="8594725" y="3086100"/>
          <p14:tracePt t="118719" x="8758238" y="3214688"/>
          <p14:tracePt t="118729" x="8937625" y="3355975"/>
          <p14:tracePt t="118739" x="9128125" y="3490913"/>
          <p14:tracePt t="118749" x="9358313" y="3625850"/>
          <p14:tracePt t="118759" x="9645650" y="3771900"/>
          <p14:tracePt t="118769" x="10033000" y="3951288"/>
          <p14:tracePt t="118779" x="10506075" y="4154488"/>
          <p14:tracePt t="118789" x="11010900" y="4351338"/>
          <p14:tracePt t="118799" x="11439525" y="4530725"/>
          <p14:tracePt t="118809" x="11776075" y="4665663"/>
          <p14:tracePt t="118819" x="11995150" y="4760913"/>
          <p14:tracePt t="118829" x="12112625" y="4811713"/>
          <p14:tracePt t="118839" x="12158663" y="4829175"/>
          <p14:tracePt t="118849" x="12169775" y="4833938"/>
          <p14:tracePt t="118859" x="12174538" y="4833938"/>
          <p14:tracePt t="118902" x="12174538" y="4829175"/>
          <p14:tracePt t="118905" x="12174538" y="4822825"/>
          <p14:tracePt t="118909" x="12174538" y="4818063"/>
          <p14:tracePt t="118919" x="12174538" y="4806950"/>
          <p14:tracePt t="118929" x="12174538" y="4783138"/>
          <p14:tracePt t="118939" x="12174538" y="4749800"/>
          <p14:tracePt t="118949" x="12169775" y="4721225"/>
          <p14:tracePt t="118959" x="12169775" y="4716463"/>
          <p14:tracePt t="118969" x="12169775" y="4710113"/>
          <p14:tracePt t="118998" x="12169775" y="4705350"/>
          <p14:tracePt t="120186" x="12163425" y="4705350"/>
          <p14:tracePt t="120188" x="12158663" y="4699000"/>
          <p14:tracePt t="120190" x="12147550" y="4687888"/>
          <p14:tracePt t="120199" x="12063413" y="4610100"/>
          <p14:tracePt t="120209" x="11871325" y="4418013"/>
          <p14:tracePt t="120219" x="11634788" y="4194175"/>
          <p14:tracePt t="120229" x="11410950" y="3997325"/>
          <p14:tracePt t="120239" x="11231563" y="3805238"/>
          <p14:tracePt t="120249" x="11107738" y="3643313"/>
          <p14:tracePt t="120259" x="11034713" y="3490913"/>
          <p14:tracePt t="120269" x="10972800" y="3327400"/>
          <p14:tracePt t="120279" x="10893425" y="3097213"/>
          <p14:tracePt t="120289" x="10837863" y="2922588"/>
          <p14:tracePt t="120299" x="10764838" y="2692400"/>
          <p14:tracePt t="120309" x="10707688" y="2479675"/>
          <p14:tracePt t="120319" x="10674350" y="2327275"/>
          <p14:tracePt t="120329" x="10652125" y="2220913"/>
          <p14:tracePt t="120339" x="10645775" y="2112963"/>
          <p14:tracePt t="120349" x="10641013" y="2051050"/>
          <p14:tracePt t="120359" x="10634663" y="1978025"/>
          <p14:tracePt t="120369" x="10623550" y="1911350"/>
          <p14:tracePt t="120379" x="10612438" y="1860550"/>
          <p14:tracePt t="120389" x="10601325" y="1820863"/>
          <p14:tracePt t="120399" x="10583863" y="1787525"/>
          <p14:tracePt t="120409" x="10567988" y="1743075"/>
          <p14:tracePt t="120419" x="10533063" y="1703388"/>
          <p14:tracePt t="120429" x="10499725" y="1670050"/>
          <p14:tracePt t="120439" x="10460038" y="1635125"/>
          <p14:tracePt t="120449" x="10415588" y="1608138"/>
          <p14:tracePt t="120459" x="10360025" y="1573213"/>
          <p14:tracePt t="120469" x="10298113" y="1546225"/>
          <p14:tracePt t="120479" x="10229850" y="1517650"/>
          <p14:tracePt t="120489" x="10174288" y="1495425"/>
          <p14:tracePt t="120499" x="10145713" y="1477963"/>
          <p14:tracePt t="120509" x="10129838" y="1473200"/>
          <p14:tracePt t="120519" x="10123488" y="1466850"/>
          <p14:tracePt t="120529" x="10117138" y="1466850"/>
          <p14:tracePt t="120545" x="10112375" y="1466850"/>
          <p14:tracePt t="120553" x="10112375" y="1462088"/>
          <p14:tracePt t="120574" x="10106025" y="1462088"/>
          <p14:tracePt t="120575" x="10106025" y="1455738"/>
          <p14:tracePt t="120600" x="10101263" y="1455738"/>
          <p14:tracePt t="120611" x="10101263" y="1450975"/>
          <p14:tracePt t="120627" x="10094913" y="1450975"/>
          <p14:tracePt t="120660" x="10090150" y="1450975"/>
          <p14:tracePt t="120677" x="10083800" y="1450975"/>
          <p14:tracePt t="120680" x="10079038" y="1450975"/>
          <p14:tracePt t="120681" x="10072688" y="1455738"/>
          <p14:tracePt t="120689" x="10050463" y="1477963"/>
          <p14:tracePt t="120699" x="9977438" y="1539875"/>
          <p14:tracePt t="120709" x="9882188" y="1624013"/>
          <p14:tracePt t="120719" x="9725025" y="1765300"/>
          <p14:tracePt t="120729" x="9617075" y="1866900"/>
          <p14:tracePt t="120739" x="9504363" y="1966913"/>
          <p14:tracePt t="120749" x="9404350" y="2057400"/>
          <p14:tracePt t="120759" x="9324975" y="2147888"/>
          <p14:tracePt t="120769" x="9263063" y="2209800"/>
          <p14:tracePt t="120779" x="9207500" y="2265363"/>
          <p14:tracePt t="120789" x="9178925" y="2298700"/>
          <p14:tracePt t="120799" x="9174163" y="2316163"/>
          <p14:tracePt t="120809" x="9167813" y="2320925"/>
          <p14:tracePt t="120854" x="9167813" y="2316163"/>
          <p14:tracePt t="120855" x="9167813" y="2309813"/>
          <p14:tracePt t="120859" x="9167813" y="2305050"/>
          <p14:tracePt t="120860" x="9167813" y="2293938"/>
          <p14:tracePt t="120869" x="9167813" y="2209800"/>
          <p14:tracePt t="120879" x="9150350" y="2046288"/>
          <p14:tracePt t="120890" x="9117013" y="1776413"/>
          <p14:tracePt t="120899" x="9088438" y="1619250"/>
          <p14:tracePt t="120900" x="9083675" y="1579563"/>
          <p14:tracePt t="120909" x="9055100" y="1450975"/>
          <p14:tracePt t="120910" x="9050338" y="1416050"/>
          <p14:tracePt t="120920" x="9028113" y="1298575"/>
          <p14:tracePt t="120930" x="9010650" y="1174750"/>
          <p14:tracePt t="120939" x="8999538" y="1130300"/>
          <p14:tracePt t="120940" x="8993188" y="1119188"/>
          <p14:tracePt t="120949" x="8982075" y="1084263"/>
          <p14:tracePt t="120950" x="8977313" y="1073150"/>
          <p14:tracePt t="120959" x="8970963" y="1062038"/>
          <p14:tracePt t="120969" x="8966200" y="1062038"/>
          <p14:tracePt t="120979" x="8966200" y="1057275"/>
          <p14:tracePt t="120989" x="8959850" y="1057275"/>
          <p14:tracePt t="121036" x="8959850" y="1062038"/>
          <p14:tracePt t="121037" x="8959850" y="1068388"/>
          <p14:tracePt t="121041" x="8953500" y="1084263"/>
          <p14:tracePt t="121049" x="8948738" y="1135063"/>
          <p14:tracePt t="121059" x="8926513" y="1243013"/>
          <p14:tracePt t="121060" x="8920163" y="1265238"/>
          <p14:tracePt t="121069" x="8909050" y="1371600"/>
          <p14:tracePt t="121079" x="8886825" y="1500188"/>
          <p14:tracePt t="121089" x="8864600" y="1635125"/>
          <p14:tracePt t="121099" x="8847138" y="1798638"/>
          <p14:tracePt t="121109" x="8836025" y="1973263"/>
          <p14:tracePt t="121119" x="8831263" y="2181225"/>
          <p14:tracePt t="121129" x="8831263" y="2433638"/>
          <p14:tracePt t="121130" x="8831263" y="2479675"/>
          <p14:tracePt t="121139" x="8831263" y="2663825"/>
          <p14:tracePt t="121140" x="8831263" y="2709863"/>
          <p14:tracePt t="121149" x="8820150" y="2895600"/>
          <p14:tracePt t="121150" x="8820150" y="2944813"/>
          <p14:tracePt t="121159" x="8807450" y="3114675"/>
          <p14:tracePt t="121169" x="8780463" y="3300413"/>
          <p14:tracePt t="121179" x="8763000" y="3440113"/>
          <p14:tracePt t="121189" x="8751888" y="3552825"/>
          <p14:tracePt t="121199" x="8745538" y="3619500"/>
          <p14:tracePt t="121209" x="8745538" y="3648075"/>
          <p14:tracePt t="121227" x="8745538" y="3654425"/>
          <p14:tracePt t="121239" x="8751888" y="3648075"/>
          <p14:tracePt t="121241" x="8751888" y="3643313"/>
          <p14:tracePt t="121249" x="8769350" y="3603625"/>
          <p14:tracePt t="121259" x="8796338" y="3495675"/>
          <p14:tracePt t="121269" x="8820150" y="3367088"/>
          <p14:tracePt t="121279" x="8847138" y="3238500"/>
          <p14:tracePt t="121289" x="8886825" y="3092450"/>
          <p14:tracePt t="121299" x="8931275" y="2951163"/>
          <p14:tracePt t="121300" x="8942388" y="2928938"/>
          <p14:tracePt t="121309" x="8993188" y="2809875"/>
          <p14:tracePt t="121319" x="9050338" y="2676525"/>
          <p14:tracePt t="121329" x="9101138" y="2557463"/>
          <p14:tracePt t="121339" x="9128125" y="2473325"/>
          <p14:tracePt t="121349" x="9145588" y="2400300"/>
          <p14:tracePt t="121359" x="9156700" y="2360613"/>
          <p14:tracePt t="121369" x="9156700" y="2355850"/>
          <p14:tracePt t="121379" x="9156700" y="2349500"/>
          <p14:tracePt t="121397" x="9156700" y="2355850"/>
          <p14:tracePt t="121400" x="9156700" y="2360613"/>
          <p14:tracePt t="121409" x="9156700" y="2417763"/>
          <p14:tracePt t="121410" x="9156700" y="2444750"/>
          <p14:tracePt t="121419" x="9163050" y="2528888"/>
          <p14:tracePt t="121429" x="9167813" y="2687638"/>
          <p14:tracePt t="121439" x="9167813" y="2794000"/>
          <p14:tracePt t="121449" x="9167813" y="2928938"/>
          <p14:tracePt t="121449" x="9167813" y="2957513"/>
          <p14:tracePt t="121459" x="9167813" y="3063875"/>
          <p14:tracePt t="121469" x="9167813" y="3159125"/>
          <p14:tracePt t="121479" x="9178925" y="3238500"/>
          <p14:tracePt t="121489" x="9185275" y="3254375"/>
          <p14:tracePt t="121499" x="9190038" y="3254375"/>
          <p14:tracePt t="121509" x="9196388" y="3254375"/>
          <p14:tracePt t="121519" x="9201150" y="3249613"/>
          <p14:tracePt t="121529" x="9223375" y="3187700"/>
          <p14:tracePt t="121539" x="9247188" y="3086100"/>
          <p14:tracePt t="121549" x="9280525" y="2944813"/>
          <p14:tracePt t="121559" x="9313863" y="2782888"/>
          <p14:tracePt t="121569" x="9353550" y="2601913"/>
          <p14:tracePt t="121579" x="9386888" y="2428875"/>
          <p14:tracePt t="121589" x="9409113" y="2287588"/>
          <p14:tracePt t="121599" x="9415463" y="2163763"/>
          <p14:tracePt t="121609" x="9415463" y="2090738"/>
          <p14:tracePt t="121619" x="9415463" y="2063750"/>
          <p14:tracePt t="121629" x="9415463" y="2057400"/>
          <p14:tracePt t="121656" x="9415463" y="2063750"/>
          <p14:tracePt t="121657" x="9415463" y="2068513"/>
          <p14:tracePt t="121659" x="9415463" y="2079625"/>
          <p14:tracePt t="121669" x="9404350" y="2141538"/>
          <p14:tracePt t="121679" x="9386888" y="2243138"/>
          <p14:tracePt t="121680" x="9382125" y="2265363"/>
          <p14:tracePt t="121689" x="9371013" y="2400300"/>
          <p14:tracePt t="121699" x="9347200" y="2586038"/>
          <p14:tracePt t="121709" x="9309100" y="2822575"/>
          <p14:tracePt t="121719" x="9269413" y="3030538"/>
          <p14:tracePt t="121729" x="9236075" y="3221038"/>
          <p14:tracePt t="121739" x="9207500" y="3373438"/>
          <p14:tracePt t="121749" x="9196388" y="3457575"/>
          <p14:tracePt t="121759" x="9185275" y="3490913"/>
          <p14:tracePt t="121769" x="9185275" y="3502025"/>
          <p14:tracePt t="121779" x="9178925" y="3502025"/>
          <p14:tracePt t="121789" x="9178925" y="3484563"/>
          <p14:tracePt t="121799" x="9185275" y="3411538"/>
          <p14:tracePt t="121800" x="9185275" y="3389313"/>
          <p14:tracePt t="121809" x="9185275" y="3294063"/>
          <p14:tracePt t="121819" x="9178925" y="3103563"/>
          <p14:tracePt t="121829" x="9167813" y="2973388"/>
          <p14:tracePt t="121839" x="9163050" y="2809875"/>
          <p14:tracePt t="121849" x="9163050" y="2703513"/>
          <p14:tracePt t="121859" x="9156700" y="2625725"/>
          <p14:tracePt t="121869" x="9145588" y="2579688"/>
          <p14:tracePt t="121879" x="9145588" y="2563813"/>
          <p14:tracePt t="121890" x="9139238" y="2557463"/>
          <p14:tracePt t="121914" x="9134475" y="2557463"/>
          <p14:tracePt t="121921" x="9134475" y="2563813"/>
          <p14:tracePt t="121923" x="9134475" y="2568575"/>
          <p14:tracePt t="121929" x="9134475" y="2586038"/>
          <p14:tracePt t="121939" x="9134475" y="2687638"/>
          <p14:tracePt t="121949" x="9156700" y="2844800"/>
          <p14:tracePt t="121959" x="9178925" y="3030538"/>
          <p14:tracePt t="121969" x="9190038" y="3209925"/>
          <p14:tracePt t="121970" x="9190038" y="3243263"/>
          <p14:tracePt t="121979" x="9196388" y="3355975"/>
          <p14:tracePt t="121989" x="9196388" y="3451225"/>
          <p14:tracePt t="121990" x="9196388" y="3462338"/>
          <p14:tracePt t="121999" x="9196388" y="3490913"/>
          <p14:tracePt t="122009" x="9201150" y="3495675"/>
          <p14:tracePt t="122019" x="9207500" y="3502025"/>
          <p14:tracePt t="122029" x="9223375" y="3484563"/>
          <p14:tracePt t="122039" x="9285288" y="3373438"/>
          <p14:tracePt t="122049" x="9336088" y="3227388"/>
          <p14:tracePt t="122059" x="9409113" y="2995613"/>
          <p14:tracePt t="122069" x="9488488" y="2709863"/>
          <p14:tracePt t="122079" x="9532938" y="2517775"/>
          <p14:tracePt t="122089" x="9583738" y="2316163"/>
          <p14:tracePt t="122099" x="9617075" y="2181225"/>
          <p14:tracePt t="122100" x="9623425" y="2163763"/>
          <p14:tracePt t="122109" x="9628188" y="2124075"/>
          <p14:tracePt t="122119" x="9628188" y="2112963"/>
          <p14:tracePt t="122142" x="9623425" y="2112963"/>
          <p14:tracePt t="122143" x="9623425" y="2119313"/>
          <p14:tracePt t="122149" x="9612313" y="2130425"/>
          <p14:tracePt t="122150" x="9612313" y="2136775"/>
          <p14:tracePt t="122159" x="9601200" y="2170113"/>
          <p14:tracePt t="122169" x="9578975" y="2271713"/>
          <p14:tracePt t="122170" x="9578975" y="2298700"/>
          <p14:tracePt t="122179" x="9561513" y="2417763"/>
          <p14:tracePt t="122189" x="9539288" y="2698750"/>
          <p14:tracePt t="122199" x="9517063" y="2889250"/>
          <p14:tracePt t="122200" x="9517063" y="2933700"/>
          <p14:tracePt t="122209" x="9504363" y="3114675"/>
          <p14:tracePt t="122219" x="9499600" y="3300413"/>
          <p14:tracePt t="122229" x="9499600" y="3389313"/>
          <p14:tracePt t="122230" x="9499600" y="3406775"/>
          <p14:tracePt t="122239" x="9499600" y="3417888"/>
          <p14:tracePt t="122249" x="9499600" y="3422650"/>
          <p14:tracePt t="122259" x="9499600" y="3429000"/>
          <p14:tracePt t="122269" x="9504363" y="3406775"/>
          <p14:tracePt t="122279" x="9521825" y="3327400"/>
          <p14:tracePt t="122289" x="9539288" y="3170238"/>
          <p14:tracePt t="122299" x="9550400" y="3030538"/>
          <p14:tracePt t="122309" x="9561513" y="2838450"/>
          <p14:tracePt t="122319" x="9572625" y="2647950"/>
          <p14:tracePt t="122329" x="9572625" y="2484438"/>
          <p14:tracePt t="122339" x="9572625" y="2378075"/>
          <p14:tracePt t="122349" x="9572625" y="2320925"/>
          <p14:tracePt t="122359" x="9572625" y="2305050"/>
          <p14:tracePt t="122369" x="9566275" y="2305050"/>
          <p14:tracePt t="122379" x="9561513" y="2305050"/>
          <p14:tracePt t="122389" x="9539288" y="2327275"/>
          <p14:tracePt t="122399" x="9517063" y="2406650"/>
          <p14:tracePt t="122409" x="9488488" y="2524125"/>
          <p14:tracePt t="122419" x="9444038" y="2676525"/>
          <p14:tracePt t="122429" x="9398000" y="2860675"/>
          <p14:tracePt t="122439" x="9353550" y="3035300"/>
          <p14:tracePt t="122449" x="9302750" y="3176588"/>
          <p14:tracePt t="122459" x="9280525" y="3254375"/>
          <p14:tracePt t="122469" x="9269413" y="3265488"/>
          <p14:tracePt t="122479" x="9269413" y="3271838"/>
          <p14:tracePt t="122489" x="9263063" y="3271838"/>
          <p14:tracePt t="122499" x="9269413" y="3260725"/>
          <p14:tracePt t="122509" x="9285288" y="3192463"/>
          <p14:tracePt t="122519" x="9296400" y="3097213"/>
          <p14:tracePt t="122529" x="9296400" y="2973388"/>
          <p14:tracePt t="122539" x="9309100" y="2827338"/>
          <p14:tracePt t="122549" x="9313863" y="2681288"/>
          <p14:tracePt t="122559" x="9331325" y="2574925"/>
          <p14:tracePt t="122569" x="9331325" y="2490788"/>
          <p14:tracePt t="122579" x="9331325" y="2439988"/>
          <p14:tracePt t="122589" x="9331325" y="2428875"/>
          <p14:tracePt t="122599" x="9331325" y="2422525"/>
          <p14:tracePt t="122617" x="9331325" y="2428875"/>
          <p14:tracePt t="122619" x="9324975" y="2433638"/>
          <p14:tracePt t="122629" x="9309100" y="2490788"/>
          <p14:tracePt t="122639" x="9285288" y="2597150"/>
          <p14:tracePt t="122649" x="9274175" y="2749550"/>
          <p14:tracePt t="122659" x="9258300" y="2933700"/>
          <p14:tracePt t="122660" x="9258300" y="2968625"/>
          <p14:tracePt t="122669" x="9247188" y="3103563"/>
          <p14:tracePt t="122679" x="9240838" y="3227388"/>
          <p14:tracePt t="122689" x="9240838" y="3300413"/>
          <p14:tracePt t="122690" x="9240838" y="3305175"/>
          <p14:tracePt t="122699" x="9240838" y="3316288"/>
          <p14:tracePt t="122727" x="9240838" y="3311525"/>
          <p14:tracePt t="122730" x="9247188" y="3305175"/>
          <p14:tracePt t="122731" x="9247188" y="3294063"/>
          <p14:tracePt t="122739" x="9251950" y="3249613"/>
          <p14:tracePt t="122749" x="9263063" y="3119438"/>
          <p14:tracePt t="122759" x="9274175" y="2922588"/>
          <p14:tracePt t="122769" x="9291638" y="2676525"/>
          <p14:tracePt t="122779" x="9313863" y="2451100"/>
          <p14:tracePt t="122789" x="9331325" y="2247900"/>
          <p14:tracePt t="122799" x="9336088" y="2085975"/>
          <p14:tracePt t="122809" x="9336088" y="1973263"/>
          <p14:tracePt t="122819" x="9336088" y="1951038"/>
          <p14:tracePt t="122829" x="9336088" y="1944688"/>
          <p14:tracePt t="122850" x="9336088" y="1951038"/>
          <p14:tracePt t="122851" x="9336088" y="1962150"/>
          <p14:tracePt t="122859" x="9336088" y="2017713"/>
          <p14:tracePt t="122869" x="9336088" y="2159000"/>
          <p14:tracePt t="122879" x="9336088" y="2393950"/>
          <p14:tracePt t="122890" x="9336088" y="2692400"/>
          <p14:tracePt t="122899" x="9324975" y="2895600"/>
          <p14:tracePt t="122900" x="9320213" y="2944813"/>
          <p14:tracePt t="122909" x="9309100" y="3125788"/>
          <p14:tracePt t="122919" x="9296400" y="3287713"/>
          <p14:tracePt t="122929" x="9291638" y="3378200"/>
          <p14:tracePt t="122939" x="9291638" y="3406775"/>
          <p14:tracePt t="122949" x="9291638" y="3411538"/>
          <p14:tracePt t="122963" x="9296400" y="3411538"/>
          <p14:tracePt t="122969" x="9296400" y="3395663"/>
          <p14:tracePt t="122979" x="9320213" y="3311525"/>
          <p14:tracePt t="122989" x="9324975" y="3181350"/>
          <p14:tracePt t="122990" x="9324975" y="3141663"/>
          <p14:tracePt t="122999" x="9331325" y="2962275"/>
          <p14:tracePt t="123009" x="9336088" y="2720975"/>
          <p14:tracePt t="123019" x="9336088" y="2495550"/>
          <p14:tracePt t="123029" x="9336088" y="2320925"/>
          <p14:tracePt t="123039" x="9336088" y="2209800"/>
          <p14:tracePt t="123049" x="9336088" y="2159000"/>
          <p14:tracePt t="123059" x="9331325" y="2147888"/>
          <p14:tracePt t="123082" x="9324975" y="2147888"/>
          <p14:tracePt t="123110" x="9324975" y="2152650"/>
          <p14:tracePt t="123111" x="9324975" y="2159000"/>
          <p14:tracePt t="123119" x="9324975" y="2185988"/>
          <p14:tracePt t="123129" x="9324975" y="2298700"/>
          <p14:tracePt t="123139" x="9324975" y="2422525"/>
          <p14:tracePt t="123149" x="9320213" y="2552700"/>
          <p14:tracePt t="123159" x="9313863" y="2652713"/>
          <p14:tracePt t="123160" x="9309100" y="2670175"/>
          <p14:tracePt t="123169" x="9302750" y="2720975"/>
          <p14:tracePt t="123179" x="9302750" y="2736850"/>
          <p14:tracePt t="123190" x="9302750" y="2743200"/>
          <p14:tracePt t="125614" x="9302750" y="2736850"/>
          <p14:tracePt t="125615" x="9302750" y="2732088"/>
          <p14:tracePt t="125620" x="9302750" y="2725738"/>
          <p14:tracePt t="125630" x="9291638" y="2647950"/>
          <p14:tracePt t="125639" x="9285288" y="2568575"/>
          <p14:tracePt t="125649" x="9274175" y="2444750"/>
          <p14:tracePt t="125659" x="9274175" y="2389188"/>
          <p14:tracePt t="125669" x="9269413" y="2338388"/>
          <p14:tracePt t="125679" x="9269413" y="2305050"/>
          <p14:tracePt t="125689" x="9269413" y="2287588"/>
          <p14:tracePt t="125690" x="9269413" y="2282825"/>
          <p14:tracePt t="125699" x="9263063" y="2265363"/>
          <p14:tracePt t="125709" x="9263063" y="2254250"/>
          <p14:tracePt t="125719" x="9263063" y="2232025"/>
          <p14:tracePt t="125729" x="9263063" y="2220913"/>
          <p14:tracePt t="125739" x="9258300" y="2214563"/>
          <p14:tracePt t="125770" x="9258300" y="2209800"/>
          <p14:tracePt t="125814" x="9258300" y="2214563"/>
          <p14:tracePt t="125815" x="9251950" y="2225675"/>
          <p14:tracePt t="125819" x="9251950" y="2232025"/>
          <p14:tracePt t="125829" x="9236075" y="2316163"/>
          <p14:tracePt t="125839" x="9218613" y="2422525"/>
          <p14:tracePt t="125840" x="9218613" y="2444750"/>
          <p14:tracePt t="125849" x="9207500" y="2541588"/>
          <p14:tracePt t="125859" x="9201150" y="2659063"/>
          <p14:tracePt t="125869" x="9201150" y="2787650"/>
          <p14:tracePt t="125879" x="9201150" y="2855913"/>
          <p14:tracePt t="125890" x="9190038" y="2940050"/>
          <p14:tracePt t="125899" x="9190038" y="2973388"/>
          <p14:tracePt t="125909" x="9185275" y="2984500"/>
          <p14:tracePt t="125910" x="9185275" y="2990850"/>
          <p14:tracePt t="125933" x="9185275" y="2984500"/>
          <p14:tracePt t="125935" x="9185275" y="2979738"/>
          <p14:tracePt t="125939" x="9190038" y="2973388"/>
          <p14:tracePt t="125949" x="9212263" y="2871788"/>
          <p14:tracePt t="125959" x="9218613" y="2787650"/>
          <p14:tracePt t="125969" x="9236075" y="2663825"/>
          <p14:tracePt t="125979" x="9247188" y="2524125"/>
          <p14:tracePt t="125989" x="9251950" y="2439988"/>
          <p14:tracePt t="125999" x="9263063" y="2366963"/>
          <p14:tracePt t="126009" x="9263063" y="2327275"/>
          <p14:tracePt t="126019" x="9263063" y="2309813"/>
          <p14:tracePt t="126029" x="9263063" y="2305050"/>
          <p14:tracePt t="126058" x="9263063" y="2298700"/>
          <p14:tracePt t="126083" x="9263063" y="2305050"/>
          <p14:tracePt t="126085" x="9263063" y="2309813"/>
          <p14:tracePt t="126089" x="9263063" y="2316163"/>
          <p14:tracePt t="126090" x="9263063" y="2327275"/>
          <p14:tracePt t="126099" x="9263063" y="2360613"/>
          <p14:tracePt t="126109" x="9263063" y="2455863"/>
          <p14:tracePt t="126119" x="9263063" y="2535238"/>
          <p14:tracePt t="126129" x="9263063" y="2625725"/>
          <p14:tracePt t="126139" x="9258300" y="2732088"/>
          <p14:tracePt t="126149" x="9247188" y="2827338"/>
          <p14:tracePt t="126159" x="9229725" y="2917825"/>
          <p14:tracePt t="126169" x="9212263" y="2995613"/>
          <p14:tracePt t="126179" x="9201150" y="3068638"/>
          <p14:tracePt t="126189" x="9196388" y="3125788"/>
          <p14:tracePt t="126199" x="9185275" y="3176588"/>
          <p14:tracePt t="126209" x="9178925" y="3209925"/>
          <p14:tracePt t="126219" x="9174163" y="3232150"/>
          <p14:tracePt t="126231" x="9174163" y="3238500"/>
          <p14:tracePt t="126253" x="9174163" y="3227388"/>
          <p14:tracePt t="126255" x="9178925" y="3221038"/>
          <p14:tracePt t="126259" x="9178925" y="3209925"/>
          <p14:tracePt t="126269" x="9196388" y="3103563"/>
          <p14:tracePt t="126279" x="9212263" y="2973388"/>
          <p14:tracePt t="126289" x="9229725" y="2844800"/>
          <p14:tracePt t="126299" x="9251950" y="2703513"/>
          <p14:tracePt t="126309" x="9258300" y="2647950"/>
          <p14:tracePt t="126310" x="9258300" y="2630488"/>
          <p14:tracePt t="126319" x="9263063" y="2601913"/>
          <p14:tracePt t="126329" x="9263063" y="2586038"/>
          <p14:tracePt t="126340" x="9263063" y="2579688"/>
          <p14:tracePt t="126381" x="9263063" y="2586038"/>
          <p14:tracePt t="126385" x="9263063" y="2597150"/>
          <p14:tracePt t="126389" x="9263063" y="2601913"/>
          <p14:tracePt t="126399" x="9263063" y="2652713"/>
          <p14:tracePt t="126409" x="9263063" y="2749550"/>
          <p14:tracePt t="126410" x="9258300" y="2765425"/>
          <p14:tracePt t="126419" x="9251950" y="2855913"/>
          <p14:tracePt t="126429" x="9247188" y="2962275"/>
          <p14:tracePt t="126439" x="9229725" y="3086100"/>
          <p14:tracePt t="126449" x="9212263" y="3181350"/>
          <p14:tracePt t="126459" x="9201150" y="3254375"/>
          <p14:tracePt t="126460" x="9196388" y="3260725"/>
          <p14:tracePt t="126469" x="9190038" y="3282950"/>
          <p14:tracePt t="126479" x="9190038" y="3287713"/>
          <p14:tracePt t="126512" x="9190038" y="3282950"/>
          <p14:tracePt t="126513" x="9190038" y="3276600"/>
          <p14:tracePt t="126519" x="9190038" y="3271838"/>
          <p14:tracePt t="126529" x="9196388" y="3232150"/>
          <p14:tracePt t="126539" x="9196388" y="3136900"/>
          <p14:tracePt t="126549" x="9196388" y="3041650"/>
          <p14:tracePt t="126559" x="9196388" y="2895600"/>
          <p14:tracePt t="126569" x="9201150" y="2681288"/>
          <p14:tracePt t="126579" x="9207500" y="2535238"/>
          <p14:tracePt t="126580" x="9207500" y="2506663"/>
          <p14:tracePt t="126589" x="9218613" y="2371725"/>
          <p14:tracePt t="126590" x="9218613" y="2349500"/>
          <p14:tracePt t="126600" x="9223375" y="2247900"/>
          <p14:tracePt t="126600" x="9229725" y="2232025"/>
          <p14:tracePt t="126609" x="9236075" y="2170113"/>
          <p14:tracePt t="126610" x="9236075" y="2159000"/>
          <p14:tracePt t="126619" x="9240838" y="2136775"/>
          <p14:tracePt t="126629" x="9240838" y="2130425"/>
          <p14:tracePt t="126640" x="9240838" y="2124075"/>
          <p14:tracePt t="126666" x="9240838" y="2130425"/>
          <p14:tracePt t="126667" x="9240838" y="2136775"/>
          <p14:tracePt t="126670" x="9240838" y="2141538"/>
          <p14:tracePt t="126679" x="9240838" y="2181225"/>
          <p14:tracePt t="126689" x="9236075" y="2282825"/>
          <p14:tracePt t="126699" x="9236075" y="2417763"/>
          <p14:tracePt t="126700" x="9236075" y="2444750"/>
          <p14:tracePt t="126709" x="9236075" y="2619375"/>
          <p14:tracePt t="126719" x="9236075" y="2798763"/>
          <p14:tracePt t="126729" x="9229725" y="2957513"/>
          <p14:tracePt t="126730" x="9229725" y="2990850"/>
          <p14:tracePt t="126739" x="9218613" y="3125788"/>
          <p14:tracePt t="126749" x="9212263" y="3254375"/>
          <p14:tracePt t="126759" x="9212263" y="3338513"/>
          <p14:tracePt t="126760" x="9212263" y="3355975"/>
          <p14:tracePt t="126769" x="9212263" y="3400425"/>
          <p14:tracePt t="126770" x="9212263" y="3406775"/>
          <p14:tracePt t="126779" x="9218613" y="3411538"/>
          <p14:tracePt t="126790" x="9218613" y="3422650"/>
          <p14:tracePt t="126826" x="9218613" y="3417888"/>
          <p14:tracePt t="126827" x="9223375" y="3411538"/>
          <p14:tracePt t="126830" x="9223375" y="3406775"/>
          <p14:tracePt t="126839" x="9229725" y="3373438"/>
          <p14:tracePt t="126849" x="9251950" y="3305175"/>
          <p14:tracePt t="126859" x="9274175" y="3214688"/>
          <p14:tracePt t="126869" x="9302750" y="3136900"/>
          <p14:tracePt t="126880" x="9331325" y="3074988"/>
          <p14:tracePt t="126890" x="9347200" y="3024188"/>
          <p14:tracePt t="126899" x="9358313" y="2995613"/>
          <p14:tracePt t="126909" x="9364663" y="2979738"/>
          <p14:tracePt t="126921" x="9364663" y="2973388"/>
          <p14:tracePt t="126938" x="9364663" y="2968625"/>
          <p14:tracePt t="126970" x="9364663" y="2973388"/>
          <p14:tracePt t="126977" x="9364663" y="2979738"/>
          <p14:tracePt t="126981" x="9364663" y="2984500"/>
          <p14:tracePt t="126989" x="9371013" y="2995613"/>
          <p14:tracePt t="126999" x="9371013" y="3013075"/>
          <p14:tracePt t="127009" x="9371013" y="3035300"/>
          <p14:tracePt t="127019" x="9375775" y="3057525"/>
          <p14:tracePt t="127029" x="9375775" y="3086100"/>
          <p14:tracePt t="127039" x="9375775" y="3119438"/>
          <p14:tracePt t="127049" x="9382125" y="3165475"/>
          <p14:tracePt t="127059" x="9382125" y="3198813"/>
          <p14:tracePt t="127069" x="9382125" y="3214688"/>
          <p14:tracePt t="127070" x="9382125" y="3221038"/>
          <p14:tracePt t="127079" x="9382125" y="3227388"/>
          <p14:tracePt t="127089" x="9382125" y="3238500"/>
          <p14:tracePt t="127099" x="9382125" y="3249613"/>
          <p14:tracePt t="127113" x="9382125" y="3254375"/>
          <p14:tracePt t="127131" x="9382125" y="3260725"/>
          <p14:tracePt t="127163" x="9382125" y="3265488"/>
          <p14:tracePt t="127252" x="9382125" y="3260725"/>
          <p14:tracePt t="127366" x="9382125" y="3265488"/>
          <p14:tracePt t="127370" x="9382125" y="3271838"/>
          <p14:tracePt t="127373" x="9382125" y="3276600"/>
          <p14:tracePt t="127380" x="9375775" y="3287713"/>
          <p14:tracePt t="127389" x="9371013" y="3327400"/>
          <p14:tracePt t="127400" x="9358313" y="3384550"/>
          <p14:tracePt t="127409" x="9347200" y="3462338"/>
          <p14:tracePt t="127419" x="9336088" y="3530600"/>
          <p14:tracePt t="127429" x="9313863" y="3654425"/>
          <p14:tracePt t="127430" x="9309100" y="3687763"/>
          <p14:tracePt t="127439" x="9291638" y="3811588"/>
          <p14:tracePt t="127449" x="9280525" y="4030663"/>
          <p14:tracePt t="127459" x="9280525" y="4227513"/>
          <p14:tracePt t="127460" x="9280525" y="4271963"/>
          <p14:tracePt t="127469" x="9291638" y="4468813"/>
          <p14:tracePt t="127479" x="9324975" y="4727575"/>
          <p14:tracePt t="127489" x="9393238" y="5053013"/>
          <p14:tracePt t="127499" x="9544050" y="5530850"/>
          <p14:tracePt t="127509" x="9707563" y="5935663"/>
          <p14:tracePt t="127519" x="9959975" y="6481763"/>
          <p14:tracePt t="128652" x="0" y="0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672C-BF2D-12A0-CCC4-5C152082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0BEEA8-53DA-F9DA-5207-12A7109B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Common Side Effects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34ACA6-FA4A-316E-8F7C-1D562734343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While symptoms can be different between treatments, common side effects include: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Organ damage (especially heart, lungs, kidneys, and liver)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Loss of or damage to areas that reproduce quickly, including hair, skin, nails, and reproductive organs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Can lead to additional symptoms, such as mouth and throat sores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Nausea/ vomiting, and other digestive issues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Fatigue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Immunocompromised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Cognitive impairment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Neuropathy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Infertility/ fertility issues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Stress, depression, and anxiety</a:t>
            </a: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B4DFD-7B89-60BE-6BDA-E901258D7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47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326"/>
    </mc:Choice>
    <mc:Fallback xmlns="">
      <p:transition spd="slow" advTm="24232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EAA14-EBCD-C4BF-25CE-184DEA5E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970E6-D947-747F-CD77-EDA5293AC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The (Most Common) Cancer Treatment Process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03083E-4A1C-E24F-EF08-908DC1CF4CE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Step 1 – Screening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2 – Further diagnostics (typically, biopsies)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3 – Health and severity assessment (ex: pulmonary function test, echocardiograms, blood tests, ultrasounds, etc.)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prstClr val="black"/>
                </a:solidFill>
                <a:latin typeface="Gill Sans Nova Light"/>
              </a:rPr>
              <a:t>Positron emission tomography (PET) scan</a:t>
            </a: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 – a form of CT scan that combines radioactive material with a sugar molecule, then scans the body to see which areas show the sugar being “eaten”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4 – Preparation (ex: surgery for a PIC line or porta catheter for chemo)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5 – Treatment(s)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6 – Scanning (periodical and at end of treatment)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Step 7 – Follow-up scans</a:t>
            </a:r>
            <a:endParaRPr lang="en-US" dirty="0">
              <a:solidFill>
                <a:prstClr val="black"/>
              </a:solidFill>
              <a:latin typeface="Gill Sans Nova Light"/>
            </a:endParaRP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52D90-ED18-FD5F-C8BC-9ED0DE4BC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71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412"/>
    </mc:Choice>
    <mc:Fallback xmlns="">
      <p:transition spd="slow" advTm="35541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C535-8A57-97E5-E24D-9DBC7898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92669-D335-721E-F2E7-3BF2B83A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744279"/>
            <a:ext cx="10360152" cy="627321"/>
          </a:xfrm>
        </p:spPr>
        <p:txBody>
          <a:bodyPr/>
          <a:lstStyle/>
          <a:p>
            <a:r>
              <a:rPr lang="en-US" dirty="0"/>
              <a:t>Common Examples of The Patient Experience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EFDDD2-F9CE-B182-9DC7-B4193323AEC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9218" y="1371599"/>
            <a:ext cx="10694581" cy="474212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Sense of relief when diagnosed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Shame/ embarrassment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Challenges to self-efficacy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Struggles with conflicting advice/ opinions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Struggle more with the side effects than the disease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Gill Sans Nova Light"/>
              </a:rPr>
              <a:t>Difficulty in finding their “cancer center home” (quality of service versus resources available)</a:t>
            </a:r>
          </a:p>
          <a:p>
            <a:endParaRPr lang="en-US" sz="2400" dirty="0">
              <a:solidFill>
                <a:prstClr val="black"/>
              </a:solidFill>
              <a:latin typeface="Gill Sans Nova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Gill Sans Nova Light"/>
            </a:endParaRPr>
          </a:p>
          <a:p>
            <a:pPr marR="0" lvl="2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923A2-BFD2-5754-1A48-7A34FE23B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1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841"/>
    </mc:Choice>
    <mc:Fallback xmlns="">
      <p:transition spd="slow" advTm="327841"/>
    </mc:Fallback>
  </mc:AlternateContent>
</p:sld>
</file>

<file path=ppt/theme/theme1.xml><?xml version="1.0" encoding="utf-8"?>
<a:theme xmlns:a="http://schemas.openxmlformats.org/drawingml/2006/main" name="Cust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purl.org/dc/elements/1.1/"/>
    <ds:schemaRef ds:uri="71af3243-3dd4-4a8d-8c0d-dd76da1f02a5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office/2006/documentManagement/types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{5D393DFC-1BBF-40D3-AD94-4284BE9CF5C4}TF1ed9553b-00c4-4092-846a-c8f7f2908f3beecd942f_win32-8e33096c3cfc</Template>
  <TotalTime>1339</TotalTime>
  <Words>1083</Words>
  <Application>Microsoft Office PowerPoint</Application>
  <PresentationFormat>Widescreen</PresentationFormat>
  <Paragraphs>119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Gill Sans Nova Light</vt:lpstr>
      <vt:lpstr>Sagona Book</vt:lpstr>
      <vt:lpstr>Custom</vt:lpstr>
      <vt:lpstr>Cancer</vt:lpstr>
      <vt:lpstr>Important Terminology</vt:lpstr>
      <vt:lpstr>Types of Cancer</vt:lpstr>
      <vt:lpstr>Most Common Types of Cancer</vt:lpstr>
      <vt:lpstr>Why Do Most Types of Cancer Develop?</vt:lpstr>
      <vt:lpstr>The Process</vt:lpstr>
      <vt:lpstr>Cancer Screening</vt:lpstr>
      <vt:lpstr>Cancer Staging</vt:lpstr>
      <vt:lpstr>Cancer Staging</vt:lpstr>
      <vt:lpstr>Why might the TNM system not be a good choice for staging blood cancers?</vt:lpstr>
      <vt:lpstr>Cancer Treatments</vt:lpstr>
      <vt:lpstr>Common Side Effects</vt:lpstr>
      <vt:lpstr>The (Most Common) Cancer Treatment Process</vt:lpstr>
      <vt:lpstr>Common Examples of The Patient Experience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20</cp:revision>
  <dcterms:created xsi:type="dcterms:W3CDTF">2025-10-29T06:28:47Z</dcterms:created>
  <dcterms:modified xsi:type="dcterms:W3CDTF">2026-08-16T23:23:26Z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