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83" r:id="rId4"/>
  </p:sldMasterIdLst>
  <p:notesMasterIdLst>
    <p:notesMasterId r:id="rId39"/>
  </p:notesMasterIdLst>
  <p:handoutMasterIdLst>
    <p:handoutMasterId r:id="rId40"/>
  </p:handoutMasterIdLst>
  <p:sldIdLst>
    <p:sldId id="325" r:id="rId5"/>
    <p:sldId id="343" r:id="rId6"/>
    <p:sldId id="344" r:id="rId7"/>
    <p:sldId id="353" r:id="rId8"/>
    <p:sldId id="354" r:id="rId9"/>
    <p:sldId id="355" r:id="rId10"/>
    <p:sldId id="356" r:id="rId11"/>
    <p:sldId id="358" r:id="rId12"/>
    <p:sldId id="359" r:id="rId13"/>
    <p:sldId id="365" r:id="rId14"/>
    <p:sldId id="360" r:id="rId15"/>
    <p:sldId id="366" r:id="rId16"/>
    <p:sldId id="367" r:id="rId17"/>
    <p:sldId id="361" r:id="rId18"/>
    <p:sldId id="362" r:id="rId19"/>
    <p:sldId id="363" r:id="rId20"/>
    <p:sldId id="364" r:id="rId21"/>
    <p:sldId id="357" r:id="rId22"/>
    <p:sldId id="345" r:id="rId23"/>
    <p:sldId id="368" r:id="rId24"/>
    <p:sldId id="346" r:id="rId25"/>
    <p:sldId id="369" r:id="rId26"/>
    <p:sldId id="347" r:id="rId27"/>
    <p:sldId id="370" r:id="rId28"/>
    <p:sldId id="348" r:id="rId29"/>
    <p:sldId id="371" r:id="rId30"/>
    <p:sldId id="349" r:id="rId31"/>
    <p:sldId id="372" r:id="rId32"/>
    <p:sldId id="350" r:id="rId33"/>
    <p:sldId id="351" r:id="rId34"/>
    <p:sldId id="373" r:id="rId35"/>
    <p:sldId id="374" r:id="rId36"/>
    <p:sldId id="352" r:id="rId37"/>
    <p:sldId id="375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D5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8" autoAdjust="0"/>
    <p:restoredTop sz="86068" autoAdjust="0"/>
  </p:normalViewPr>
  <p:slideViewPr>
    <p:cSldViewPr snapToGrid="0">
      <p:cViewPr varScale="1">
        <p:scale>
          <a:sx n="96" d="100"/>
          <a:sy n="96" d="100"/>
        </p:scale>
        <p:origin x="636" y="84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06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ABA719-FC92-4D49-8DE3-8BF0446E47C8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2CB395-B94D-4ECE-8995-D2E05FD59DBC}">
      <dgm:prSet phldrT="[Text]" custT="1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Immunity</a:t>
          </a:r>
          <a:br>
            <a:rPr lang="en-US" sz="1300" dirty="0">
              <a:solidFill>
                <a:schemeClr val="tx1"/>
              </a:solidFill>
            </a:rPr>
          </a:br>
          <a:r>
            <a:rPr lang="en-US" sz="1500" dirty="0">
              <a:solidFill>
                <a:schemeClr val="tx1"/>
              </a:solidFill>
            </a:rPr>
            <a:t>The body’s resistance to invading organisms</a:t>
          </a:r>
        </a:p>
      </dgm:t>
    </dgm:pt>
    <dgm:pt modelId="{21BF14C6-B504-41AD-B75D-2CE0B5C010B7}" type="parTrans" cxnId="{7EEB7E80-1045-4902-A999-285A7361BE38}">
      <dgm:prSet/>
      <dgm:spPr/>
      <dgm:t>
        <a:bodyPr/>
        <a:lstStyle/>
        <a:p>
          <a:endParaRPr lang="en-US"/>
        </a:p>
      </dgm:t>
    </dgm:pt>
    <dgm:pt modelId="{5DBF5E65-32C5-48D6-A6FF-0E094D6D91DF}" type="sibTrans" cxnId="{7EEB7E80-1045-4902-A999-285A7361BE38}">
      <dgm:prSet/>
      <dgm:spPr>
        <a:ln>
          <a:noFill/>
        </a:ln>
      </dgm:spPr>
      <dgm:t>
        <a:bodyPr/>
        <a:lstStyle/>
        <a:p>
          <a:endParaRPr lang="en-US">
            <a:ln>
              <a:solidFill>
                <a:schemeClr val="tx2">
                  <a:lumMod val="60000"/>
                  <a:lumOff val="40000"/>
                </a:schemeClr>
              </a:solidFill>
            </a:ln>
          </a:endParaRPr>
        </a:p>
      </dgm:t>
    </dgm:pt>
    <dgm:pt modelId="{F0E7E962-0F3C-46A8-A71B-CE32B0645B9A}">
      <dgm:prSet phldrT="[Text]" custT="1"/>
      <dgm:spPr>
        <a:solidFill>
          <a:srgbClr val="B9D58B"/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Natural/ Nonspecific Immunity</a:t>
          </a:r>
          <a:br>
            <a:rPr lang="en-US" sz="1300" dirty="0">
              <a:solidFill>
                <a:schemeClr val="tx1"/>
              </a:solidFill>
            </a:rPr>
          </a:br>
          <a:r>
            <a:rPr lang="en-US" sz="1500" dirty="0">
              <a:solidFill>
                <a:schemeClr val="tx1"/>
              </a:solidFill>
            </a:rPr>
            <a:t>general response mechanism in place since birth</a:t>
          </a:r>
        </a:p>
      </dgm:t>
    </dgm:pt>
    <dgm:pt modelId="{A071D9C0-725A-45BE-B496-8B5E94EC76C8}" type="parTrans" cxnId="{CAFBBC9A-3D5D-4B35-AE0E-1528E020E1DD}">
      <dgm:prSet/>
      <dgm:spPr/>
      <dgm:t>
        <a:bodyPr/>
        <a:lstStyle/>
        <a:p>
          <a:endParaRPr lang="en-US"/>
        </a:p>
      </dgm:t>
    </dgm:pt>
    <dgm:pt modelId="{A6E71091-7351-42AA-8C56-9099B02C5F41}" type="sibTrans" cxnId="{CAFBBC9A-3D5D-4B35-AE0E-1528E020E1DD}">
      <dgm:prSet/>
      <dgm:spPr>
        <a:ln>
          <a:noFill/>
        </a:ln>
      </dgm:spPr>
      <dgm:t>
        <a:bodyPr/>
        <a:lstStyle/>
        <a:p>
          <a:endParaRPr lang="en-US"/>
        </a:p>
      </dgm:t>
    </dgm:pt>
    <dgm:pt modelId="{5705B2F4-8C06-4DC1-A1A4-9710972B1C41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Humoral Immunity</a:t>
          </a:r>
          <a:br>
            <a:rPr lang="en-US" sz="1800" dirty="0">
              <a:solidFill>
                <a:schemeClr val="tx1"/>
              </a:solidFill>
            </a:rPr>
          </a:br>
          <a:r>
            <a:rPr lang="en-US" sz="1500" dirty="0">
              <a:solidFill>
                <a:schemeClr val="tx1"/>
              </a:solidFill>
            </a:rPr>
            <a:t>B-cells; produce antibodies</a:t>
          </a:r>
        </a:p>
      </dgm:t>
    </dgm:pt>
    <dgm:pt modelId="{00329DAE-7FFD-4112-89B7-3FB7B990BB21}" type="parTrans" cxnId="{951A46A1-510E-427D-977F-7DB5B3604B1A}">
      <dgm:prSet/>
      <dgm:spPr/>
      <dgm:t>
        <a:bodyPr/>
        <a:lstStyle/>
        <a:p>
          <a:endParaRPr lang="en-US"/>
        </a:p>
      </dgm:t>
    </dgm:pt>
    <dgm:pt modelId="{7B9AE60A-584E-480F-9CF4-B434AEDD461A}" type="sibTrans" cxnId="{951A46A1-510E-427D-977F-7DB5B3604B1A}">
      <dgm:prSet/>
      <dgm:spPr>
        <a:ln>
          <a:noFill/>
        </a:ln>
      </dgm:spPr>
      <dgm:t>
        <a:bodyPr/>
        <a:lstStyle/>
        <a:p>
          <a:endParaRPr lang="en-US"/>
        </a:p>
      </dgm:t>
    </dgm:pt>
    <dgm:pt modelId="{96EAC618-CDE0-4C7D-A12B-B14F54009281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US" sz="1700" b="1" dirty="0">
              <a:solidFill>
                <a:schemeClr val="tx1"/>
              </a:solidFill>
            </a:rPr>
            <a:t>Cell-Mediated Immunity</a:t>
          </a:r>
          <a:br>
            <a:rPr lang="en-US" sz="1700" dirty="0">
              <a:solidFill>
                <a:schemeClr val="tx1"/>
              </a:solidFill>
            </a:rPr>
          </a:br>
          <a:r>
            <a:rPr lang="en-US" sz="1500" dirty="0">
              <a:solidFill>
                <a:schemeClr val="tx1"/>
              </a:solidFill>
            </a:rPr>
            <a:t>T-cells; directly attack (cytotoxic)</a:t>
          </a:r>
        </a:p>
      </dgm:t>
    </dgm:pt>
    <dgm:pt modelId="{DAC63078-807D-4BFF-B9CC-C63A05AAD3C7}" type="parTrans" cxnId="{039B4FEB-0BCD-47A3-B55E-F85EE64F6F99}">
      <dgm:prSet/>
      <dgm:spPr/>
      <dgm:t>
        <a:bodyPr/>
        <a:lstStyle/>
        <a:p>
          <a:endParaRPr lang="en-US"/>
        </a:p>
      </dgm:t>
    </dgm:pt>
    <dgm:pt modelId="{FA0357F1-F44A-4053-BA54-FD754E9A098D}" type="sibTrans" cxnId="{039B4FEB-0BCD-47A3-B55E-F85EE64F6F99}">
      <dgm:prSet/>
      <dgm:spPr>
        <a:ln>
          <a:noFill/>
        </a:ln>
      </dgm:spPr>
      <dgm:t>
        <a:bodyPr/>
        <a:lstStyle/>
        <a:p>
          <a:endParaRPr lang="en-US"/>
        </a:p>
      </dgm:t>
    </dgm:pt>
    <dgm:pt modelId="{7C6A02AA-027C-43B8-9143-74E6AA694F46}">
      <dgm:prSet phldrT="[Text]" custT="1"/>
      <dgm:spPr/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Specific Immunity</a:t>
          </a:r>
          <a:br>
            <a:rPr lang="en-US" sz="1500" dirty="0">
              <a:solidFill>
                <a:schemeClr val="tx1"/>
              </a:solidFill>
            </a:rPr>
          </a:br>
          <a:r>
            <a:rPr lang="en-US" sz="1500" dirty="0">
              <a:solidFill>
                <a:schemeClr val="tx1"/>
              </a:solidFill>
            </a:rPr>
            <a:t>Mechanisms developed to fight particular organisms &amp; their toxins</a:t>
          </a:r>
        </a:p>
      </dgm:t>
    </dgm:pt>
    <dgm:pt modelId="{DCA8E230-4293-4643-9DFE-0BD6661F14F1}" type="sibTrans" cxnId="{39D77308-5A1E-4C9A-9F8D-05E1B81ADCE5}">
      <dgm:prSet/>
      <dgm:spPr>
        <a:ln>
          <a:noFill/>
        </a:ln>
      </dgm:spPr>
      <dgm:t>
        <a:bodyPr/>
        <a:lstStyle/>
        <a:p>
          <a:endParaRPr lang="en-US"/>
        </a:p>
      </dgm:t>
    </dgm:pt>
    <dgm:pt modelId="{99D2FFF1-342E-47EB-9E16-45FD7A087645}" type="parTrans" cxnId="{39D77308-5A1E-4C9A-9F8D-05E1B81ADCE5}">
      <dgm:prSet/>
      <dgm:spPr/>
      <dgm:t>
        <a:bodyPr/>
        <a:lstStyle/>
        <a:p>
          <a:endParaRPr lang="en-US"/>
        </a:p>
      </dgm:t>
    </dgm:pt>
    <dgm:pt modelId="{CBD70132-9D39-4C51-80B6-7F32667BC053}" type="pres">
      <dgm:prSet presAssocID="{BBABA719-FC92-4D49-8DE3-8BF0446E47C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235D444-A8BC-4393-A153-ACB95B51FCEF}" type="pres">
      <dgm:prSet presAssocID="{EA2CB395-B94D-4ECE-8995-D2E05FD59DBC}" presName="hierRoot1" presStyleCnt="0">
        <dgm:presLayoutVars>
          <dgm:hierBranch val="init"/>
        </dgm:presLayoutVars>
      </dgm:prSet>
      <dgm:spPr/>
    </dgm:pt>
    <dgm:pt modelId="{265B6441-E952-47F2-BC3F-1DF3F5873E5F}" type="pres">
      <dgm:prSet presAssocID="{EA2CB395-B94D-4ECE-8995-D2E05FD59DBC}" presName="rootComposite1" presStyleCnt="0"/>
      <dgm:spPr/>
    </dgm:pt>
    <dgm:pt modelId="{8F7CD9C2-60D9-42D9-984E-C9AD2918E969}" type="pres">
      <dgm:prSet presAssocID="{EA2CB395-B94D-4ECE-8995-D2E05FD59DBC}" presName="rootText1" presStyleLbl="node0" presStyleIdx="0" presStyleCnt="1" custScaleX="208880">
        <dgm:presLayoutVars>
          <dgm:chMax/>
          <dgm:chPref val="3"/>
        </dgm:presLayoutVars>
      </dgm:prSet>
      <dgm:spPr/>
    </dgm:pt>
    <dgm:pt modelId="{CEB4E5DD-EFBF-449C-954F-67BBD4E4957B}" type="pres">
      <dgm:prSet presAssocID="{EA2CB395-B94D-4ECE-8995-D2E05FD59DBC}" presName="titleText1" presStyleLbl="fgAcc0" presStyleIdx="0" presStyleCnt="1" custLinFactX="100000" custLinFactY="-227047" custLinFactNeighborX="104056" custLinFactNeighborY="-300000">
        <dgm:presLayoutVars>
          <dgm:chMax val="0"/>
          <dgm:chPref val="0"/>
        </dgm:presLayoutVars>
      </dgm:prSet>
      <dgm:spPr/>
    </dgm:pt>
    <dgm:pt modelId="{D5016C33-39FF-48A3-A34E-7C495EC1220D}" type="pres">
      <dgm:prSet presAssocID="{EA2CB395-B94D-4ECE-8995-D2E05FD59DBC}" presName="rootConnector1" presStyleLbl="node1" presStyleIdx="0" presStyleCnt="4"/>
      <dgm:spPr/>
    </dgm:pt>
    <dgm:pt modelId="{0D4D0842-2D29-4E56-A234-0FCC1446C361}" type="pres">
      <dgm:prSet presAssocID="{EA2CB395-B94D-4ECE-8995-D2E05FD59DBC}" presName="hierChild2" presStyleCnt="0"/>
      <dgm:spPr/>
    </dgm:pt>
    <dgm:pt modelId="{5AC395D2-4F5F-46B2-956A-5956DFE8BC86}" type="pres">
      <dgm:prSet presAssocID="{A071D9C0-725A-45BE-B496-8B5E94EC76C8}" presName="Name37" presStyleLbl="parChTrans1D2" presStyleIdx="0" presStyleCnt="2"/>
      <dgm:spPr/>
    </dgm:pt>
    <dgm:pt modelId="{B6C54142-502B-4FA7-96D8-6CF66C4B0546}" type="pres">
      <dgm:prSet presAssocID="{F0E7E962-0F3C-46A8-A71B-CE32B0645B9A}" presName="hierRoot2" presStyleCnt="0">
        <dgm:presLayoutVars>
          <dgm:hierBranch val="init"/>
        </dgm:presLayoutVars>
      </dgm:prSet>
      <dgm:spPr/>
    </dgm:pt>
    <dgm:pt modelId="{072E1A60-9683-491C-BDA5-B33B97563058}" type="pres">
      <dgm:prSet presAssocID="{F0E7E962-0F3C-46A8-A71B-CE32B0645B9A}" presName="rootComposite" presStyleCnt="0"/>
      <dgm:spPr/>
    </dgm:pt>
    <dgm:pt modelId="{234BD169-797F-4EE1-846E-3CF4D96CC6AD}" type="pres">
      <dgm:prSet presAssocID="{F0E7E962-0F3C-46A8-A71B-CE32B0645B9A}" presName="rootText" presStyleLbl="node1" presStyleIdx="0" presStyleCnt="4" custScaleX="209355">
        <dgm:presLayoutVars>
          <dgm:chMax/>
          <dgm:chPref val="3"/>
        </dgm:presLayoutVars>
      </dgm:prSet>
      <dgm:spPr/>
    </dgm:pt>
    <dgm:pt modelId="{C528904C-7C1F-413B-9FF5-CA20A090E8E3}" type="pres">
      <dgm:prSet presAssocID="{F0E7E962-0F3C-46A8-A71B-CE32B0645B9A}" presName="titleText2" presStyleLbl="fgAcc1" presStyleIdx="0" presStyleCnt="4" custLinFactX="164727" custLinFactY="-500000" custLinFactNeighborX="200000" custLinFactNeighborY="-560158">
        <dgm:presLayoutVars>
          <dgm:chMax val="0"/>
          <dgm:chPref val="0"/>
        </dgm:presLayoutVars>
      </dgm:prSet>
      <dgm:spPr/>
    </dgm:pt>
    <dgm:pt modelId="{893052A9-4BE9-47F4-A149-A636230391F0}" type="pres">
      <dgm:prSet presAssocID="{F0E7E962-0F3C-46A8-A71B-CE32B0645B9A}" presName="rootConnector" presStyleLbl="node2" presStyleIdx="0" presStyleCnt="0"/>
      <dgm:spPr/>
    </dgm:pt>
    <dgm:pt modelId="{4EDDBD59-7388-46D2-8864-AC24D1B605F0}" type="pres">
      <dgm:prSet presAssocID="{F0E7E962-0F3C-46A8-A71B-CE32B0645B9A}" presName="hierChild4" presStyleCnt="0"/>
      <dgm:spPr/>
    </dgm:pt>
    <dgm:pt modelId="{FB55FA6B-7D87-472C-BAAD-9EDF05CFA31D}" type="pres">
      <dgm:prSet presAssocID="{F0E7E962-0F3C-46A8-A71B-CE32B0645B9A}" presName="hierChild5" presStyleCnt="0"/>
      <dgm:spPr/>
    </dgm:pt>
    <dgm:pt modelId="{EFA2631B-3AEF-495B-9087-AA9E277DC4E2}" type="pres">
      <dgm:prSet presAssocID="{99D2FFF1-342E-47EB-9E16-45FD7A087645}" presName="Name37" presStyleLbl="parChTrans1D2" presStyleIdx="1" presStyleCnt="2"/>
      <dgm:spPr/>
    </dgm:pt>
    <dgm:pt modelId="{740952CF-0EFB-4392-BFD5-7677B8AE8EB8}" type="pres">
      <dgm:prSet presAssocID="{7C6A02AA-027C-43B8-9143-74E6AA694F46}" presName="hierRoot2" presStyleCnt="0">
        <dgm:presLayoutVars>
          <dgm:hierBranch val="init"/>
        </dgm:presLayoutVars>
      </dgm:prSet>
      <dgm:spPr/>
    </dgm:pt>
    <dgm:pt modelId="{BD4CD7B0-38BB-40D3-B1A1-23BB7E2997DE}" type="pres">
      <dgm:prSet presAssocID="{7C6A02AA-027C-43B8-9143-74E6AA694F46}" presName="rootComposite" presStyleCnt="0"/>
      <dgm:spPr/>
    </dgm:pt>
    <dgm:pt modelId="{6FA93ACD-31EE-49CF-8189-8F4CEF6E1F2B}" type="pres">
      <dgm:prSet presAssocID="{7C6A02AA-027C-43B8-9143-74E6AA694F46}" presName="rootText" presStyleLbl="node1" presStyleIdx="1" presStyleCnt="4" custScaleX="234318">
        <dgm:presLayoutVars>
          <dgm:chMax/>
          <dgm:chPref val="3"/>
        </dgm:presLayoutVars>
      </dgm:prSet>
      <dgm:spPr/>
    </dgm:pt>
    <dgm:pt modelId="{D2943BD9-0983-433F-8F01-3F4CB7ED09B3}" type="pres">
      <dgm:prSet presAssocID="{7C6A02AA-027C-43B8-9143-74E6AA694F46}" presName="titleText2" presStyleLbl="fgAcc1" presStyleIdx="1" presStyleCnt="4" custLinFactY="-241150" custLinFactNeighborX="43238" custLinFactNeighborY="-300000">
        <dgm:presLayoutVars>
          <dgm:chMax val="0"/>
          <dgm:chPref val="0"/>
        </dgm:presLayoutVars>
      </dgm:prSet>
      <dgm:spPr/>
    </dgm:pt>
    <dgm:pt modelId="{FABB2BB0-E9C7-4CCF-A093-7B3360DD7BAE}" type="pres">
      <dgm:prSet presAssocID="{7C6A02AA-027C-43B8-9143-74E6AA694F46}" presName="rootConnector" presStyleLbl="node2" presStyleIdx="0" presStyleCnt="0"/>
      <dgm:spPr/>
    </dgm:pt>
    <dgm:pt modelId="{9B7D7390-3D69-4ADD-AD3F-6CE894269495}" type="pres">
      <dgm:prSet presAssocID="{7C6A02AA-027C-43B8-9143-74E6AA694F46}" presName="hierChild4" presStyleCnt="0"/>
      <dgm:spPr/>
    </dgm:pt>
    <dgm:pt modelId="{B471A520-AA87-455C-A5BD-DBBD865616EF}" type="pres">
      <dgm:prSet presAssocID="{00329DAE-7FFD-4112-89B7-3FB7B990BB21}" presName="Name37" presStyleLbl="parChTrans1D3" presStyleIdx="0" presStyleCnt="2"/>
      <dgm:spPr/>
    </dgm:pt>
    <dgm:pt modelId="{1E7D77B4-F31D-4BC4-A28A-322376633725}" type="pres">
      <dgm:prSet presAssocID="{5705B2F4-8C06-4DC1-A1A4-9710972B1C41}" presName="hierRoot2" presStyleCnt="0">
        <dgm:presLayoutVars>
          <dgm:hierBranch val="init"/>
        </dgm:presLayoutVars>
      </dgm:prSet>
      <dgm:spPr/>
    </dgm:pt>
    <dgm:pt modelId="{A29A99A9-AC25-45AC-9E97-F228ABC3E846}" type="pres">
      <dgm:prSet presAssocID="{5705B2F4-8C06-4DC1-A1A4-9710972B1C41}" presName="rootComposite" presStyleCnt="0"/>
      <dgm:spPr/>
    </dgm:pt>
    <dgm:pt modelId="{517739C5-2A4A-44CE-A84D-B063274150BF}" type="pres">
      <dgm:prSet presAssocID="{5705B2F4-8C06-4DC1-A1A4-9710972B1C41}" presName="rootText" presStyleLbl="node1" presStyleIdx="2" presStyleCnt="4" custScaleX="151327">
        <dgm:presLayoutVars>
          <dgm:chMax/>
          <dgm:chPref val="3"/>
        </dgm:presLayoutVars>
      </dgm:prSet>
      <dgm:spPr/>
    </dgm:pt>
    <dgm:pt modelId="{C2758B42-A698-407C-99AD-193ABD446911}" type="pres">
      <dgm:prSet presAssocID="{5705B2F4-8C06-4DC1-A1A4-9710972B1C41}" presName="titleText2" presStyleLbl="fgAcc1" presStyleIdx="2" presStyleCnt="4" custLinFactX="68374" custLinFactY="-700000" custLinFactNeighborX="100000" custLinFactNeighborY="-793467">
        <dgm:presLayoutVars>
          <dgm:chMax val="0"/>
          <dgm:chPref val="0"/>
        </dgm:presLayoutVars>
      </dgm:prSet>
      <dgm:spPr/>
    </dgm:pt>
    <dgm:pt modelId="{0DDB9C82-167A-4E6F-AA33-3597642AB5AC}" type="pres">
      <dgm:prSet presAssocID="{5705B2F4-8C06-4DC1-A1A4-9710972B1C41}" presName="rootConnector" presStyleLbl="node3" presStyleIdx="0" presStyleCnt="0"/>
      <dgm:spPr/>
    </dgm:pt>
    <dgm:pt modelId="{D15AAEE6-9CE4-403C-8499-70CD92553E51}" type="pres">
      <dgm:prSet presAssocID="{5705B2F4-8C06-4DC1-A1A4-9710972B1C41}" presName="hierChild4" presStyleCnt="0"/>
      <dgm:spPr/>
    </dgm:pt>
    <dgm:pt modelId="{6EA50820-94B6-4DD1-9E92-C9818F232E66}" type="pres">
      <dgm:prSet presAssocID="{5705B2F4-8C06-4DC1-A1A4-9710972B1C41}" presName="hierChild5" presStyleCnt="0"/>
      <dgm:spPr/>
    </dgm:pt>
    <dgm:pt modelId="{4E60768D-743A-43CC-944C-88D12A452434}" type="pres">
      <dgm:prSet presAssocID="{DAC63078-807D-4BFF-B9CC-C63A05AAD3C7}" presName="Name37" presStyleLbl="parChTrans1D3" presStyleIdx="1" presStyleCnt="2"/>
      <dgm:spPr/>
    </dgm:pt>
    <dgm:pt modelId="{45C31CA4-3935-41B0-9F34-313329193C09}" type="pres">
      <dgm:prSet presAssocID="{96EAC618-CDE0-4C7D-A12B-B14F54009281}" presName="hierRoot2" presStyleCnt="0">
        <dgm:presLayoutVars>
          <dgm:hierBranch val="init"/>
        </dgm:presLayoutVars>
      </dgm:prSet>
      <dgm:spPr/>
    </dgm:pt>
    <dgm:pt modelId="{75F4E772-2F5B-448B-B1F6-061D4A804D25}" type="pres">
      <dgm:prSet presAssocID="{96EAC618-CDE0-4C7D-A12B-B14F54009281}" presName="rootComposite" presStyleCnt="0"/>
      <dgm:spPr/>
    </dgm:pt>
    <dgm:pt modelId="{AAC286BF-950A-4711-9E3D-68146C0282C0}" type="pres">
      <dgm:prSet presAssocID="{96EAC618-CDE0-4C7D-A12B-B14F54009281}" presName="rootText" presStyleLbl="node1" presStyleIdx="3" presStyleCnt="4" custScaleX="153015">
        <dgm:presLayoutVars>
          <dgm:chMax/>
          <dgm:chPref val="3"/>
        </dgm:presLayoutVars>
      </dgm:prSet>
      <dgm:spPr/>
    </dgm:pt>
    <dgm:pt modelId="{5A81BB37-2CD4-4677-B630-9B3C22C28316}" type="pres">
      <dgm:prSet presAssocID="{96EAC618-CDE0-4C7D-A12B-B14F54009281}" presName="titleText2" presStyleLbl="fgAcc1" presStyleIdx="3" presStyleCnt="4" custLinFactY="-700000" custLinFactNeighborX="27978" custLinFactNeighborY="-773713">
        <dgm:presLayoutVars>
          <dgm:chMax val="0"/>
          <dgm:chPref val="0"/>
        </dgm:presLayoutVars>
      </dgm:prSet>
      <dgm:spPr/>
    </dgm:pt>
    <dgm:pt modelId="{4F135C58-1E0B-409C-B4CC-0749A8B4B9A6}" type="pres">
      <dgm:prSet presAssocID="{96EAC618-CDE0-4C7D-A12B-B14F54009281}" presName="rootConnector" presStyleLbl="node3" presStyleIdx="0" presStyleCnt="0"/>
      <dgm:spPr/>
    </dgm:pt>
    <dgm:pt modelId="{7512D905-EE7A-483A-A996-E3C61A7475D1}" type="pres">
      <dgm:prSet presAssocID="{96EAC618-CDE0-4C7D-A12B-B14F54009281}" presName="hierChild4" presStyleCnt="0"/>
      <dgm:spPr/>
    </dgm:pt>
    <dgm:pt modelId="{7F6B2267-50D3-4FEE-8343-15770CCBFF43}" type="pres">
      <dgm:prSet presAssocID="{96EAC618-CDE0-4C7D-A12B-B14F54009281}" presName="hierChild5" presStyleCnt="0"/>
      <dgm:spPr/>
    </dgm:pt>
    <dgm:pt modelId="{96F303CF-7003-4FFC-ABCE-50C0903FC92C}" type="pres">
      <dgm:prSet presAssocID="{7C6A02AA-027C-43B8-9143-74E6AA694F46}" presName="hierChild5" presStyleCnt="0"/>
      <dgm:spPr/>
    </dgm:pt>
    <dgm:pt modelId="{9C0913C1-9AAA-4FE3-AB66-3EA268AF9593}" type="pres">
      <dgm:prSet presAssocID="{EA2CB395-B94D-4ECE-8995-D2E05FD59DBC}" presName="hierChild3" presStyleCnt="0"/>
      <dgm:spPr/>
    </dgm:pt>
  </dgm:ptLst>
  <dgm:cxnLst>
    <dgm:cxn modelId="{84418F01-0F7E-4A6F-8043-A2797005C307}" type="presOf" srcId="{FA0357F1-F44A-4053-BA54-FD754E9A098D}" destId="{5A81BB37-2CD4-4677-B630-9B3C22C28316}" srcOrd="0" destOrd="0" presId="urn:microsoft.com/office/officeart/2008/layout/NameandTitleOrganizationalChart"/>
    <dgm:cxn modelId="{39D77308-5A1E-4C9A-9F8D-05E1B81ADCE5}" srcId="{EA2CB395-B94D-4ECE-8995-D2E05FD59DBC}" destId="{7C6A02AA-027C-43B8-9143-74E6AA694F46}" srcOrd="1" destOrd="0" parTransId="{99D2FFF1-342E-47EB-9E16-45FD7A087645}" sibTransId="{DCA8E230-4293-4643-9DFE-0BD6661F14F1}"/>
    <dgm:cxn modelId="{95E3380D-8D3C-434F-B1B8-B03126B58CAB}" type="presOf" srcId="{DCA8E230-4293-4643-9DFE-0BD6661F14F1}" destId="{D2943BD9-0983-433F-8F01-3F4CB7ED09B3}" srcOrd="0" destOrd="0" presId="urn:microsoft.com/office/officeart/2008/layout/NameandTitleOrganizationalChart"/>
    <dgm:cxn modelId="{210CD10F-6AC5-4991-BF60-356D19143E52}" type="presOf" srcId="{5705B2F4-8C06-4DC1-A1A4-9710972B1C41}" destId="{0DDB9C82-167A-4E6F-AA33-3597642AB5AC}" srcOrd="1" destOrd="0" presId="urn:microsoft.com/office/officeart/2008/layout/NameandTitleOrganizationalChart"/>
    <dgm:cxn modelId="{36B7E910-FCB7-4193-BF63-EF15D2424BDE}" type="presOf" srcId="{A071D9C0-725A-45BE-B496-8B5E94EC76C8}" destId="{5AC395D2-4F5F-46B2-956A-5956DFE8BC86}" srcOrd="0" destOrd="0" presId="urn:microsoft.com/office/officeart/2008/layout/NameandTitleOrganizationalChart"/>
    <dgm:cxn modelId="{99FEA518-161E-4F7C-B27A-B17AA2F98A3C}" type="presOf" srcId="{F0E7E962-0F3C-46A8-A71B-CE32B0645B9A}" destId="{893052A9-4BE9-47F4-A149-A636230391F0}" srcOrd="1" destOrd="0" presId="urn:microsoft.com/office/officeart/2008/layout/NameandTitleOrganizationalChart"/>
    <dgm:cxn modelId="{665E331A-A180-4EE6-98D1-07795E08298E}" type="presOf" srcId="{EA2CB395-B94D-4ECE-8995-D2E05FD59DBC}" destId="{8F7CD9C2-60D9-42D9-984E-C9AD2918E969}" srcOrd="0" destOrd="0" presId="urn:microsoft.com/office/officeart/2008/layout/NameandTitleOrganizationalChart"/>
    <dgm:cxn modelId="{FAD4FC1C-BB59-494E-823F-48095E2CA9F3}" type="presOf" srcId="{00329DAE-7FFD-4112-89B7-3FB7B990BB21}" destId="{B471A520-AA87-455C-A5BD-DBBD865616EF}" srcOrd="0" destOrd="0" presId="urn:microsoft.com/office/officeart/2008/layout/NameandTitleOrganizationalChart"/>
    <dgm:cxn modelId="{80C28F28-358B-4CC2-8FAF-6F639ABBC62B}" type="presOf" srcId="{7C6A02AA-027C-43B8-9143-74E6AA694F46}" destId="{FABB2BB0-E9C7-4CCF-A093-7B3360DD7BAE}" srcOrd="1" destOrd="0" presId="urn:microsoft.com/office/officeart/2008/layout/NameandTitleOrganizationalChart"/>
    <dgm:cxn modelId="{CE24E661-76D6-409E-8BAD-4D6E43CA851E}" type="presOf" srcId="{96EAC618-CDE0-4C7D-A12B-B14F54009281}" destId="{4F135C58-1E0B-409C-B4CC-0749A8B4B9A6}" srcOrd="1" destOrd="0" presId="urn:microsoft.com/office/officeart/2008/layout/NameandTitleOrganizationalChart"/>
    <dgm:cxn modelId="{649F3154-DEB0-4185-B578-77222DE668E2}" type="presOf" srcId="{99D2FFF1-342E-47EB-9E16-45FD7A087645}" destId="{EFA2631B-3AEF-495B-9087-AA9E277DC4E2}" srcOrd="0" destOrd="0" presId="urn:microsoft.com/office/officeart/2008/layout/NameandTitleOrganizationalChart"/>
    <dgm:cxn modelId="{812D3A56-3E65-4D52-A38D-6D9CDABED929}" type="presOf" srcId="{A6E71091-7351-42AA-8C56-9099B02C5F41}" destId="{C528904C-7C1F-413B-9FF5-CA20A090E8E3}" srcOrd="0" destOrd="0" presId="urn:microsoft.com/office/officeart/2008/layout/NameandTitleOrganizationalChart"/>
    <dgm:cxn modelId="{1E55975A-84CF-4335-B598-159911B995FC}" type="presOf" srcId="{96EAC618-CDE0-4C7D-A12B-B14F54009281}" destId="{AAC286BF-950A-4711-9E3D-68146C0282C0}" srcOrd="0" destOrd="0" presId="urn:microsoft.com/office/officeart/2008/layout/NameandTitleOrganizationalChart"/>
    <dgm:cxn modelId="{1663247B-33A0-48CE-A1BA-0A6B55B80DE4}" type="presOf" srcId="{5705B2F4-8C06-4DC1-A1A4-9710972B1C41}" destId="{517739C5-2A4A-44CE-A84D-B063274150BF}" srcOrd="0" destOrd="0" presId="urn:microsoft.com/office/officeart/2008/layout/NameandTitleOrganizationalChart"/>
    <dgm:cxn modelId="{E696827E-93BD-4AC8-8550-F3EE3543D042}" type="presOf" srcId="{DAC63078-807D-4BFF-B9CC-C63A05AAD3C7}" destId="{4E60768D-743A-43CC-944C-88D12A452434}" srcOrd="0" destOrd="0" presId="urn:microsoft.com/office/officeart/2008/layout/NameandTitleOrganizationalChart"/>
    <dgm:cxn modelId="{7EEB7E80-1045-4902-A999-285A7361BE38}" srcId="{BBABA719-FC92-4D49-8DE3-8BF0446E47C8}" destId="{EA2CB395-B94D-4ECE-8995-D2E05FD59DBC}" srcOrd="0" destOrd="0" parTransId="{21BF14C6-B504-41AD-B75D-2CE0B5C010B7}" sibTransId="{5DBF5E65-32C5-48D6-A6FF-0E094D6D91DF}"/>
    <dgm:cxn modelId="{A828529A-12D8-4BA3-B5F7-E010B47F16D2}" type="presOf" srcId="{BBABA719-FC92-4D49-8DE3-8BF0446E47C8}" destId="{CBD70132-9D39-4C51-80B6-7F32667BC053}" srcOrd="0" destOrd="0" presId="urn:microsoft.com/office/officeart/2008/layout/NameandTitleOrganizationalChart"/>
    <dgm:cxn modelId="{CAFBBC9A-3D5D-4B35-AE0E-1528E020E1DD}" srcId="{EA2CB395-B94D-4ECE-8995-D2E05FD59DBC}" destId="{F0E7E962-0F3C-46A8-A71B-CE32B0645B9A}" srcOrd="0" destOrd="0" parTransId="{A071D9C0-725A-45BE-B496-8B5E94EC76C8}" sibTransId="{A6E71091-7351-42AA-8C56-9099B02C5F41}"/>
    <dgm:cxn modelId="{951A46A1-510E-427D-977F-7DB5B3604B1A}" srcId="{7C6A02AA-027C-43B8-9143-74E6AA694F46}" destId="{5705B2F4-8C06-4DC1-A1A4-9710972B1C41}" srcOrd="0" destOrd="0" parTransId="{00329DAE-7FFD-4112-89B7-3FB7B990BB21}" sibTransId="{7B9AE60A-584E-480F-9CF4-B434AEDD461A}"/>
    <dgm:cxn modelId="{6857C7A6-4D72-4C9F-AB38-CABE14A67D1E}" type="presOf" srcId="{EA2CB395-B94D-4ECE-8995-D2E05FD59DBC}" destId="{D5016C33-39FF-48A3-A34E-7C495EC1220D}" srcOrd="1" destOrd="0" presId="urn:microsoft.com/office/officeart/2008/layout/NameandTitleOrganizationalChart"/>
    <dgm:cxn modelId="{D9ECB3AA-6CA1-4A97-8B22-C16A169F36FE}" type="presOf" srcId="{7B9AE60A-584E-480F-9CF4-B434AEDD461A}" destId="{C2758B42-A698-407C-99AD-193ABD446911}" srcOrd="0" destOrd="0" presId="urn:microsoft.com/office/officeart/2008/layout/NameandTitleOrganizationalChart"/>
    <dgm:cxn modelId="{49F20DBE-C05E-45EA-B333-E7685F808EFA}" type="presOf" srcId="{7C6A02AA-027C-43B8-9143-74E6AA694F46}" destId="{6FA93ACD-31EE-49CF-8189-8F4CEF6E1F2B}" srcOrd="0" destOrd="0" presId="urn:microsoft.com/office/officeart/2008/layout/NameandTitleOrganizationalChart"/>
    <dgm:cxn modelId="{0B2BC7CA-64A2-4CB2-9ECE-61BC4D52779C}" type="presOf" srcId="{5DBF5E65-32C5-48D6-A6FF-0E094D6D91DF}" destId="{CEB4E5DD-EFBF-449C-954F-67BBD4E4957B}" srcOrd="0" destOrd="0" presId="urn:microsoft.com/office/officeart/2008/layout/NameandTitleOrganizationalChart"/>
    <dgm:cxn modelId="{039B4FEB-0BCD-47A3-B55E-F85EE64F6F99}" srcId="{7C6A02AA-027C-43B8-9143-74E6AA694F46}" destId="{96EAC618-CDE0-4C7D-A12B-B14F54009281}" srcOrd="1" destOrd="0" parTransId="{DAC63078-807D-4BFF-B9CC-C63A05AAD3C7}" sibTransId="{FA0357F1-F44A-4053-BA54-FD754E9A098D}"/>
    <dgm:cxn modelId="{12F601F0-4E3B-4850-802A-B903F131031B}" type="presOf" srcId="{F0E7E962-0F3C-46A8-A71B-CE32B0645B9A}" destId="{234BD169-797F-4EE1-846E-3CF4D96CC6AD}" srcOrd="0" destOrd="0" presId="urn:microsoft.com/office/officeart/2008/layout/NameandTitleOrganizationalChart"/>
    <dgm:cxn modelId="{A6CA8DAB-08F8-4D07-9EAD-989C5D8EC596}" type="presParOf" srcId="{CBD70132-9D39-4C51-80B6-7F32667BC053}" destId="{B235D444-A8BC-4393-A153-ACB95B51FCEF}" srcOrd="0" destOrd="0" presId="urn:microsoft.com/office/officeart/2008/layout/NameandTitleOrganizationalChart"/>
    <dgm:cxn modelId="{DD7BF697-51C2-4E8D-B122-4006439F1B22}" type="presParOf" srcId="{B235D444-A8BC-4393-A153-ACB95B51FCEF}" destId="{265B6441-E952-47F2-BC3F-1DF3F5873E5F}" srcOrd="0" destOrd="0" presId="urn:microsoft.com/office/officeart/2008/layout/NameandTitleOrganizationalChart"/>
    <dgm:cxn modelId="{2CC50193-4407-459C-984A-088AC35F65C9}" type="presParOf" srcId="{265B6441-E952-47F2-BC3F-1DF3F5873E5F}" destId="{8F7CD9C2-60D9-42D9-984E-C9AD2918E969}" srcOrd="0" destOrd="0" presId="urn:microsoft.com/office/officeart/2008/layout/NameandTitleOrganizationalChart"/>
    <dgm:cxn modelId="{9EDF9F36-098B-45B6-BD5E-4CD321D95707}" type="presParOf" srcId="{265B6441-E952-47F2-BC3F-1DF3F5873E5F}" destId="{CEB4E5DD-EFBF-449C-954F-67BBD4E4957B}" srcOrd="1" destOrd="0" presId="urn:microsoft.com/office/officeart/2008/layout/NameandTitleOrganizationalChart"/>
    <dgm:cxn modelId="{51DE4CA0-BA0A-432E-8050-96FC20220452}" type="presParOf" srcId="{265B6441-E952-47F2-BC3F-1DF3F5873E5F}" destId="{D5016C33-39FF-48A3-A34E-7C495EC1220D}" srcOrd="2" destOrd="0" presId="urn:microsoft.com/office/officeart/2008/layout/NameandTitleOrganizationalChart"/>
    <dgm:cxn modelId="{FB4D2FEC-B560-44DB-ABCA-EB198E0DAF0E}" type="presParOf" srcId="{B235D444-A8BC-4393-A153-ACB95B51FCEF}" destId="{0D4D0842-2D29-4E56-A234-0FCC1446C361}" srcOrd="1" destOrd="0" presId="urn:microsoft.com/office/officeart/2008/layout/NameandTitleOrganizationalChart"/>
    <dgm:cxn modelId="{7E79C6D8-78CB-4BB9-A653-6EB29CAF3B80}" type="presParOf" srcId="{0D4D0842-2D29-4E56-A234-0FCC1446C361}" destId="{5AC395D2-4F5F-46B2-956A-5956DFE8BC86}" srcOrd="0" destOrd="0" presId="urn:microsoft.com/office/officeart/2008/layout/NameandTitleOrganizationalChart"/>
    <dgm:cxn modelId="{4ED4DB0E-E15D-4770-8E5D-D73B4022253E}" type="presParOf" srcId="{0D4D0842-2D29-4E56-A234-0FCC1446C361}" destId="{B6C54142-502B-4FA7-96D8-6CF66C4B0546}" srcOrd="1" destOrd="0" presId="urn:microsoft.com/office/officeart/2008/layout/NameandTitleOrganizationalChart"/>
    <dgm:cxn modelId="{749B0F99-D4F1-497C-B82E-66EFC489D804}" type="presParOf" srcId="{B6C54142-502B-4FA7-96D8-6CF66C4B0546}" destId="{072E1A60-9683-491C-BDA5-B33B97563058}" srcOrd="0" destOrd="0" presId="urn:microsoft.com/office/officeart/2008/layout/NameandTitleOrganizationalChart"/>
    <dgm:cxn modelId="{9A6B027A-6A4C-4618-8D5D-3AD6E99EC300}" type="presParOf" srcId="{072E1A60-9683-491C-BDA5-B33B97563058}" destId="{234BD169-797F-4EE1-846E-3CF4D96CC6AD}" srcOrd="0" destOrd="0" presId="urn:microsoft.com/office/officeart/2008/layout/NameandTitleOrganizationalChart"/>
    <dgm:cxn modelId="{48A5B058-0345-446C-9CFF-C79A40EAE58B}" type="presParOf" srcId="{072E1A60-9683-491C-BDA5-B33B97563058}" destId="{C528904C-7C1F-413B-9FF5-CA20A090E8E3}" srcOrd="1" destOrd="0" presId="urn:microsoft.com/office/officeart/2008/layout/NameandTitleOrganizationalChart"/>
    <dgm:cxn modelId="{022AF168-AB91-4F2D-A0F7-28B9C9086718}" type="presParOf" srcId="{072E1A60-9683-491C-BDA5-B33B97563058}" destId="{893052A9-4BE9-47F4-A149-A636230391F0}" srcOrd="2" destOrd="0" presId="urn:microsoft.com/office/officeart/2008/layout/NameandTitleOrganizationalChart"/>
    <dgm:cxn modelId="{C015ADE0-6C49-4F31-A864-D47CD90F9714}" type="presParOf" srcId="{B6C54142-502B-4FA7-96D8-6CF66C4B0546}" destId="{4EDDBD59-7388-46D2-8864-AC24D1B605F0}" srcOrd="1" destOrd="0" presId="urn:microsoft.com/office/officeart/2008/layout/NameandTitleOrganizationalChart"/>
    <dgm:cxn modelId="{DD6C7704-E89F-4710-88DC-2AE7A95887A8}" type="presParOf" srcId="{B6C54142-502B-4FA7-96D8-6CF66C4B0546}" destId="{FB55FA6B-7D87-472C-BAAD-9EDF05CFA31D}" srcOrd="2" destOrd="0" presId="urn:microsoft.com/office/officeart/2008/layout/NameandTitleOrganizationalChart"/>
    <dgm:cxn modelId="{EE7B42F3-5E19-4D4E-B21C-6DBD8281698B}" type="presParOf" srcId="{0D4D0842-2D29-4E56-A234-0FCC1446C361}" destId="{EFA2631B-3AEF-495B-9087-AA9E277DC4E2}" srcOrd="2" destOrd="0" presId="urn:microsoft.com/office/officeart/2008/layout/NameandTitleOrganizationalChart"/>
    <dgm:cxn modelId="{5E0FEF42-6B65-4990-B51E-D2CB554830C0}" type="presParOf" srcId="{0D4D0842-2D29-4E56-A234-0FCC1446C361}" destId="{740952CF-0EFB-4392-BFD5-7677B8AE8EB8}" srcOrd="3" destOrd="0" presId="urn:microsoft.com/office/officeart/2008/layout/NameandTitleOrganizationalChart"/>
    <dgm:cxn modelId="{0D06FCC4-31D8-4C6D-8A63-BA76FB707D3E}" type="presParOf" srcId="{740952CF-0EFB-4392-BFD5-7677B8AE8EB8}" destId="{BD4CD7B0-38BB-40D3-B1A1-23BB7E2997DE}" srcOrd="0" destOrd="0" presId="urn:microsoft.com/office/officeart/2008/layout/NameandTitleOrganizationalChart"/>
    <dgm:cxn modelId="{FF2DD65E-A2D8-4B99-8D9B-DD46FE7A807B}" type="presParOf" srcId="{BD4CD7B0-38BB-40D3-B1A1-23BB7E2997DE}" destId="{6FA93ACD-31EE-49CF-8189-8F4CEF6E1F2B}" srcOrd="0" destOrd="0" presId="urn:microsoft.com/office/officeart/2008/layout/NameandTitleOrganizationalChart"/>
    <dgm:cxn modelId="{5D92A440-8947-41A2-84D2-0C42AE394BBC}" type="presParOf" srcId="{BD4CD7B0-38BB-40D3-B1A1-23BB7E2997DE}" destId="{D2943BD9-0983-433F-8F01-3F4CB7ED09B3}" srcOrd="1" destOrd="0" presId="urn:microsoft.com/office/officeart/2008/layout/NameandTitleOrganizationalChart"/>
    <dgm:cxn modelId="{5C7C9D8C-B722-47D3-97F2-3521312CBA99}" type="presParOf" srcId="{BD4CD7B0-38BB-40D3-B1A1-23BB7E2997DE}" destId="{FABB2BB0-E9C7-4CCF-A093-7B3360DD7BAE}" srcOrd="2" destOrd="0" presId="urn:microsoft.com/office/officeart/2008/layout/NameandTitleOrganizationalChart"/>
    <dgm:cxn modelId="{3A8792E3-6205-46C7-8737-14E18AE8C679}" type="presParOf" srcId="{740952CF-0EFB-4392-BFD5-7677B8AE8EB8}" destId="{9B7D7390-3D69-4ADD-AD3F-6CE894269495}" srcOrd="1" destOrd="0" presId="urn:microsoft.com/office/officeart/2008/layout/NameandTitleOrganizationalChart"/>
    <dgm:cxn modelId="{C5D28560-A7CD-4EF0-92D0-BC63D2F1CD66}" type="presParOf" srcId="{9B7D7390-3D69-4ADD-AD3F-6CE894269495}" destId="{B471A520-AA87-455C-A5BD-DBBD865616EF}" srcOrd="0" destOrd="0" presId="urn:microsoft.com/office/officeart/2008/layout/NameandTitleOrganizationalChart"/>
    <dgm:cxn modelId="{1115C9C6-26B7-453D-9226-B1E6DDB95CDB}" type="presParOf" srcId="{9B7D7390-3D69-4ADD-AD3F-6CE894269495}" destId="{1E7D77B4-F31D-4BC4-A28A-322376633725}" srcOrd="1" destOrd="0" presId="urn:microsoft.com/office/officeart/2008/layout/NameandTitleOrganizationalChart"/>
    <dgm:cxn modelId="{98F876CC-DDA4-4AF6-A82D-A0FEE3C43D14}" type="presParOf" srcId="{1E7D77B4-F31D-4BC4-A28A-322376633725}" destId="{A29A99A9-AC25-45AC-9E97-F228ABC3E846}" srcOrd="0" destOrd="0" presId="urn:microsoft.com/office/officeart/2008/layout/NameandTitleOrganizationalChart"/>
    <dgm:cxn modelId="{355DF3DB-0D3E-4167-B362-1EDF22EF1433}" type="presParOf" srcId="{A29A99A9-AC25-45AC-9E97-F228ABC3E846}" destId="{517739C5-2A4A-44CE-A84D-B063274150BF}" srcOrd="0" destOrd="0" presId="urn:microsoft.com/office/officeart/2008/layout/NameandTitleOrganizationalChart"/>
    <dgm:cxn modelId="{7BBAC13D-E5F1-4D66-8237-39CBEE6AA334}" type="presParOf" srcId="{A29A99A9-AC25-45AC-9E97-F228ABC3E846}" destId="{C2758B42-A698-407C-99AD-193ABD446911}" srcOrd="1" destOrd="0" presId="urn:microsoft.com/office/officeart/2008/layout/NameandTitleOrganizationalChart"/>
    <dgm:cxn modelId="{9FEF1217-18EC-4592-9F36-837070A16A42}" type="presParOf" srcId="{A29A99A9-AC25-45AC-9E97-F228ABC3E846}" destId="{0DDB9C82-167A-4E6F-AA33-3597642AB5AC}" srcOrd="2" destOrd="0" presId="urn:microsoft.com/office/officeart/2008/layout/NameandTitleOrganizationalChart"/>
    <dgm:cxn modelId="{43B812CF-60B0-45F1-A306-617B864E92B8}" type="presParOf" srcId="{1E7D77B4-F31D-4BC4-A28A-322376633725}" destId="{D15AAEE6-9CE4-403C-8499-70CD92553E51}" srcOrd="1" destOrd="0" presId="urn:microsoft.com/office/officeart/2008/layout/NameandTitleOrganizationalChart"/>
    <dgm:cxn modelId="{684A61AB-1729-4F89-A223-88C85B3AFEE1}" type="presParOf" srcId="{1E7D77B4-F31D-4BC4-A28A-322376633725}" destId="{6EA50820-94B6-4DD1-9E92-C9818F232E66}" srcOrd="2" destOrd="0" presId="urn:microsoft.com/office/officeart/2008/layout/NameandTitleOrganizationalChart"/>
    <dgm:cxn modelId="{23706F08-532B-4729-92D1-4164B022C868}" type="presParOf" srcId="{9B7D7390-3D69-4ADD-AD3F-6CE894269495}" destId="{4E60768D-743A-43CC-944C-88D12A452434}" srcOrd="2" destOrd="0" presId="urn:microsoft.com/office/officeart/2008/layout/NameandTitleOrganizationalChart"/>
    <dgm:cxn modelId="{37382DB0-8E1A-49EB-9DB9-C45BF2240AC6}" type="presParOf" srcId="{9B7D7390-3D69-4ADD-AD3F-6CE894269495}" destId="{45C31CA4-3935-41B0-9F34-313329193C09}" srcOrd="3" destOrd="0" presId="urn:microsoft.com/office/officeart/2008/layout/NameandTitleOrganizationalChart"/>
    <dgm:cxn modelId="{07041297-91C3-49C6-A311-84D1103A1195}" type="presParOf" srcId="{45C31CA4-3935-41B0-9F34-313329193C09}" destId="{75F4E772-2F5B-448B-B1F6-061D4A804D25}" srcOrd="0" destOrd="0" presId="urn:microsoft.com/office/officeart/2008/layout/NameandTitleOrganizationalChart"/>
    <dgm:cxn modelId="{46B8F03A-879E-4B47-B401-9FB9BF956F9E}" type="presParOf" srcId="{75F4E772-2F5B-448B-B1F6-061D4A804D25}" destId="{AAC286BF-950A-4711-9E3D-68146C0282C0}" srcOrd="0" destOrd="0" presId="urn:microsoft.com/office/officeart/2008/layout/NameandTitleOrganizationalChart"/>
    <dgm:cxn modelId="{796AE560-3F51-4E27-8E36-E82663B2AB9E}" type="presParOf" srcId="{75F4E772-2F5B-448B-B1F6-061D4A804D25}" destId="{5A81BB37-2CD4-4677-B630-9B3C22C28316}" srcOrd="1" destOrd="0" presId="urn:microsoft.com/office/officeart/2008/layout/NameandTitleOrganizationalChart"/>
    <dgm:cxn modelId="{C2CE5C59-3728-474C-ACF4-EC6ADDF33F4F}" type="presParOf" srcId="{75F4E772-2F5B-448B-B1F6-061D4A804D25}" destId="{4F135C58-1E0B-409C-B4CC-0749A8B4B9A6}" srcOrd="2" destOrd="0" presId="urn:microsoft.com/office/officeart/2008/layout/NameandTitleOrganizationalChart"/>
    <dgm:cxn modelId="{1C40E57E-70BD-4F46-82ED-06F8014FD0A2}" type="presParOf" srcId="{45C31CA4-3935-41B0-9F34-313329193C09}" destId="{7512D905-EE7A-483A-A996-E3C61A7475D1}" srcOrd="1" destOrd="0" presId="urn:microsoft.com/office/officeart/2008/layout/NameandTitleOrganizationalChart"/>
    <dgm:cxn modelId="{DB11103C-29B5-41F9-B61E-D8340B3784E4}" type="presParOf" srcId="{45C31CA4-3935-41B0-9F34-313329193C09}" destId="{7F6B2267-50D3-4FEE-8343-15770CCBFF43}" srcOrd="2" destOrd="0" presId="urn:microsoft.com/office/officeart/2008/layout/NameandTitleOrganizationalChart"/>
    <dgm:cxn modelId="{85E21F4D-03BD-4DBB-8D4C-1A392A1D07C1}" type="presParOf" srcId="{740952CF-0EFB-4392-BFD5-7677B8AE8EB8}" destId="{96F303CF-7003-4FFC-ABCE-50C0903FC92C}" srcOrd="2" destOrd="0" presId="urn:microsoft.com/office/officeart/2008/layout/NameandTitleOrganizationalChart"/>
    <dgm:cxn modelId="{CF85660B-4BB0-4791-9ADD-26A6DA93B8D5}" type="presParOf" srcId="{B235D444-A8BC-4393-A153-ACB95B51FCEF}" destId="{9C0913C1-9AAA-4FE3-AB66-3EA268AF9593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0768D-743A-43CC-944C-88D12A452434}">
      <dsp:nvSpPr>
        <dsp:cNvPr id="0" name=""/>
        <dsp:cNvSpPr/>
      </dsp:nvSpPr>
      <dsp:spPr>
        <a:xfrm>
          <a:off x="7030878" y="2541159"/>
          <a:ext cx="1669075" cy="5690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9234"/>
              </a:lnTo>
              <a:lnTo>
                <a:pt x="1669075" y="339234"/>
              </a:lnTo>
              <a:lnTo>
                <a:pt x="1669075" y="56903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71A520-AA87-455C-A5BD-DBBD865616EF}">
      <dsp:nvSpPr>
        <dsp:cNvPr id="0" name=""/>
        <dsp:cNvSpPr/>
      </dsp:nvSpPr>
      <dsp:spPr>
        <a:xfrm>
          <a:off x="5345748" y="2541159"/>
          <a:ext cx="1685129" cy="569038"/>
        </a:xfrm>
        <a:custGeom>
          <a:avLst/>
          <a:gdLst/>
          <a:ahLst/>
          <a:cxnLst/>
          <a:rect l="0" t="0" r="0" b="0"/>
          <a:pathLst>
            <a:path>
              <a:moveTo>
                <a:pt x="1685129" y="0"/>
              </a:moveTo>
              <a:lnTo>
                <a:pt x="1685129" y="339234"/>
              </a:lnTo>
              <a:lnTo>
                <a:pt x="0" y="339234"/>
              </a:lnTo>
              <a:lnTo>
                <a:pt x="0" y="56903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A2631B-3AEF-495B-9087-AA9E277DC4E2}">
      <dsp:nvSpPr>
        <dsp:cNvPr id="0" name=""/>
        <dsp:cNvSpPr/>
      </dsp:nvSpPr>
      <dsp:spPr>
        <a:xfrm>
          <a:off x="4809898" y="987246"/>
          <a:ext cx="2220979" cy="5690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9234"/>
              </a:lnTo>
              <a:lnTo>
                <a:pt x="2220979" y="339234"/>
              </a:lnTo>
              <a:lnTo>
                <a:pt x="2220979" y="5690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C395D2-4F5F-46B2-956A-5956DFE8BC86}">
      <dsp:nvSpPr>
        <dsp:cNvPr id="0" name=""/>
        <dsp:cNvSpPr/>
      </dsp:nvSpPr>
      <dsp:spPr>
        <a:xfrm>
          <a:off x="2351496" y="987246"/>
          <a:ext cx="2458402" cy="569038"/>
        </a:xfrm>
        <a:custGeom>
          <a:avLst/>
          <a:gdLst/>
          <a:ahLst/>
          <a:cxnLst/>
          <a:rect l="0" t="0" r="0" b="0"/>
          <a:pathLst>
            <a:path>
              <a:moveTo>
                <a:pt x="2458402" y="0"/>
              </a:moveTo>
              <a:lnTo>
                <a:pt x="2458402" y="339234"/>
              </a:lnTo>
              <a:lnTo>
                <a:pt x="0" y="339234"/>
              </a:lnTo>
              <a:lnTo>
                <a:pt x="0" y="5690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7CD9C2-60D9-42D9-984E-C9AD2918E969}">
      <dsp:nvSpPr>
        <dsp:cNvPr id="0" name=""/>
        <dsp:cNvSpPr/>
      </dsp:nvSpPr>
      <dsp:spPr>
        <a:xfrm>
          <a:off x="2823241" y="2371"/>
          <a:ext cx="3973314" cy="984874"/>
        </a:xfrm>
        <a:prstGeom prst="rect">
          <a:avLst/>
        </a:prstGeom>
        <a:solidFill>
          <a:schemeClr val="accent4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3897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Immunity</a:t>
          </a:r>
          <a:br>
            <a:rPr lang="en-US" sz="1300" kern="1200" dirty="0">
              <a:solidFill>
                <a:schemeClr val="tx1"/>
              </a:solidFill>
            </a:rPr>
          </a:br>
          <a:r>
            <a:rPr lang="en-US" sz="1500" kern="1200" dirty="0">
              <a:solidFill>
                <a:schemeClr val="tx1"/>
              </a:solidFill>
            </a:rPr>
            <a:t>The body’s resistance to invading organisms</a:t>
          </a:r>
        </a:p>
      </dsp:txBody>
      <dsp:txXfrm>
        <a:off x="2823241" y="2371"/>
        <a:ext cx="3973314" cy="984874"/>
      </dsp:txXfrm>
    </dsp:sp>
    <dsp:sp modelId="{CEB4E5DD-EFBF-449C-954F-67BBD4E4957B}">
      <dsp:nvSpPr>
        <dsp:cNvPr id="0" name=""/>
        <dsp:cNvSpPr/>
      </dsp:nvSpPr>
      <dsp:spPr>
        <a:xfrm>
          <a:off x="7732636" y="0"/>
          <a:ext cx="1711979" cy="32829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53340" bIns="13335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>
            <a:ln>
              <a:solidFill>
                <a:schemeClr val="tx2">
                  <a:lumMod val="60000"/>
                  <a:lumOff val="40000"/>
                </a:schemeClr>
              </a:solidFill>
            </a:ln>
          </a:endParaRPr>
        </a:p>
      </dsp:txBody>
      <dsp:txXfrm>
        <a:off x="7732636" y="0"/>
        <a:ext cx="1711979" cy="328291"/>
      </dsp:txXfrm>
    </dsp:sp>
    <dsp:sp modelId="{234BD169-797F-4EE1-846E-3CF4D96CC6AD}">
      <dsp:nvSpPr>
        <dsp:cNvPr id="0" name=""/>
        <dsp:cNvSpPr/>
      </dsp:nvSpPr>
      <dsp:spPr>
        <a:xfrm>
          <a:off x="360321" y="1556284"/>
          <a:ext cx="3982350" cy="984874"/>
        </a:xfrm>
        <a:prstGeom prst="rect">
          <a:avLst/>
        </a:prstGeom>
        <a:solidFill>
          <a:srgbClr val="B9D5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3897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Natural/ Nonspecific Immunity</a:t>
          </a:r>
          <a:br>
            <a:rPr lang="en-US" sz="1300" kern="1200" dirty="0">
              <a:solidFill>
                <a:schemeClr val="tx1"/>
              </a:solidFill>
            </a:rPr>
          </a:br>
          <a:r>
            <a:rPr lang="en-US" sz="1500" kern="1200" dirty="0">
              <a:solidFill>
                <a:schemeClr val="tx1"/>
              </a:solidFill>
            </a:rPr>
            <a:t>general response mechanism in place since birth</a:t>
          </a:r>
        </a:p>
      </dsp:txBody>
      <dsp:txXfrm>
        <a:off x="360321" y="1556284"/>
        <a:ext cx="3982350" cy="984874"/>
      </dsp:txXfrm>
    </dsp:sp>
    <dsp:sp modelId="{C528904C-7C1F-413B-9FF5-CA20A090E8E3}">
      <dsp:nvSpPr>
        <dsp:cNvPr id="0" name=""/>
        <dsp:cNvSpPr/>
      </dsp:nvSpPr>
      <dsp:spPr>
        <a:xfrm>
          <a:off x="8024889" y="0"/>
          <a:ext cx="1711979" cy="32829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53340" bIns="13335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024889" y="0"/>
        <a:ext cx="1711979" cy="328291"/>
      </dsp:txXfrm>
    </dsp:sp>
    <dsp:sp modelId="{6FA93ACD-31EE-49CF-8189-8F4CEF6E1F2B}">
      <dsp:nvSpPr>
        <dsp:cNvPr id="0" name=""/>
        <dsp:cNvSpPr/>
      </dsp:nvSpPr>
      <dsp:spPr>
        <a:xfrm>
          <a:off x="4802279" y="1556284"/>
          <a:ext cx="4457196" cy="9848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3897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Specific Immunity</a:t>
          </a:r>
          <a:br>
            <a:rPr lang="en-US" sz="1500" kern="1200" dirty="0">
              <a:solidFill>
                <a:schemeClr val="tx1"/>
              </a:solidFill>
            </a:rPr>
          </a:br>
          <a:r>
            <a:rPr lang="en-US" sz="1500" kern="1200" dirty="0">
              <a:solidFill>
                <a:schemeClr val="tx1"/>
              </a:solidFill>
            </a:rPr>
            <a:t>Mechanisms developed to fight particular organisms &amp; their toxins</a:t>
          </a:r>
        </a:p>
      </dsp:txBody>
      <dsp:txXfrm>
        <a:off x="4802279" y="1556284"/>
        <a:ext cx="4457196" cy="984874"/>
      </dsp:txXfrm>
    </dsp:sp>
    <dsp:sp modelId="{D2943BD9-0983-433F-8F01-3F4CB7ED09B3}">
      <dsp:nvSpPr>
        <dsp:cNvPr id="0" name=""/>
        <dsp:cNvSpPr/>
      </dsp:nvSpPr>
      <dsp:spPr>
        <a:xfrm>
          <a:off x="7200444" y="545748"/>
          <a:ext cx="1711979" cy="32829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53340" bIns="13335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200444" y="545748"/>
        <a:ext cx="1711979" cy="328291"/>
      </dsp:txXfrm>
    </dsp:sp>
    <dsp:sp modelId="{517739C5-2A4A-44CE-A84D-B063274150BF}">
      <dsp:nvSpPr>
        <dsp:cNvPr id="0" name=""/>
        <dsp:cNvSpPr/>
      </dsp:nvSpPr>
      <dsp:spPr>
        <a:xfrm>
          <a:off x="3906477" y="3110198"/>
          <a:ext cx="2878541" cy="984874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38977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Humoral Immunity</a:t>
          </a:r>
          <a:br>
            <a:rPr lang="en-US" sz="1800" kern="1200" dirty="0">
              <a:solidFill>
                <a:schemeClr val="tx1"/>
              </a:solidFill>
            </a:rPr>
          </a:br>
          <a:r>
            <a:rPr lang="en-US" sz="1500" kern="1200" dirty="0">
              <a:solidFill>
                <a:schemeClr val="tx1"/>
              </a:solidFill>
            </a:rPr>
            <a:t>B-cells; produce antibodies</a:t>
          </a:r>
        </a:p>
      </dsp:txBody>
      <dsp:txXfrm>
        <a:off x="3906477" y="3110198"/>
        <a:ext cx="2878541" cy="984874"/>
      </dsp:txXfrm>
    </dsp:sp>
    <dsp:sp modelId="{C2758B42-A698-407C-99AD-193ABD446911}">
      <dsp:nvSpPr>
        <dsp:cNvPr id="0" name=""/>
        <dsp:cNvSpPr/>
      </dsp:nvSpPr>
      <dsp:spPr>
        <a:xfrm>
          <a:off x="7657617" y="0"/>
          <a:ext cx="1711979" cy="32829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53340" bIns="13335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657617" y="0"/>
        <a:ext cx="1711979" cy="328291"/>
      </dsp:txXfrm>
    </dsp:sp>
    <dsp:sp modelId="{AAC286BF-950A-4711-9E3D-68146C0282C0}">
      <dsp:nvSpPr>
        <dsp:cNvPr id="0" name=""/>
        <dsp:cNvSpPr/>
      </dsp:nvSpPr>
      <dsp:spPr>
        <a:xfrm>
          <a:off x="7244627" y="3110198"/>
          <a:ext cx="2910651" cy="984874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3897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Cell-Mediated Immunity</a:t>
          </a:r>
          <a:br>
            <a:rPr lang="en-US" sz="1700" kern="1200" dirty="0">
              <a:solidFill>
                <a:schemeClr val="tx1"/>
              </a:solidFill>
            </a:rPr>
          </a:br>
          <a:r>
            <a:rPr lang="en-US" sz="1500" kern="1200" dirty="0">
              <a:solidFill>
                <a:schemeClr val="tx1"/>
              </a:solidFill>
            </a:rPr>
            <a:t>T-cells; directly attack (cytotoxic)</a:t>
          </a:r>
        </a:p>
      </dsp:txBody>
      <dsp:txXfrm>
        <a:off x="7244627" y="3110198"/>
        <a:ext cx="2910651" cy="984874"/>
      </dsp:txXfrm>
    </dsp:sp>
    <dsp:sp modelId="{5A81BB37-2CD4-4677-B630-9B3C22C28316}">
      <dsp:nvSpPr>
        <dsp:cNvPr id="0" name=""/>
        <dsp:cNvSpPr/>
      </dsp:nvSpPr>
      <dsp:spPr>
        <a:xfrm>
          <a:off x="8608271" y="0"/>
          <a:ext cx="1711979" cy="32829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13335" rIns="53340" bIns="13335" numCol="1" spcCol="1270" anchor="ctr" anchorCtr="0">
          <a:noAutofit/>
        </a:bodyPr>
        <a:lstStyle/>
        <a:p>
          <a:pPr marL="0" lvl="0" indent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608271" y="0"/>
        <a:ext cx="1711979" cy="3282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4B9809-3C73-CA2B-1791-620EA168C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B1C58-A1FD-D1E1-33AB-1303C48435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AA30A-158D-435B-B1F3-6FF82BD60FDF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7A0D9-659F-DDC6-CBD8-29B61E0F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E0617-6128-05F5-8F48-6A0A1D1479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A24AC-02A6-46A1-A072-EAC8AC25DC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19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A0313-F537-4ED0-973B-4729E10A826A}" type="datetimeFigureOut">
              <a:rPr lang="en-US" smtClean="0"/>
              <a:t>8/15/2026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92804-03A6-47F6-A893-4DDB8903A8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1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132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359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224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642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539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275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072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135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CEA8D-8999-994D-B06C-115E52E88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30998-E96A-1B02-1EDF-A4CCFA82A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E10D9C-3DE2-2232-BC75-A9918C581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B25C2-5E1E-EAD2-FE0B-C21AA75CB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810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365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44B11-31AB-3F0E-253B-4CAA4C69A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C2A7C-EE56-F2F2-3A8B-611FB681D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8B32B-DFE2-0ABB-B525-2DD2CDAB5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37998-5DD3-2C9C-B262-29644CBEF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410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90031-E9D2-5260-344A-DFA808D27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B640C-EDDD-ED0F-FDF6-629AA120B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118C42-C3B1-8C69-B926-E04107EDD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43B66-5AA4-90ED-ADB0-7F8957BA8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301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0868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754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E5B07-C287-8DA0-1F1A-989F2CF55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6A520-8B98-D9E6-BD0E-19EC4063A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097283-69BB-525A-308E-CBDBCCF15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86A30-DDFD-3FBE-2693-F6E2DBF50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9750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6460A-E50E-7AAD-E8AB-0CEA3C374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1F0D9F-1F89-FC59-3446-46C94526A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F917B-0B3A-CCD0-22B4-DC91836FA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0CF6E-D454-84EC-B55E-46B66F399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3704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5089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2283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1591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3027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0919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3981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2658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1546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652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9994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9160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0114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6289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5955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8461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5691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052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42765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12729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2490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61204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46545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0277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31472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01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9915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5413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0741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F7D84AA-0BCE-9C85-4510-34EBAE061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524" y="708955"/>
            <a:ext cx="12193526" cy="5463893"/>
            <a:chOff x="-1524" y="708955"/>
            <a:chExt cx="12193526" cy="546389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1002A6-9DB7-26A1-2425-8C496B953CA4}"/>
                </a:ext>
              </a:extLst>
            </p:cNvPr>
            <p:cNvSpPr/>
            <p:nvPr userDrawn="1"/>
          </p:nvSpPr>
          <p:spPr>
            <a:xfrm>
              <a:off x="-1524" y="709613"/>
              <a:ext cx="12192000" cy="5463235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9F029623-B14D-1CDC-9D8F-47D563937B5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43670" t="-7182" r="-9886" b="52046"/>
            <a:stretch/>
          </p:blipFill>
          <p:spPr>
            <a:xfrm>
              <a:off x="-1" y="1162050"/>
              <a:ext cx="5568949" cy="5009032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B4D8031F-ED2A-8D7E-D369-6BF3256FE3F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56" t="-7183" r="44925" b="48899"/>
            <a:stretch/>
          </p:blipFill>
          <p:spPr>
            <a:xfrm rot="16200000">
              <a:off x="7239292" y="366674"/>
              <a:ext cx="4610430" cy="5294991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28D3FB-54EA-410D-A062-8F118E5D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93477A-1279-4BCC-8257-14CC2361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F04C86-E215-DFBB-8302-70BCCDFC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708956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29577F-647F-5850-5636-6ED05B995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9482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CBFB4F-DC16-FC59-E9E7-B92910449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6429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690604-E7DB-AFA3-7E13-CAFF46FF5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7968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E2874C2-BA39-4778-DC11-487CC4FC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D6334D-FB4A-4843-F2FB-1CAC5002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8695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FC043C06-5053-E291-E708-44B684DC5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932" y="1115167"/>
            <a:ext cx="8534136" cy="4655385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6824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28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courses.lumenlearning.com/boundless-biology/chapter/types-of-skeletal-systems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opentextbc.ca/clinicalskills/chapter/2-5-focussed-respiratory-assessmen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2107B0-826E-4E2E-390A-A0CBF1F8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 dirty="0"/>
              <a:t>Systems of the Body</a:t>
            </a:r>
          </a:p>
        </p:txBody>
      </p:sp>
    </p:spTree>
    <p:extLst>
      <p:ext uri="{BB962C8B-B14F-4D97-AF65-F5344CB8AC3E}">
        <p14:creationId xmlns:p14="http://schemas.microsoft.com/office/powerpoint/2010/main" val="388581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403"/>
    </mc:Choice>
    <mc:Fallback xmlns="">
      <p:transition spd="slow" advTm="25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C549326-5B8B-28E9-3D48-F628AE24F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/>
          <a:lstStyle/>
          <a:p>
            <a:r>
              <a:rPr lang="en-US" dirty="0"/>
              <a:t>The Nervous System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9757AA9-82DA-BEA7-6D03-A98182C8E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center of the body; receives, processes, and responds to all stimuli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B2E08-2BFC-590C-B51C-1C1484C2F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-18288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4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260"/>
    </mc:Choice>
    <mc:Fallback xmlns="">
      <p:transition spd="slow" advTm="1626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11206-88ED-3F4E-6927-EF976E6DC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Nervous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FC7F1-BE76-2E45-E253-FC01DF0F1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Placeholder 2" descr="The components of the nervous system of the human body are depicted using a flowchart.">
            <a:extLst>
              <a:ext uri="{FF2B5EF4-FFF2-40B4-BE49-F238E27FC236}">
                <a16:creationId xmlns:a16="http://schemas.microsoft.com/office/drawing/2014/main" id="{9A447F44-12AE-A010-462D-1944BF9178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18" b="-810"/>
          <a:stretch/>
        </p:blipFill>
        <p:spPr>
          <a:xfrm>
            <a:off x="1326241" y="1825625"/>
            <a:ext cx="8704493" cy="4206875"/>
          </a:xfrm>
        </p:spPr>
      </p:pic>
    </p:spTree>
    <p:extLst>
      <p:ext uri="{BB962C8B-B14F-4D97-AF65-F5344CB8AC3E}">
        <p14:creationId xmlns:p14="http://schemas.microsoft.com/office/powerpoint/2010/main" val="219087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766"/>
    </mc:Choice>
    <mc:Fallback xmlns="">
      <p:transition spd="slow" advTm="20676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2DCCD-9EF6-4D55-D85C-FDF59B4E7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Neuron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BD4C0-D1AA-184E-0732-9CC60D8D2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26" name="Picture 2" descr="picture of a neuron, with an arrow pointing to the nucleus">
            <a:extLst>
              <a:ext uri="{FF2B5EF4-FFF2-40B4-BE49-F238E27FC236}">
                <a16:creationId xmlns:a16="http://schemas.microsoft.com/office/drawing/2014/main" id="{13500611-BB27-CE92-C7FA-2F9D649E07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174" y="1825625"/>
            <a:ext cx="7814628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C5D0B3-1127-0BCC-E4BE-CF316130CB18}"/>
              </a:ext>
            </a:extLst>
          </p:cNvPr>
          <p:cNvSpPr/>
          <p:nvPr/>
        </p:nvSpPr>
        <p:spPr>
          <a:xfrm>
            <a:off x="2499360" y="1593669"/>
            <a:ext cx="1393371" cy="825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1631F7-48E8-E955-077B-5736CAA54D0A}"/>
              </a:ext>
            </a:extLst>
          </p:cNvPr>
          <p:cNvSpPr/>
          <p:nvPr/>
        </p:nvSpPr>
        <p:spPr>
          <a:xfrm>
            <a:off x="4454435" y="2878183"/>
            <a:ext cx="1393371" cy="825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F9005-0251-2FED-3245-110B1B9CAD9F}"/>
              </a:ext>
            </a:extLst>
          </p:cNvPr>
          <p:cNvSpPr/>
          <p:nvPr/>
        </p:nvSpPr>
        <p:spPr>
          <a:xfrm>
            <a:off x="5847806" y="2465320"/>
            <a:ext cx="1393371" cy="825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833AC0-E96F-A7A8-E063-DA604DE031E4}"/>
              </a:ext>
            </a:extLst>
          </p:cNvPr>
          <p:cNvSpPr/>
          <p:nvPr/>
        </p:nvSpPr>
        <p:spPr>
          <a:xfrm>
            <a:off x="7493725" y="1528354"/>
            <a:ext cx="2198915" cy="825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77649C-9D3D-5AFD-7B9F-E249AC26F086}"/>
              </a:ext>
            </a:extLst>
          </p:cNvPr>
          <p:cNvSpPr/>
          <p:nvPr/>
        </p:nvSpPr>
        <p:spPr>
          <a:xfrm>
            <a:off x="7789818" y="4916783"/>
            <a:ext cx="1902822" cy="412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516F6C-F2B4-680A-259B-ECDF061C2F56}"/>
              </a:ext>
            </a:extLst>
          </p:cNvPr>
          <p:cNvSpPr/>
          <p:nvPr/>
        </p:nvSpPr>
        <p:spPr>
          <a:xfrm>
            <a:off x="5603966" y="5341711"/>
            <a:ext cx="2338251" cy="690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44C90A-9CCA-AB50-058C-5707160B23E1}"/>
              </a:ext>
            </a:extLst>
          </p:cNvPr>
          <p:cNvSpPr/>
          <p:nvPr/>
        </p:nvSpPr>
        <p:spPr>
          <a:xfrm>
            <a:off x="4480052" y="5000343"/>
            <a:ext cx="875720" cy="48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D7877B-8D88-EAEA-D150-7A989D67A47E}"/>
              </a:ext>
            </a:extLst>
          </p:cNvPr>
          <p:cNvSpPr/>
          <p:nvPr/>
        </p:nvSpPr>
        <p:spPr>
          <a:xfrm>
            <a:off x="3198382" y="1970110"/>
            <a:ext cx="45719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28D7F9-D548-B197-ADED-EE2781467ECE}"/>
              </a:ext>
            </a:extLst>
          </p:cNvPr>
          <p:cNvSpPr/>
          <p:nvPr/>
        </p:nvSpPr>
        <p:spPr>
          <a:xfrm rot="2287212">
            <a:off x="4235590" y="3147546"/>
            <a:ext cx="128051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02023A-1A5E-975B-1E9E-1B59B939AD68}"/>
              </a:ext>
            </a:extLst>
          </p:cNvPr>
          <p:cNvSpPr/>
          <p:nvPr/>
        </p:nvSpPr>
        <p:spPr>
          <a:xfrm rot="20716212">
            <a:off x="6712668" y="3090011"/>
            <a:ext cx="230776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10F319-AE7A-F541-101A-07CD2C09794D}"/>
              </a:ext>
            </a:extLst>
          </p:cNvPr>
          <p:cNvSpPr/>
          <p:nvPr/>
        </p:nvSpPr>
        <p:spPr>
          <a:xfrm>
            <a:off x="8575764" y="2443772"/>
            <a:ext cx="137160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19FBFD-B8BE-0198-BAF1-607270E8F98F}"/>
              </a:ext>
            </a:extLst>
          </p:cNvPr>
          <p:cNvSpPr/>
          <p:nvPr/>
        </p:nvSpPr>
        <p:spPr>
          <a:xfrm rot="19606105">
            <a:off x="4484669" y="4401555"/>
            <a:ext cx="139771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B4480B-828D-539F-81ED-C515F021AE70}"/>
              </a:ext>
            </a:extLst>
          </p:cNvPr>
          <p:cNvSpPr/>
          <p:nvPr/>
        </p:nvSpPr>
        <p:spPr>
          <a:xfrm>
            <a:off x="6154942" y="4870395"/>
            <a:ext cx="184772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1E4404-6467-F413-4D31-42B403DF9AE1}"/>
              </a:ext>
            </a:extLst>
          </p:cNvPr>
          <p:cNvSpPr/>
          <p:nvPr/>
        </p:nvSpPr>
        <p:spPr>
          <a:xfrm rot="17974438">
            <a:off x="7351127" y="4298101"/>
            <a:ext cx="143565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09303E-6B80-8090-80DE-865FD6D5F446}"/>
              </a:ext>
            </a:extLst>
          </p:cNvPr>
          <p:cNvSpPr txBox="1"/>
          <p:nvPr/>
        </p:nvSpPr>
        <p:spPr>
          <a:xfrm>
            <a:off x="8712924" y="905691"/>
            <a:ext cx="2790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</a:t>
            </a:r>
            <a:r>
              <a:rPr lang="en-US" dirty="0"/>
              <a:t>: Contain genetic information; drive activity</a:t>
            </a:r>
          </a:p>
        </p:txBody>
      </p:sp>
    </p:spTree>
    <p:extLst>
      <p:ext uri="{BB962C8B-B14F-4D97-AF65-F5344CB8AC3E}">
        <p14:creationId xmlns:p14="http://schemas.microsoft.com/office/powerpoint/2010/main" val="2734140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60"/>
    </mc:Choice>
    <mc:Fallback xmlns="">
      <p:transition spd="slow" advTm="33160"/>
    </mc:Fallback>
  </mc:AlternateContent>
  <p:extLst>
    <p:ext uri="{3A86A75C-4F4B-4683-9AE1-C65F6400EC91}">
      <p14:laserTraceLst xmlns:p14="http://schemas.microsoft.com/office/powerpoint/2010/main">
        <p14:tracePtLst>
          <p14:tracePt t="16472" x="4667250" y="6515100"/>
          <p14:tracePt t="16673" x="4300538" y="6807200"/>
          <p14:tracePt t="16681" x="4210050" y="6667500"/>
          <p14:tracePt t="16691" x="4086225" y="6481763"/>
          <p14:tracePt t="16701" x="3951288" y="6300788"/>
          <p14:tracePt t="16711" x="3816350" y="6116638"/>
          <p14:tracePt t="16721" x="3676650" y="5913438"/>
          <p14:tracePt t="16731" x="3541713" y="5716588"/>
          <p14:tracePt t="16741" x="3406775" y="5492750"/>
          <p14:tracePt t="16751" x="3298825" y="5245100"/>
          <p14:tracePt t="16761" x="3214688" y="4997450"/>
          <p14:tracePt t="16771" x="3148013" y="4745038"/>
          <p14:tracePt t="16781" x="3097213" y="4513263"/>
          <p14:tracePt t="16791" x="3063875" y="4300538"/>
          <p14:tracePt t="16801" x="3046413" y="4121150"/>
          <p14:tracePt t="16811" x="3035300" y="3968750"/>
          <p14:tracePt t="16821" x="3017838" y="3856038"/>
          <p14:tracePt t="16831" x="3006725" y="3783013"/>
          <p14:tracePt t="16841" x="2995613" y="3727450"/>
          <p14:tracePt t="16851" x="2995613" y="3705225"/>
          <p14:tracePt t="16861" x="2995613" y="3698875"/>
          <p14:tracePt t="16929" x="2995613" y="3705225"/>
          <p14:tracePt t="16933" x="2995613" y="3709988"/>
          <p14:tracePt t="16935" x="2995613" y="3716338"/>
          <p14:tracePt t="16951" x="2995613" y="3738563"/>
          <p14:tracePt t="16961" x="3001963" y="3749675"/>
          <p14:tracePt t="16971" x="3006725" y="3765550"/>
          <p14:tracePt t="16981" x="3006725" y="3778250"/>
          <p14:tracePt t="16991" x="3013075" y="3800475"/>
          <p14:tracePt t="17001" x="3024188" y="3833813"/>
          <p14:tracePt t="17011" x="3035300" y="3867150"/>
          <p14:tracePt t="17021" x="3057525" y="3917950"/>
          <p14:tracePt t="17031" x="3079750" y="3962400"/>
          <p14:tracePt t="17041" x="3108325" y="4013200"/>
          <p14:tracePt t="17051" x="3141663" y="4064000"/>
          <p14:tracePt t="17061" x="3187700" y="4132263"/>
          <p14:tracePt t="17071" x="3232150" y="4198938"/>
          <p14:tracePt t="17081" x="3287713" y="4278313"/>
          <p14:tracePt t="17091" x="3344863" y="4356100"/>
          <p14:tracePt t="17101" x="3406775" y="4440238"/>
          <p14:tracePt t="17111" x="3446463" y="4502150"/>
          <p14:tracePt t="17121" x="3468688" y="4524375"/>
          <p14:tracePt t="17131" x="3473450" y="4537075"/>
          <p14:tracePt t="17141" x="3473450" y="4541838"/>
          <p14:tracePt t="17173" x="3473450" y="4548188"/>
          <p14:tracePt t="17263" x="3479800" y="4548188"/>
          <p14:tracePt t="17269" x="3484563" y="4548188"/>
          <p14:tracePt t="17277" x="3490913" y="4552950"/>
          <p14:tracePt t="17281" x="3495675" y="4559300"/>
          <p14:tracePt t="17291" x="3524250" y="4575175"/>
          <p14:tracePt t="17301" x="3563938" y="4598988"/>
          <p14:tracePt t="17311" x="3597275" y="4625975"/>
          <p14:tracePt t="17321" x="3619500" y="4648200"/>
          <p14:tracePt t="17331" x="3625850" y="4659313"/>
          <p14:tracePt t="17341" x="3630613" y="4665663"/>
          <p14:tracePt t="17355" x="3636963" y="4665663"/>
          <p14:tracePt t="17447" x="3630613" y="4665663"/>
          <p14:tracePt t="17451" x="3630613" y="4659313"/>
          <p14:tracePt t="17455" x="3630613" y="4654550"/>
          <p14:tracePt t="17461" x="3625850" y="4648200"/>
          <p14:tracePt t="17471" x="3619500" y="4643438"/>
          <p14:tracePt t="17481" x="3614738" y="4637088"/>
          <p14:tracePt t="17491" x="3608388" y="4632325"/>
          <p14:tracePt t="17501" x="3603625" y="4632325"/>
          <p14:tracePt t="17511" x="3603625" y="4625975"/>
          <p14:tracePt t="17521" x="3597275" y="4621213"/>
          <p14:tracePt t="17531" x="3592513" y="4610100"/>
          <p14:tracePt t="17541" x="3586163" y="4603750"/>
          <p14:tracePt t="17551" x="3575050" y="4592638"/>
          <p14:tracePt t="17561" x="3568700" y="4581525"/>
          <p14:tracePt t="17571" x="3557588" y="4570413"/>
          <p14:tracePt t="17581" x="3552825" y="4552950"/>
          <p14:tracePt t="17591" x="3535363" y="4537075"/>
          <p14:tracePt t="17601" x="3530600" y="4513263"/>
          <p14:tracePt t="17611" x="3513138" y="4497388"/>
          <p14:tracePt t="17621" x="3506788" y="4475163"/>
          <p14:tracePt t="17631" x="3502025" y="4457700"/>
          <p14:tracePt t="17641" x="3495675" y="4451350"/>
          <p14:tracePt t="17651" x="3495675" y="4446588"/>
          <p14:tracePt t="17661" x="3495675" y="4440238"/>
          <p14:tracePt t="17671" x="3495675" y="4429125"/>
          <p14:tracePt t="17681" x="3495675" y="4413250"/>
          <p14:tracePt t="17691" x="3495675" y="4391025"/>
          <p14:tracePt t="17701" x="3502025" y="4362450"/>
          <p14:tracePt t="17711" x="3506788" y="4333875"/>
          <p14:tracePt t="17721" x="3506788" y="4316413"/>
          <p14:tracePt t="17731" x="3513138" y="4305300"/>
          <p14:tracePt t="17741" x="3519488" y="4300538"/>
          <p14:tracePt t="17751" x="3519488" y="4294188"/>
          <p14:tracePt t="17761" x="3524250" y="4294188"/>
          <p14:tracePt t="17771" x="3524250" y="4289425"/>
          <p14:tracePt t="17781" x="3530600" y="4283075"/>
          <p14:tracePt t="17791" x="3535363" y="4278313"/>
          <p14:tracePt t="17802" x="3546475" y="4271963"/>
          <p14:tracePt t="17811" x="3557588" y="4267200"/>
          <p14:tracePt t="17821" x="3568700" y="4260850"/>
          <p14:tracePt t="17831" x="3575050" y="4260850"/>
          <p14:tracePt t="17841" x="3579813" y="4260850"/>
          <p14:tracePt t="17851" x="3592513" y="4260850"/>
          <p14:tracePt t="17861" x="3608388" y="4260850"/>
          <p14:tracePt t="17871" x="3654425" y="4271963"/>
          <p14:tracePt t="17881" x="3721100" y="4294188"/>
          <p14:tracePt t="17891" x="3789363" y="4316413"/>
          <p14:tracePt t="17901" x="3856038" y="4340225"/>
          <p14:tracePt t="17911" x="3889375" y="4356100"/>
          <p14:tracePt t="17921" x="3895725" y="4356100"/>
          <p14:tracePt t="17931" x="3900488" y="4362450"/>
          <p14:tracePt t="17941" x="3911600" y="4373563"/>
          <p14:tracePt t="17951" x="3917950" y="4384675"/>
          <p14:tracePt t="17961" x="3929063" y="4413250"/>
          <p14:tracePt t="17971" x="3946525" y="4446588"/>
          <p14:tracePt t="17981" x="3957638" y="4475163"/>
          <p14:tracePt t="17991" x="3962400" y="4497388"/>
          <p14:tracePt t="18001" x="3973513" y="4519613"/>
          <p14:tracePt t="18011" x="3973513" y="4541838"/>
          <p14:tracePt t="18021" x="3973513" y="4564063"/>
          <p14:tracePt t="18031" x="3973513" y="4586288"/>
          <p14:tracePt t="18041" x="3973513" y="4614863"/>
          <p14:tracePt t="18051" x="3968750" y="4637088"/>
          <p14:tracePt t="18061" x="3968750" y="4665663"/>
          <p14:tracePt t="18071" x="3957638" y="4683125"/>
          <p14:tracePt t="18081" x="3951288" y="4694238"/>
          <p14:tracePt t="18091" x="3946525" y="4699000"/>
          <p14:tracePt t="18101" x="3935413" y="4710113"/>
          <p14:tracePt t="18111" x="3922713" y="4716463"/>
          <p14:tracePt t="18121" x="3906838" y="4721225"/>
          <p14:tracePt t="18131" x="3867150" y="4733925"/>
          <p14:tracePt t="18141" x="3827463" y="4745038"/>
          <p14:tracePt t="18151" x="3771900" y="4749800"/>
          <p14:tracePt t="18161" x="3709988" y="4749800"/>
          <p14:tracePt t="18171" x="3625850" y="4749800"/>
          <p14:tracePt t="18181" x="3546475" y="4738688"/>
          <p14:tracePt t="18191" x="3473450" y="4721225"/>
          <p14:tracePt t="18201" x="3400425" y="4705350"/>
          <p14:tracePt t="18211" x="3333750" y="4694238"/>
          <p14:tracePt t="18221" x="3271838" y="4676775"/>
          <p14:tracePt t="18231" x="3209925" y="4648200"/>
          <p14:tracePt t="18241" x="3163888" y="4625975"/>
          <p14:tracePt t="18251" x="3119438" y="4598988"/>
          <p14:tracePt t="18261" x="3086100" y="4570413"/>
          <p14:tracePt t="18271" x="3074988" y="4552950"/>
          <p14:tracePt t="18281" x="3057525" y="4537075"/>
          <p14:tracePt t="18291" x="3046413" y="4513263"/>
          <p14:tracePt t="18301" x="3035300" y="4479925"/>
          <p14:tracePt t="18311" x="3028950" y="4451350"/>
          <p14:tracePt t="18321" x="3024188" y="4424363"/>
          <p14:tracePt t="18331" x="3024188" y="4395788"/>
          <p14:tracePt t="18341" x="3024188" y="4362450"/>
          <p14:tracePt t="18351" x="3024188" y="4329113"/>
          <p14:tracePt t="18361" x="3028950" y="4300538"/>
          <p14:tracePt t="18371" x="3041650" y="4267200"/>
          <p14:tracePt t="18381" x="3057525" y="4238625"/>
          <p14:tracePt t="18391" x="3086100" y="4198938"/>
          <p14:tracePt t="18401" x="3119438" y="4176713"/>
          <p14:tracePt t="18411" x="3148013" y="4159250"/>
          <p14:tracePt t="18421" x="3170238" y="4148138"/>
          <p14:tracePt t="18431" x="3192463" y="4143375"/>
          <p14:tracePt t="18441" x="3221038" y="4137025"/>
          <p14:tracePt t="18451" x="3243263" y="4132263"/>
          <p14:tracePt t="18461" x="3276600" y="4132263"/>
          <p14:tracePt t="18471" x="3311525" y="4132263"/>
          <p14:tracePt t="18481" x="3338513" y="4132263"/>
          <p14:tracePt t="18491" x="3360738" y="4132263"/>
          <p14:tracePt t="18501" x="3378200" y="4125913"/>
          <p14:tracePt t="18511" x="3389313" y="4125913"/>
          <p14:tracePt t="18521" x="3400425" y="4121150"/>
          <p14:tracePt t="18531" x="3406775" y="4121150"/>
          <p14:tracePt t="18541" x="3422650" y="4121150"/>
          <p14:tracePt t="18551" x="3440113" y="4121150"/>
          <p14:tracePt t="18561" x="3457575" y="4121150"/>
          <p14:tracePt t="18571" x="3490913" y="4121150"/>
          <p14:tracePt t="18581" x="3535363" y="4121150"/>
          <p14:tracePt t="18591" x="3592513" y="4121150"/>
          <p14:tracePt t="18601" x="3654425" y="4137025"/>
          <p14:tracePt t="18611" x="3732213" y="4165600"/>
          <p14:tracePt t="18621" x="3771900" y="4181475"/>
          <p14:tracePt t="18631" x="3811588" y="4198938"/>
          <p14:tracePt t="18641" x="3849688" y="4227513"/>
          <p14:tracePt t="18651" x="3895725" y="4256088"/>
          <p14:tracePt t="18661" x="3940175" y="4289425"/>
          <p14:tracePt t="18671" x="3979863" y="4322763"/>
          <p14:tracePt t="18681" x="4008438" y="4356100"/>
          <p14:tracePt t="18691" x="4024313" y="4373563"/>
          <p14:tracePt t="18701" x="4041775" y="4395788"/>
          <p14:tracePt t="18711" x="4057650" y="4429125"/>
          <p14:tracePt t="18721" x="4075113" y="4457700"/>
          <p14:tracePt t="18731" x="4086225" y="4497388"/>
          <p14:tracePt t="18741" x="4103688" y="4524375"/>
          <p14:tracePt t="18751" x="4114800" y="4552950"/>
          <p14:tracePt t="18761" x="4125913" y="4575175"/>
          <p14:tracePt t="18771" x="4130675" y="4592638"/>
          <p14:tracePt t="18781" x="4130675" y="4603750"/>
          <p14:tracePt t="18791" x="4130675" y="4614863"/>
          <p14:tracePt t="18801" x="4130675" y="4625975"/>
          <p14:tracePt t="18811" x="4130675" y="4643438"/>
          <p14:tracePt t="18821" x="4130675" y="4654550"/>
          <p14:tracePt t="18831" x="4130675" y="4672013"/>
          <p14:tracePt t="18841" x="4130675" y="4687888"/>
          <p14:tracePt t="18851" x="4125913" y="4699000"/>
          <p14:tracePt t="18861" x="4119563" y="4716463"/>
          <p14:tracePt t="18871" x="4108450" y="4727575"/>
          <p14:tracePt t="18881" x="4097338" y="4738688"/>
          <p14:tracePt t="18891" x="4086225" y="4749800"/>
          <p14:tracePt t="18901" x="4070350" y="4760913"/>
          <p14:tracePt t="18911" x="4041775" y="4778375"/>
          <p14:tracePt t="18921" x="4008438" y="4794250"/>
          <p14:tracePt t="18931" x="3962400" y="4811713"/>
          <p14:tracePt t="18941" x="3922713" y="4822825"/>
          <p14:tracePt t="18951" x="3867150" y="4840288"/>
          <p14:tracePt t="18961" x="3816350" y="4856163"/>
          <p14:tracePt t="18971" x="3765550" y="4873625"/>
          <p14:tracePt t="18981" x="3703638" y="4891088"/>
          <p14:tracePt t="18991" x="3641725" y="4906963"/>
          <p14:tracePt t="19001" x="3579813" y="4918075"/>
          <p14:tracePt t="19011" x="3519488" y="4924425"/>
          <p14:tracePt t="19021" x="3468688" y="4924425"/>
          <p14:tracePt t="19031" x="3440113" y="4924425"/>
          <p14:tracePt t="19041" x="3417888" y="4924425"/>
          <p14:tracePt t="19053" x="3411538" y="4924425"/>
          <p14:tracePt t="19061" x="3406775" y="4918075"/>
          <p14:tracePt t="19071" x="3395663" y="4906963"/>
          <p14:tracePt t="19081" x="3384550" y="4895850"/>
          <p14:tracePt t="19091" x="3367088" y="4879975"/>
          <p14:tracePt t="19101" x="3333750" y="4845050"/>
          <p14:tracePt t="19111" x="3311525" y="4811713"/>
          <p14:tracePt t="19121" x="3282950" y="4772025"/>
          <p14:tracePt t="19131" x="3254375" y="4727575"/>
          <p14:tracePt t="19142" x="3232150" y="4683125"/>
          <p14:tracePt t="19151" x="3221038" y="4648200"/>
          <p14:tracePt t="19161" x="3209925" y="4614863"/>
          <p14:tracePt t="19171" x="3203575" y="4570413"/>
          <p14:tracePt t="19181" x="3198813" y="4530725"/>
          <p14:tracePt t="19191" x="3198813" y="4491038"/>
          <p14:tracePt t="19201" x="3198813" y="4451350"/>
          <p14:tracePt t="19211" x="3198813" y="4429125"/>
          <p14:tracePt t="19221" x="3198813" y="4402138"/>
          <p14:tracePt t="19231" x="3203575" y="4378325"/>
          <p14:tracePt t="19241" x="3203575" y="4351338"/>
          <p14:tracePt t="19251" x="3209925" y="4329113"/>
          <p14:tracePt t="19261" x="3214688" y="4300538"/>
          <p14:tracePt t="19271" x="3214688" y="4278313"/>
          <p14:tracePt t="19281" x="3214688" y="4271963"/>
          <p14:tracePt t="19291" x="3221038" y="4260850"/>
          <p14:tracePt t="19301" x="3221038" y="4256088"/>
          <p14:tracePt t="19311" x="3221038" y="4249738"/>
          <p14:tracePt t="19321" x="3221038" y="4243388"/>
          <p14:tracePt t="19335" x="3221038" y="4238625"/>
          <p14:tracePt t="19341" x="3221038" y="4232275"/>
          <p14:tracePt t="19355" x="3225800" y="4232275"/>
          <p14:tracePt t="19361" x="3225800" y="4227513"/>
          <p14:tracePt t="19389" x="3225800" y="4221163"/>
          <p14:tracePt t="19397" x="3232150" y="4221163"/>
          <p14:tracePt t="19403" x="3232150" y="4216400"/>
          <p14:tracePt t="19407" x="3232150" y="4210050"/>
          <p14:tracePt t="19411" x="3238500" y="4205288"/>
          <p14:tracePt t="19421" x="3249613" y="4198938"/>
          <p14:tracePt t="19431" x="3265488" y="4187825"/>
          <p14:tracePt t="19441" x="3298825" y="4170363"/>
          <p14:tracePt t="19451" x="3333750" y="4159250"/>
          <p14:tracePt t="19461" x="3360738" y="4148138"/>
          <p14:tracePt t="19471" x="3395663" y="4143375"/>
          <p14:tracePt t="19481" x="3417888" y="4132263"/>
          <p14:tracePt t="19491" x="3429000" y="4132263"/>
          <p14:tracePt t="19501" x="3440113" y="4125913"/>
          <p14:tracePt t="19521" x="3446463" y="4125913"/>
          <p14:tracePt t="19565" x="3451225" y="4125913"/>
          <p14:tracePt t="19593" x="3457575" y="4125913"/>
          <p14:tracePt t="19599" x="3462338" y="4125913"/>
          <p14:tracePt t="19603" x="3462338" y="4121150"/>
          <p14:tracePt t="19611" x="3473450" y="4121150"/>
          <p14:tracePt t="19621" x="3490913" y="4121150"/>
          <p14:tracePt t="19631" x="3506788" y="4121150"/>
          <p14:tracePt t="19641" x="3530600" y="4121150"/>
          <p14:tracePt t="19651" x="3546475" y="4121150"/>
          <p14:tracePt t="19661" x="3557588" y="4121150"/>
          <p14:tracePt t="19671" x="3568700" y="4121150"/>
          <p14:tracePt t="19681" x="3579813" y="4121150"/>
          <p14:tracePt t="19691" x="3592513" y="4121150"/>
          <p14:tracePt t="19701" x="3603625" y="4121150"/>
          <p14:tracePt t="19711" x="3614738" y="4125913"/>
          <p14:tracePt t="19721" x="3625850" y="4125913"/>
          <p14:tracePt t="19731" x="3630613" y="4132263"/>
          <p14:tracePt t="19741" x="3641725" y="4132263"/>
          <p14:tracePt t="19751" x="3654425" y="4137025"/>
          <p14:tracePt t="19761" x="3665538" y="4143375"/>
          <p14:tracePt t="19771" x="3692525" y="4154488"/>
          <p14:tracePt t="19781" x="3714750" y="4165600"/>
          <p14:tracePt t="19791" x="3743325" y="4176713"/>
          <p14:tracePt t="19801" x="3749675" y="4176713"/>
          <p14:tracePt t="19811" x="3754438" y="4181475"/>
          <p14:tracePt t="19821" x="3765550" y="4181475"/>
          <p14:tracePt t="19831" x="3765550" y="4187825"/>
          <p14:tracePt t="19841" x="3771900" y="4187825"/>
          <p14:tracePt t="19851" x="3776663" y="4194175"/>
          <p14:tracePt t="19861" x="3783013" y="4198938"/>
          <p14:tracePt t="19871" x="3794125" y="4210050"/>
          <p14:tracePt t="19881" x="3800475" y="4221163"/>
          <p14:tracePt t="19891" x="3816350" y="4238625"/>
          <p14:tracePt t="19901" x="3822700" y="4256088"/>
          <p14:tracePt t="19911" x="3844925" y="4289425"/>
          <p14:tracePt t="19921" x="3862388" y="4311650"/>
          <p14:tracePt t="19931" x="3878263" y="4340225"/>
          <p14:tracePt t="19941" x="3889375" y="4367213"/>
          <p14:tracePt t="19951" x="3900488" y="4391025"/>
          <p14:tracePt t="19962" x="3911600" y="4413250"/>
          <p14:tracePt t="19971" x="3917950" y="4435475"/>
          <p14:tracePt t="19981" x="3929063" y="4457700"/>
          <p14:tracePt t="19991" x="3940175" y="4486275"/>
          <p14:tracePt t="20001" x="3957638" y="4524375"/>
          <p14:tracePt t="20011" x="3973513" y="4564063"/>
          <p14:tracePt t="20021" x="3997325" y="4610100"/>
          <p14:tracePt t="20031" x="4019550" y="4654550"/>
          <p14:tracePt t="20041" x="4035425" y="4694238"/>
          <p14:tracePt t="20051" x="4052888" y="4721225"/>
          <p14:tracePt t="20061" x="4057650" y="4749800"/>
          <p14:tracePt t="20071" x="4064000" y="4767263"/>
          <p14:tracePt t="20081" x="4075113" y="4789488"/>
          <p14:tracePt t="20091" x="4081463" y="4811713"/>
          <p14:tracePt t="20101" x="4086225" y="4833938"/>
          <p14:tracePt t="20111" x="4092575" y="4862513"/>
          <p14:tracePt t="20121" x="4097338" y="4891088"/>
          <p14:tracePt t="20131" x="4103688" y="4918075"/>
          <p14:tracePt t="20141" x="4103688" y="4941888"/>
          <p14:tracePt t="20151" x="4103688" y="4957763"/>
          <p14:tracePt t="20161" x="4103688" y="4979988"/>
          <p14:tracePt t="20171" x="4103688" y="4997450"/>
          <p14:tracePt t="20181" x="4103688" y="5008563"/>
          <p14:tracePt t="20191" x="4097338" y="5026025"/>
          <p14:tracePt t="20201" x="4092575" y="5037138"/>
          <p14:tracePt t="20211" x="4086225" y="5048250"/>
          <p14:tracePt t="20221" x="4075113" y="5053013"/>
          <p14:tracePt t="20231" x="4070350" y="5053013"/>
          <p14:tracePt t="20241" x="4070350" y="5059363"/>
          <p14:tracePt t="20251" x="4064000" y="5059363"/>
          <p14:tracePt t="20261" x="4052888" y="5064125"/>
          <p14:tracePt t="20271" x="4041775" y="5064125"/>
          <p14:tracePt t="20281" x="4013200" y="5064125"/>
          <p14:tracePt t="20291" x="3962400" y="5064125"/>
          <p14:tracePt t="20301" x="3917950" y="5059363"/>
          <p14:tracePt t="20311" x="3878263" y="5053013"/>
          <p14:tracePt t="20321" x="3833813" y="5048250"/>
          <p14:tracePt t="20331" x="3794125" y="5037138"/>
          <p14:tracePt t="20341" x="3749675" y="5019675"/>
          <p14:tracePt t="20351" x="3714750" y="5002213"/>
          <p14:tracePt t="20361" x="3670300" y="4979988"/>
          <p14:tracePt t="20371" x="3630613" y="4964113"/>
          <p14:tracePt t="20381" x="3603625" y="4946650"/>
          <p14:tracePt t="20391" x="3579813" y="4929188"/>
          <p14:tracePt t="20401" x="3568700" y="4924425"/>
          <p14:tracePt t="20411" x="3552825" y="4906963"/>
          <p14:tracePt t="20421" x="3530600" y="4891088"/>
          <p14:tracePt t="20431" x="3513138" y="4873625"/>
          <p14:tracePt t="20441" x="3484563" y="4851400"/>
          <p14:tracePt t="20451" x="3468688" y="4829175"/>
          <p14:tracePt t="20461" x="3446463" y="4800600"/>
          <p14:tracePt t="20472" x="3422650" y="4767263"/>
          <p14:tracePt t="20481" x="3389313" y="4733925"/>
          <p14:tracePt t="20491" x="3367088" y="4705350"/>
          <p14:tracePt t="20501" x="3344863" y="4676775"/>
          <p14:tracePt t="20511" x="3327400" y="4654550"/>
          <p14:tracePt t="20521" x="3322638" y="4643438"/>
          <p14:tracePt t="20531" x="3316288" y="4637088"/>
          <p14:tracePt t="20541" x="3305175" y="4625975"/>
          <p14:tracePt t="20551" x="3305175" y="4621213"/>
          <p14:tracePt t="20561" x="3298825" y="4614863"/>
          <p14:tracePt t="20571" x="3298825" y="4610100"/>
          <p14:tracePt t="20581" x="3294063" y="4610100"/>
          <p14:tracePt t="20591" x="3294063" y="4603750"/>
          <p14:tracePt t="20603" x="3294063" y="4598988"/>
          <p14:tracePt t="20611" x="3294063" y="4592638"/>
          <p14:tracePt t="20621" x="3294063" y="4586288"/>
          <p14:tracePt t="20631" x="3282950" y="4575175"/>
          <p14:tracePt t="20641" x="3276600" y="4564063"/>
          <p14:tracePt t="20651" x="3271838" y="4548188"/>
          <p14:tracePt t="20661" x="3265488" y="4530725"/>
          <p14:tracePt t="20671" x="3260725" y="4513263"/>
          <p14:tracePt t="20681" x="3254375" y="4497388"/>
          <p14:tracePt t="20691" x="3249613" y="4486275"/>
          <p14:tracePt t="20701" x="3243263" y="4464050"/>
          <p14:tracePt t="20711" x="3238500" y="4440238"/>
          <p14:tracePt t="20721" x="3225800" y="4413250"/>
          <p14:tracePt t="20731" x="3214688" y="4373563"/>
          <p14:tracePt t="20741" x="3209925" y="4344988"/>
          <p14:tracePt t="20752" x="3198813" y="4316413"/>
          <p14:tracePt t="20762" x="3192463" y="4300538"/>
          <p14:tracePt t="20771" x="3192463" y="4283075"/>
          <p14:tracePt t="20781" x="3187700" y="4271963"/>
          <p14:tracePt t="20791" x="3187700" y="4260850"/>
          <p14:tracePt t="20801" x="3187700" y="4249738"/>
          <p14:tracePt t="20811" x="3187700" y="4243388"/>
          <p14:tracePt t="20821" x="3187700" y="4232275"/>
          <p14:tracePt t="20831" x="3187700" y="4227513"/>
          <p14:tracePt t="20845" x="3187700" y="4221163"/>
          <p14:tracePt t="20857" x="3187700" y="4216400"/>
          <p14:tracePt t="20863" x="3187700" y="4210050"/>
          <p14:tracePt t="20875" x="3187700" y="4205288"/>
          <p14:tracePt t="20885" x="3192463" y="4198938"/>
          <p14:tracePt t="20895" x="3192463" y="4194175"/>
          <p14:tracePt t="20901" x="3198813" y="4187825"/>
          <p14:tracePt t="20911" x="3209925" y="4181475"/>
          <p14:tracePt t="20922" x="3221038" y="4170363"/>
          <p14:tracePt t="20931" x="3238500" y="4165600"/>
          <p14:tracePt t="20941" x="3254375" y="4159250"/>
          <p14:tracePt t="20952" x="3271838" y="4154488"/>
          <p14:tracePt t="20961" x="3298825" y="4143375"/>
          <p14:tracePt t="20971" x="3344863" y="4132263"/>
          <p14:tracePt t="20981" x="3371850" y="4132263"/>
          <p14:tracePt t="20991" x="3400425" y="4125913"/>
          <p14:tracePt t="21001" x="3422650" y="4125913"/>
          <p14:tracePt t="21011" x="3433763" y="4125913"/>
          <p14:tracePt t="21021" x="3451225" y="4125913"/>
          <p14:tracePt t="21031" x="3457575" y="4125913"/>
          <p14:tracePt t="21041" x="3468688" y="4125913"/>
          <p14:tracePt t="21051" x="3490913" y="4137025"/>
          <p14:tracePt t="21061" x="3524250" y="4148138"/>
          <p14:tracePt t="21071" x="3579813" y="4159250"/>
          <p14:tracePt t="21081" x="3670300" y="4181475"/>
          <p14:tracePt t="21091" x="3765550" y="4198938"/>
          <p14:tracePt t="21101" x="3862388" y="4210050"/>
          <p14:tracePt t="21111" x="3946525" y="4216400"/>
          <p14:tracePt t="21121" x="4019550" y="4221163"/>
          <p14:tracePt t="21131" x="4064000" y="4227513"/>
          <p14:tracePt t="21141" x="4086225" y="4232275"/>
          <p14:tracePt t="21151" x="4092575" y="4232275"/>
          <p14:tracePt t="21161" x="4097338" y="4232275"/>
          <p14:tracePt t="21171" x="4097338" y="4238625"/>
          <p14:tracePt t="21259" x="4097338" y="4243388"/>
          <p14:tracePt t="21263" x="4097338" y="4249738"/>
          <p14:tracePt t="21273" x="4097338" y="4256088"/>
          <p14:tracePt t="21283" x="4097338" y="4260850"/>
          <p14:tracePt t="21297" x="4097338" y="4267200"/>
          <p14:tracePt t="21305" x="4097338" y="4271963"/>
          <p14:tracePt t="21317" x="4097338" y="4278313"/>
          <p14:tracePt t="21325" x="4097338" y="4283075"/>
          <p14:tracePt t="21329" x="4097338" y="4289425"/>
          <p14:tracePt t="21331" x="4097338" y="4294188"/>
          <p14:tracePt t="21341" x="4097338" y="4316413"/>
          <p14:tracePt t="21351" x="4103688" y="4367213"/>
          <p14:tracePt t="21361" x="4103688" y="4418013"/>
          <p14:tracePt t="21371" x="4103688" y="4464050"/>
          <p14:tracePt t="21381" x="4103688" y="4508500"/>
          <p14:tracePt t="21391" x="4103688" y="4548188"/>
          <p14:tracePt t="21401" x="4103688" y="4581525"/>
          <p14:tracePt t="21411" x="4103688" y="4625975"/>
          <p14:tracePt t="21421" x="4103688" y="4659313"/>
          <p14:tracePt t="21431" x="4103688" y="4705350"/>
          <p14:tracePt t="21441" x="4103688" y="4749800"/>
          <p14:tracePt t="21451" x="4103688" y="4794250"/>
          <p14:tracePt t="21461" x="4097338" y="4822825"/>
          <p14:tracePt t="21471" x="4092575" y="4851400"/>
          <p14:tracePt t="21481" x="4092575" y="4862513"/>
          <p14:tracePt t="21491" x="4092575" y="4867275"/>
          <p14:tracePt t="21501" x="4092575" y="4873625"/>
          <p14:tracePt t="21547" x="4086225" y="4873625"/>
          <p14:tracePt t="21555" x="4081463" y="4873625"/>
          <p14:tracePt t="21565" x="4075113" y="4873625"/>
          <p14:tracePt t="21569" x="4070350" y="4873625"/>
          <p14:tracePt t="21571" x="4070350" y="4879975"/>
          <p14:tracePt t="21581" x="4035425" y="4879975"/>
          <p14:tracePt t="21591" x="3990975" y="4891088"/>
          <p14:tracePt t="21601" x="3940175" y="4895850"/>
          <p14:tracePt t="21611" x="3873500" y="4902200"/>
          <p14:tracePt t="21621" x="3811588" y="4906963"/>
          <p14:tracePt t="21631" x="3743325" y="4906963"/>
          <p14:tracePt t="21641" x="3681413" y="4906963"/>
          <p14:tracePt t="21651" x="3625850" y="4906963"/>
          <p14:tracePt t="21661" x="3592513" y="4906963"/>
          <p14:tracePt t="21671" x="3563938" y="4906963"/>
          <p14:tracePt t="21681" x="3546475" y="4906963"/>
          <p14:tracePt t="21691" x="3535363" y="4906963"/>
          <p14:tracePt t="21701" x="3524250" y="4906963"/>
          <p14:tracePt t="21711" x="3519488" y="4906963"/>
          <p14:tracePt t="21721" x="3506788" y="4902200"/>
          <p14:tracePt t="21731" x="3490913" y="4891088"/>
          <p14:tracePt t="21741" x="3468688" y="4879975"/>
          <p14:tracePt t="21751" x="3446463" y="4862513"/>
          <p14:tracePt t="21761" x="3422650" y="4851400"/>
          <p14:tracePt t="21771" x="3406775" y="4840288"/>
          <p14:tracePt t="21781" x="3384550" y="4822825"/>
          <p14:tracePt t="21791" x="3367088" y="4800600"/>
          <p14:tracePt t="21801" x="3344863" y="4778375"/>
          <p14:tracePt t="21811" x="3316288" y="4738688"/>
          <p14:tracePt t="21821" x="3282950" y="4699000"/>
          <p14:tracePt t="21831" x="3249613" y="4659313"/>
          <p14:tracePt t="21841" x="3221038" y="4621213"/>
          <p14:tracePt t="21851" x="3198813" y="4592638"/>
          <p14:tracePt t="21861" x="3187700" y="4570413"/>
          <p14:tracePt t="21871" x="3176588" y="4552950"/>
          <p14:tracePt t="21881" x="3170238" y="4541838"/>
          <p14:tracePt t="21891" x="3159125" y="4519613"/>
          <p14:tracePt t="21901" x="3148013" y="4497388"/>
          <p14:tracePt t="21911" x="3130550" y="4468813"/>
          <p14:tracePt t="21921" x="3119438" y="4440238"/>
          <p14:tracePt t="21931" x="3108325" y="4418013"/>
          <p14:tracePt t="21941" x="3103563" y="4406900"/>
          <p14:tracePt t="21951" x="3103563" y="4395788"/>
          <p14:tracePt t="21961" x="3097213" y="4391025"/>
          <p14:tracePt t="21971" x="3097213" y="4384675"/>
          <p14:tracePt t="21981" x="3097213" y="4373563"/>
          <p14:tracePt t="21991" x="3097213" y="4362450"/>
          <p14:tracePt t="22001" x="3097213" y="4333875"/>
          <p14:tracePt t="22011" x="3097213" y="4311650"/>
          <p14:tracePt t="22021" x="3097213" y="4289425"/>
          <p14:tracePt t="22031" x="3108325" y="4267200"/>
          <p14:tracePt t="22041" x="3114675" y="4249738"/>
          <p14:tracePt t="22051" x="3125788" y="4232275"/>
          <p14:tracePt t="22061" x="3136900" y="4221163"/>
          <p14:tracePt t="22071" x="3148013" y="4210050"/>
          <p14:tracePt t="22081" x="3159125" y="4198938"/>
          <p14:tracePt t="22091" x="3176588" y="4187825"/>
          <p14:tracePt t="22101" x="3198813" y="4176713"/>
          <p14:tracePt t="22111" x="3238500" y="4159250"/>
          <p14:tracePt t="22121" x="3282950" y="4143375"/>
          <p14:tracePt t="22131" x="3322638" y="4132263"/>
          <p14:tracePt t="22141" x="3360738" y="4121150"/>
          <p14:tracePt t="22151" x="3384550" y="4108450"/>
          <p14:tracePt t="22161" x="3395663" y="4108450"/>
          <p14:tracePt t="22171" x="3406775" y="4103688"/>
          <p14:tracePt t="22183" x="3411538" y="4103688"/>
          <p14:tracePt t="22195" x="3417888" y="4103688"/>
          <p14:tracePt t="22201" x="3422650" y="4103688"/>
          <p14:tracePt t="22211" x="3440113" y="4103688"/>
          <p14:tracePt t="22221" x="3457575" y="4103688"/>
          <p14:tracePt t="22231" x="3479800" y="4103688"/>
          <p14:tracePt t="22241" x="3502025" y="4103688"/>
          <p14:tracePt t="22251" x="3524250" y="4103688"/>
          <p14:tracePt t="22261" x="3546475" y="4103688"/>
          <p14:tracePt t="22271" x="3568700" y="4103688"/>
          <p14:tracePt t="22281" x="3592513" y="4108450"/>
          <p14:tracePt t="22291" x="3614738" y="4114800"/>
          <p14:tracePt t="22301" x="3648075" y="4125913"/>
          <p14:tracePt t="22311" x="3676650" y="4137025"/>
          <p14:tracePt t="22321" x="3692525" y="4143375"/>
          <p14:tracePt t="22331" x="3698875" y="4143375"/>
          <p14:tracePt t="22341" x="3703638" y="4143375"/>
          <p14:tracePt t="22359" x="3709988" y="4143375"/>
          <p14:tracePt t="22363" x="3709988" y="4148138"/>
          <p14:tracePt t="22371" x="3714750" y="4154488"/>
          <p14:tracePt t="22381" x="3727450" y="4165600"/>
          <p14:tracePt t="22391" x="3754438" y="4187825"/>
          <p14:tracePt t="22401" x="3783013" y="4221163"/>
          <p14:tracePt t="22411" x="3805238" y="4243388"/>
          <p14:tracePt t="22421" x="3827463" y="4271963"/>
          <p14:tracePt t="22431" x="3844925" y="4289425"/>
          <p14:tracePt t="22441" x="3856038" y="4300538"/>
          <p14:tracePt t="22451" x="3862388" y="4305300"/>
          <p14:tracePt t="22461" x="3867150" y="4316413"/>
          <p14:tracePt t="22471" x="3878263" y="4329113"/>
          <p14:tracePt t="22481" x="3884613" y="4340225"/>
          <p14:tracePt t="22491" x="3889375" y="4351338"/>
          <p14:tracePt t="22501" x="3900488" y="4356100"/>
          <p14:tracePt t="22511" x="3906838" y="4367213"/>
          <p14:tracePt t="22521" x="3917950" y="4384675"/>
          <p14:tracePt t="22531" x="3929063" y="4402138"/>
          <p14:tracePt t="22541" x="3946525" y="4424363"/>
          <p14:tracePt t="22551" x="3968750" y="4457700"/>
          <p14:tracePt t="22561" x="3984625" y="4486275"/>
          <p14:tracePt t="22571" x="4008438" y="4519613"/>
          <p14:tracePt t="22581" x="4019550" y="4552950"/>
          <p14:tracePt t="22591" x="4035425" y="4581525"/>
          <p14:tracePt t="22601" x="4041775" y="4610100"/>
          <p14:tracePt t="22611" x="4052888" y="4625975"/>
          <p14:tracePt t="22621" x="4057650" y="4648200"/>
          <p14:tracePt t="22631" x="4070350" y="4665663"/>
          <p14:tracePt t="22641" x="4075113" y="4676775"/>
          <p14:tracePt t="22651" x="4075113" y="4694238"/>
          <p14:tracePt t="22661" x="4081463" y="4710113"/>
          <p14:tracePt t="22671" x="4081463" y="4721225"/>
          <p14:tracePt t="22681" x="4081463" y="4738688"/>
          <p14:tracePt t="22691" x="4081463" y="4756150"/>
          <p14:tracePt t="22701" x="4081463" y="4772025"/>
          <p14:tracePt t="22711" x="4081463" y="4794250"/>
          <p14:tracePt t="22721" x="4081463" y="4818063"/>
          <p14:tracePt t="22731" x="4075113" y="4833938"/>
          <p14:tracePt t="22741" x="4075113" y="4856163"/>
          <p14:tracePt t="22751" x="4070350" y="4879975"/>
          <p14:tracePt t="22761" x="4064000" y="4902200"/>
          <p14:tracePt t="22771" x="4057650" y="4918075"/>
          <p14:tracePt t="22781" x="4052888" y="4935538"/>
          <p14:tracePt t="22791" x="4046538" y="4953000"/>
          <p14:tracePt t="22801" x="4041775" y="4968875"/>
          <p14:tracePt t="22811" x="4035425" y="4991100"/>
          <p14:tracePt t="22821" x="4030663" y="5014913"/>
          <p14:tracePt t="22831" x="4024313" y="5030788"/>
          <p14:tracePt t="22841" x="4019550" y="5041900"/>
          <p14:tracePt t="22851" x="4019550" y="5048250"/>
          <p14:tracePt t="22893" x="4019550" y="5053013"/>
          <p14:tracePt t="22919" x="4013200" y="5053013"/>
          <p14:tracePt t="22927" x="4013200" y="5059363"/>
          <p14:tracePt t="22931" x="4008438" y="5059363"/>
          <p14:tracePt t="22935" x="4002088" y="5059363"/>
          <p14:tracePt t="22941" x="3997325" y="5059363"/>
          <p14:tracePt t="22951" x="3979863" y="5059363"/>
          <p14:tracePt t="22961" x="3957638" y="5059363"/>
          <p14:tracePt t="22971" x="3922713" y="5053013"/>
          <p14:tracePt t="22981" x="3873500" y="5037138"/>
          <p14:tracePt t="22991" x="3822700" y="5014913"/>
          <p14:tracePt t="23001" x="3738563" y="4986338"/>
          <p14:tracePt t="23011" x="3654425" y="4964113"/>
          <p14:tracePt t="23021" x="3557588" y="4941888"/>
          <p14:tracePt t="23032" x="3457575" y="4913313"/>
          <p14:tracePt t="23041" x="3355975" y="4895850"/>
          <p14:tracePt t="23051" x="3265488" y="4873625"/>
          <p14:tracePt t="23061" x="3176588" y="4856163"/>
          <p14:tracePt t="23071" x="3086100" y="4833938"/>
          <p14:tracePt t="23081" x="3024188" y="4818063"/>
          <p14:tracePt t="23091" x="2973388" y="4800600"/>
          <p14:tracePt t="23101" x="2951163" y="4789488"/>
          <p14:tracePt t="23111" x="2940050" y="4783138"/>
          <p14:tracePt t="23121" x="2933700" y="4778375"/>
          <p14:tracePt t="23131" x="2928938" y="4772025"/>
          <p14:tracePt t="23141" x="2922588" y="4756150"/>
          <p14:tracePt t="23151" x="2922588" y="4738688"/>
          <p14:tracePt t="23161" x="2911475" y="4699000"/>
          <p14:tracePt t="23171" x="2911475" y="4659313"/>
          <p14:tracePt t="23181" x="2906713" y="4614863"/>
          <p14:tracePt t="23191" x="2906713" y="4570413"/>
          <p14:tracePt t="23201" x="2906713" y="4537075"/>
          <p14:tracePt t="23211" x="2911475" y="4497388"/>
          <p14:tracePt t="23221" x="2917825" y="4468813"/>
          <p14:tracePt t="23231" x="2928938" y="4440238"/>
          <p14:tracePt t="23241" x="2933700" y="4418013"/>
          <p14:tracePt t="23251" x="2940050" y="4395788"/>
          <p14:tracePt t="23261" x="2944813" y="4378325"/>
          <p14:tracePt t="23271" x="2951163" y="4362450"/>
          <p14:tracePt t="23281" x="2955925" y="4340225"/>
          <p14:tracePt t="23291" x="2968625" y="4322763"/>
          <p14:tracePt t="23301" x="2973388" y="4311650"/>
          <p14:tracePt t="23311" x="2973388" y="4300538"/>
          <p14:tracePt t="23321" x="2979738" y="4294188"/>
          <p14:tracePt t="23331" x="2990850" y="4283075"/>
          <p14:tracePt t="23341" x="2995613" y="4271963"/>
          <p14:tracePt t="23351" x="3006725" y="4260850"/>
          <p14:tracePt t="23361" x="3028950" y="4249738"/>
          <p14:tracePt t="23371" x="3057525" y="4221163"/>
          <p14:tracePt t="23381" x="3090863" y="4198938"/>
          <p14:tracePt t="23391" x="3130550" y="4181475"/>
          <p14:tracePt t="23401" x="3170238" y="4159250"/>
          <p14:tracePt t="23411" x="3221038" y="4143375"/>
          <p14:tracePt t="23421" x="3265488" y="4125913"/>
          <p14:tracePt t="23431" x="3305175" y="4114800"/>
          <p14:tracePt t="23441" x="3327400" y="4108450"/>
          <p14:tracePt t="23451" x="3338513" y="4103688"/>
          <p14:tracePt t="23461" x="3355975" y="4092575"/>
          <p14:tracePt t="23471" x="3367088" y="4081463"/>
          <p14:tracePt t="23481" x="3389313" y="4064000"/>
          <p14:tracePt t="23491" x="3411538" y="4052888"/>
          <p14:tracePt t="23501" x="3440113" y="4035425"/>
          <p14:tracePt t="23511" x="3462338" y="4030663"/>
          <p14:tracePt t="23521" x="3490913" y="4013200"/>
          <p14:tracePt t="23531" x="3513138" y="4008438"/>
          <p14:tracePt t="23541" x="3541713" y="3997325"/>
          <p14:tracePt t="23551" x="3563938" y="3990975"/>
          <p14:tracePt t="23561" x="3592513" y="3986213"/>
          <p14:tracePt t="23571" x="3619500" y="3979863"/>
          <p14:tracePt t="23581" x="3654425" y="3968750"/>
          <p14:tracePt t="23591" x="3687763" y="3968750"/>
          <p14:tracePt t="23601" x="3738563" y="3968750"/>
          <p14:tracePt t="23611" x="3805238" y="3968750"/>
          <p14:tracePt t="23621" x="3878263" y="3979863"/>
          <p14:tracePt t="23631" x="3951288" y="3997325"/>
          <p14:tracePt t="23641" x="4019550" y="4019550"/>
          <p14:tracePt t="23651" x="4070350" y="4041775"/>
          <p14:tracePt t="23661" x="4108450" y="4059238"/>
          <p14:tracePt t="23671" x="4125913" y="4070350"/>
          <p14:tracePt t="23681" x="4130675" y="4081463"/>
          <p14:tracePt t="23691" x="4143375" y="4092575"/>
          <p14:tracePt t="23701" x="4148138" y="4097338"/>
          <p14:tracePt t="23711" x="4159250" y="4121150"/>
          <p14:tracePt t="23721" x="4170363" y="4148138"/>
          <p14:tracePt t="23731" x="4181475" y="4187825"/>
          <p14:tracePt t="23741" x="4192588" y="4227513"/>
          <p14:tracePt t="23751" x="4205288" y="4278313"/>
          <p14:tracePt t="23761" x="4216400" y="4329113"/>
          <p14:tracePt t="23771" x="4216400" y="4378325"/>
          <p14:tracePt t="23781" x="4216400" y="4429125"/>
          <p14:tracePt t="23791" x="4216400" y="4479925"/>
          <p14:tracePt t="23801" x="4216400" y="4537075"/>
          <p14:tracePt t="23811" x="4216400" y="4598988"/>
          <p14:tracePt t="23821" x="4216400" y="4648200"/>
          <p14:tracePt t="23831" x="4210050" y="4694238"/>
          <p14:tracePt t="23841" x="4205288" y="4738688"/>
          <p14:tracePt t="23851" x="4192588" y="4778375"/>
          <p14:tracePt t="23861" x="4181475" y="4811713"/>
          <p14:tracePt t="23872" x="4176713" y="4833938"/>
          <p14:tracePt t="23881" x="4170363" y="4856163"/>
          <p14:tracePt t="23891" x="4165600" y="4867275"/>
          <p14:tracePt t="23901" x="4159250" y="4879975"/>
          <p14:tracePt t="23911" x="4159250" y="4884738"/>
          <p14:tracePt t="23921" x="4154488" y="4884738"/>
          <p14:tracePt t="23931" x="4154488" y="4891088"/>
          <p14:tracePt t="23941" x="4148138" y="4891088"/>
          <p14:tracePt t="23951" x="4148138" y="4895850"/>
          <p14:tracePt t="23961" x="4137025" y="4902200"/>
          <p14:tracePt t="23971" x="4125913" y="4902200"/>
          <p14:tracePt t="23981" x="4097338" y="4906963"/>
          <p14:tracePt t="23991" x="4046538" y="4913313"/>
          <p14:tracePt t="24001" x="3990975" y="4913313"/>
          <p14:tracePt t="24011" x="3911600" y="4913313"/>
          <p14:tracePt t="24021" x="3849688" y="4906963"/>
          <p14:tracePt t="24031" x="3805238" y="4895850"/>
          <p14:tracePt t="24041" x="3789363" y="4884738"/>
          <p14:tracePt t="24051" x="3771900" y="4879975"/>
          <p14:tracePt t="24061" x="3765550" y="4873625"/>
          <p14:tracePt t="24075" x="3765550" y="4867275"/>
          <p14:tracePt t="24085" x="3760788" y="4867275"/>
          <p14:tracePt t="24099" x="3760788" y="4862513"/>
          <p14:tracePt t="24107" x="3760788" y="4856163"/>
          <p14:tracePt t="24113" x="3754438" y="4856163"/>
          <p14:tracePt t="24121" x="3749675" y="4845050"/>
          <p14:tracePt t="24131" x="3749675" y="4829175"/>
          <p14:tracePt t="24141" x="3743325" y="4818063"/>
          <p14:tracePt t="24151" x="3743325" y="4789488"/>
          <p14:tracePt t="24161" x="3738563" y="4767263"/>
          <p14:tracePt t="24171" x="3738563" y="4738688"/>
          <p14:tracePt t="24181" x="3738563" y="4716463"/>
          <p14:tracePt t="24191" x="3738563" y="4694238"/>
          <p14:tracePt t="24201" x="3738563" y="4672013"/>
          <p14:tracePt t="24211" x="3738563" y="4654550"/>
          <p14:tracePt t="24221" x="3738563" y="4632325"/>
          <p14:tracePt t="24231" x="3738563" y="4610100"/>
          <p14:tracePt t="24241" x="3738563" y="4586288"/>
          <p14:tracePt t="24251" x="3738563" y="4564063"/>
          <p14:tracePt t="24261" x="3738563" y="4552950"/>
          <p14:tracePt t="24271" x="3738563" y="4548188"/>
          <p14:tracePt t="24281" x="3738563" y="4541838"/>
          <p14:tracePt t="24297" x="3738563" y="4537075"/>
          <p14:tracePt t="31353" x="3743325" y="4537075"/>
          <p14:tracePt t="31357" x="3749675" y="4537075"/>
          <p14:tracePt t="31361" x="3765550" y="4530725"/>
          <p14:tracePt t="31371" x="3856038" y="4513263"/>
          <p14:tracePt t="31381" x="4052888" y="4491038"/>
          <p14:tracePt t="31392" x="4305300" y="4479925"/>
          <p14:tracePt t="31401" x="4621213" y="4475163"/>
          <p14:tracePt t="31411" x="4946650" y="4475163"/>
          <p14:tracePt t="31421" x="5322888" y="4491038"/>
          <p14:tracePt t="31431" x="5722938" y="4513263"/>
          <p14:tracePt t="31441" x="6188075" y="4548188"/>
          <p14:tracePt t="31451" x="6762750" y="4592638"/>
          <p14:tracePt t="31461" x="7408863" y="4659313"/>
          <p14:tracePt t="31471" x="8194675" y="4716463"/>
          <p14:tracePt t="31481" x="9117013" y="4783138"/>
          <p14:tracePt t="31491" x="10094913" y="4840288"/>
          <p14:tracePt t="31502" x="11056938" y="4891088"/>
          <p14:tracePt t="31511" x="11877675" y="4913313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9A663-25CE-8BA5-E7BE-3A23A9E75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884A7-FE43-75DF-082B-353072C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Neuron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B89C3-3E95-45AD-BE70-A1A72081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26" name="Picture 2" descr="picture of a neuron, with an arrow pointing to the dendrites">
            <a:extLst>
              <a:ext uri="{FF2B5EF4-FFF2-40B4-BE49-F238E27FC236}">
                <a16:creationId xmlns:a16="http://schemas.microsoft.com/office/drawing/2014/main" id="{D06ADEFC-7B72-6688-AD12-6209B7062C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174" y="1825625"/>
            <a:ext cx="7814628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DC4C05-03A1-A482-2982-0AFA98E7603D}"/>
              </a:ext>
            </a:extLst>
          </p:cNvPr>
          <p:cNvSpPr/>
          <p:nvPr/>
        </p:nvSpPr>
        <p:spPr>
          <a:xfrm>
            <a:off x="1597514" y="5619637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3D9232-F426-069D-C3AD-D8F1DEB93EB5}"/>
              </a:ext>
            </a:extLst>
          </p:cNvPr>
          <p:cNvSpPr/>
          <p:nvPr/>
        </p:nvSpPr>
        <p:spPr>
          <a:xfrm>
            <a:off x="4454435" y="2878183"/>
            <a:ext cx="1393371" cy="825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282609-F527-B209-F57C-BADB4D6F9DD1}"/>
              </a:ext>
            </a:extLst>
          </p:cNvPr>
          <p:cNvSpPr/>
          <p:nvPr/>
        </p:nvSpPr>
        <p:spPr>
          <a:xfrm>
            <a:off x="5847806" y="2465320"/>
            <a:ext cx="1393371" cy="825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07DD4B-7191-E3BD-7A9A-296664103AEE}"/>
              </a:ext>
            </a:extLst>
          </p:cNvPr>
          <p:cNvSpPr/>
          <p:nvPr/>
        </p:nvSpPr>
        <p:spPr>
          <a:xfrm>
            <a:off x="7493725" y="1528354"/>
            <a:ext cx="2198915" cy="825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21ACE6-2150-D50E-B60B-00FEE468DEF9}"/>
              </a:ext>
            </a:extLst>
          </p:cNvPr>
          <p:cNvSpPr/>
          <p:nvPr/>
        </p:nvSpPr>
        <p:spPr>
          <a:xfrm>
            <a:off x="7789818" y="4916783"/>
            <a:ext cx="1902822" cy="412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315F8E-9E65-C6E0-9C5F-209045C22867}"/>
              </a:ext>
            </a:extLst>
          </p:cNvPr>
          <p:cNvSpPr/>
          <p:nvPr/>
        </p:nvSpPr>
        <p:spPr>
          <a:xfrm>
            <a:off x="5603966" y="5341711"/>
            <a:ext cx="2338251" cy="690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A8CB40-D98E-C46E-1010-7E4D368D7E51}"/>
              </a:ext>
            </a:extLst>
          </p:cNvPr>
          <p:cNvSpPr/>
          <p:nvPr/>
        </p:nvSpPr>
        <p:spPr>
          <a:xfrm>
            <a:off x="4480052" y="5000343"/>
            <a:ext cx="875720" cy="48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F2D9F0-C7AE-E264-5C01-FAE2A1BF7AB8}"/>
              </a:ext>
            </a:extLst>
          </p:cNvPr>
          <p:cNvSpPr/>
          <p:nvPr/>
        </p:nvSpPr>
        <p:spPr>
          <a:xfrm rot="2400133">
            <a:off x="2789216" y="4820623"/>
            <a:ext cx="155470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327F3B-3305-1842-2072-1B5F0ABA498E}"/>
              </a:ext>
            </a:extLst>
          </p:cNvPr>
          <p:cNvSpPr/>
          <p:nvPr/>
        </p:nvSpPr>
        <p:spPr>
          <a:xfrm rot="2287212">
            <a:off x="4235590" y="3147546"/>
            <a:ext cx="128051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48B8AE-3011-12FD-AECF-009304FFBC5E}"/>
              </a:ext>
            </a:extLst>
          </p:cNvPr>
          <p:cNvSpPr/>
          <p:nvPr/>
        </p:nvSpPr>
        <p:spPr>
          <a:xfrm rot="20716212">
            <a:off x="6712668" y="3090011"/>
            <a:ext cx="230776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7CE76C-AF0D-061F-EBF2-18B47B21BB9E}"/>
              </a:ext>
            </a:extLst>
          </p:cNvPr>
          <p:cNvSpPr/>
          <p:nvPr/>
        </p:nvSpPr>
        <p:spPr>
          <a:xfrm>
            <a:off x="8575764" y="2443772"/>
            <a:ext cx="137160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C48485-FFEB-3C86-DC86-7256D463D434}"/>
              </a:ext>
            </a:extLst>
          </p:cNvPr>
          <p:cNvSpPr/>
          <p:nvPr/>
        </p:nvSpPr>
        <p:spPr>
          <a:xfrm rot="19606105">
            <a:off x="4484669" y="4401555"/>
            <a:ext cx="139771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6EA917-122F-99CB-9C6C-C587529D04AC}"/>
              </a:ext>
            </a:extLst>
          </p:cNvPr>
          <p:cNvSpPr/>
          <p:nvPr/>
        </p:nvSpPr>
        <p:spPr>
          <a:xfrm>
            <a:off x="6154942" y="4870395"/>
            <a:ext cx="184772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407616-E68D-1F7F-4321-76DF2FB09E87}"/>
              </a:ext>
            </a:extLst>
          </p:cNvPr>
          <p:cNvSpPr/>
          <p:nvPr/>
        </p:nvSpPr>
        <p:spPr>
          <a:xfrm rot="17974438">
            <a:off x="7351127" y="4298101"/>
            <a:ext cx="143565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2AB73C-44FD-65E0-7F5A-22EB410F50F7}"/>
              </a:ext>
            </a:extLst>
          </p:cNvPr>
          <p:cNvSpPr txBox="1"/>
          <p:nvPr/>
        </p:nvSpPr>
        <p:spPr>
          <a:xfrm>
            <a:off x="8712924" y="905691"/>
            <a:ext cx="2790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</a:t>
            </a:r>
            <a:r>
              <a:rPr lang="en-US" dirty="0"/>
              <a:t>: Receive and process signals (aka neurotransmitters)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7BCB9F2-4C68-BB2D-FF4C-44B58B004D2C}"/>
              </a:ext>
            </a:extLst>
          </p:cNvPr>
          <p:cNvSpPr/>
          <p:nvPr/>
        </p:nvSpPr>
        <p:spPr>
          <a:xfrm>
            <a:off x="2133600" y="2354080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C2DC61-04EE-D961-BA08-C4A1002AC1B0}"/>
              </a:ext>
            </a:extLst>
          </p:cNvPr>
          <p:cNvSpPr/>
          <p:nvPr/>
        </p:nvSpPr>
        <p:spPr>
          <a:xfrm>
            <a:off x="3479074" y="2658880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90D6E25-B0C4-420E-51F5-EC34E8AA919C}"/>
              </a:ext>
            </a:extLst>
          </p:cNvPr>
          <p:cNvSpPr/>
          <p:nvPr/>
        </p:nvSpPr>
        <p:spPr>
          <a:xfrm>
            <a:off x="4236054" y="5403400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33EF1CF-911A-D050-247F-D4338081D25B}"/>
              </a:ext>
            </a:extLst>
          </p:cNvPr>
          <p:cNvSpPr/>
          <p:nvPr/>
        </p:nvSpPr>
        <p:spPr>
          <a:xfrm>
            <a:off x="2755392" y="2279248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ACC0F1F-CAC8-7462-E4C8-E06068BFE3E1}"/>
              </a:ext>
            </a:extLst>
          </p:cNvPr>
          <p:cNvSpPr/>
          <p:nvPr/>
        </p:nvSpPr>
        <p:spPr>
          <a:xfrm>
            <a:off x="3853543" y="2658880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5304DB9-7A1D-E74F-86BD-79BD50DF319C}"/>
              </a:ext>
            </a:extLst>
          </p:cNvPr>
          <p:cNvSpPr/>
          <p:nvPr/>
        </p:nvSpPr>
        <p:spPr>
          <a:xfrm>
            <a:off x="2239770" y="3154665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359CC55-9279-632C-0AB2-C91B20B67CC2}"/>
              </a:ext>
            </a:extLst>
          </p:cNvPr>
          <p:cNvSpPr/>
          <p:nvPr/>
        </p:nvSpPr>
        <p:spPr>
          <a:xfrm>
            <a:off x="2202180" y="4125514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8BC756D-EB2F-C3FC-FF4E-3F44F7835126}"/>
              </a:ext>
            </a:extLst>
          </p:cNvPr>
          <p:cNvSpPr/>
          <p:nvPr/>
        </p:nvSpPr>
        <p:spPr>
          <a:xfrm>
            <a:off x="2737990" y="5366531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3508B5D-095C-9FF8-A2FA-D6A4947B4B49}"/>
              </a:ext>
            </a:extLst>
          </p:cNvPr>
          <p:cNvSpPr/>
          <p:nvPr/>
        </p:nvSpPr>
        <p:spPr>
          <a:xfrm>
            <a:off x="2168177" y="5011974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D8E43D6-C8CC-9186-EFB2-9D0377587CA5}"/>
              </a:ext>
            </a:extLst>
          </p:cNvPr>
          <p:cNvSpPr/>
          <p:nvPr/>
        </p:nvSpPr>
        <p:spPr>
          <a:xfrm>
            <a:off x="2286000" y="2506480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BA8C4DD-B410-D3BD-AD9F-68FD9A87F583}"/>
              </a:ext>
            </a:extLst>
          </p:cNvPr>
          <p:cNvSpPr/>
          <p:nvPr/>
        </p:nvSpPr>
        <p:spPr>
          <a:xfrm>
            <a:off x="3548256" y="5405974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C7FB7F8-028E-CF63-084F-AAB7A142E678}"/>
              </a:ext>
            </a:extLst>
          </p:cNvPr>
          <p:cNvSpPr/>
          <p:nvPr/>
        </p:nvSpPr>
        <p:spPr>
          <a:xfrm>
            <a:off x="4308457" y="5066040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0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081"/>
    </mc:Choice>
    <mc:Fallback xmlns="">
      <p:transition spd="slow" advTm="39081"/>
    </mc:Fallback>
  </mc:AlternateContent>
  <p:extLst>
    <p:ext uri="{3A86A75C-4F4B-4683-9AE1-C65F6400EC91}">
      <p14:laserTraceLst xmlns:p14="http://schemas.microsoft.com/office/powerpoint/2010/main">
        <p14:tracePtLst>
          <p14:tracePt t="747" x="12158663" y="5149850"/>
          <p14:tracePt t="755" x="12068175" y="5284788"/>
          <p14:tracePt t="764" x="11984038" y="5402263"/>
          <p14:tracePt t="774" x="11944350" y="5475288"/>
          <p14:tracePt t="785" x="11928475" y="5492750"/>
          <p14:tracePt t="795" x="11922125" y="5492750"/>
          <p14:tracePt t="1148" x="11922125" y="5497513"/>
          <p14:tracePt t="1184" x="11917363" y="5497513"/>
          <p14:tracePt t="1188" x="11904663" y="5503863"/>
          <p14:tracePt t="1194" x="11888788" y="5503863"/>
          <p14:tracePt t="1205" x="11855450" y="5508625"/>
          <p14:tracePt t="1214" x="11809413" y="5508625"/>
          <p14:tracePt t="1225" x="11764963" y="5514975"/>
          <p14:tracePt t="1235" x="11725275" y="5530850"/>
          <p14:tracePt t="1244" x="11703050" y="5537200"/>
          <p14:tracePt t="1255" x="11685588" y="5537200"/>
          <p14:tracePt t="1264" x="11674475" y="5541963"/>
          <p14:tracePt t="1275" x="11663363" y="5548313"/>
          <p14:tracePt t="1285" x="11658600" y="5559425"/>
          <p14:tracePt t="1295" x="11647488" y="5565775"/>
          <p14:tracePt t="1305" x="11641138" y="5576888"/>
          <p14:tracePt t="1314" x="11630025" y="5588000"/>
          <p14:tracePt t="1324" x="11623675" y="5592763"/>
          <p14:tracePt t="1335" x="11618913" y="5592763"/>
          <p14:tracePt t="1350" x="11618913" y="5599113"/>
          <p14:tracePt t="1512" x="11612563" y="5599113"/>
          <p14:tracePt t="1576" x="11607800" y="5599113"/>
          <p14:tracePt t="1580" x="11601450" y="5599113"/>
          <p14:tracePt t="1585" x="11596688" y="5599113"/>
          <p14:tracePt t="1595" x="11561763" y="5592763"/>
          <p14:tracePt t="1605" x="11517313" y="5588000"/>
          <p14:tracePt t="1615" x="11466513" y="5588000"/>
          <p14:tracePt t="1625" x="11377613" y="5576888"/>
          <p14:tracePt t="1635" x="11298238" y="5576888"/>
          <p14:tracePt t="1645" x="11207750" y="5576888"/>
          <p14:tracePt t="1655" x="11112500" y="5576888"/>
          <p14:tracePt t="1665" x="11006138" y="5588000"/>
          <p14:tracePt t="1675" x="10904538" y="5610225"/>
          <p14:tracePt t="1685" x="10820400" y="5632450"/>
          <p14:tracePt t="1695" x="10741025" y="5654675"/>
          <p14:tracePt t="1705" x="10674350" y="5683250"/>
          <p14:tracePt t="1715" x="10606088" y="5711825"/>
          <p14:tracePt t="1725" x="10539413" y="5745163"/>
          <p14:tracePt t="1735" x="10483850" y="5784850"/>
          <p14:tracePt t="1744" x="10415588" y="5818188"/>
          <p14:tracePt t="1755" x="10353675" y="5857875"/>
          <p14:tracePt t="1765" x="10291763" y="5902325"/>
          <p14:tracePt t="1775" x="10236200" y="5953125"/>
          <p14:tracePt t="1785" x="10179050" y="6008688"/>
          <p14:tracePt t="1795" x="10129838" y="6065838"/>
          <p14:tracePt t="1805" x="10079038" y="6116638"/>
          <p14:tracePt t="1815" x="10028238" y="6172200"/>
          <p14:tracePt t="1825" x="9977438" y="6227763"/>
          <p14:tracePt t="1835" x="9909175" y="6284913"/>
          <p14:tracePt t="1845" x="9836150" y="6329363"/>
          <p14:tracePt t="1855" x="9736138" y="6386513"/>
          <p14:tracePt t="1865" x="9623425" y="6448425"/>
          <p14:tracePt t="1875" x="9521825" y="6515100"/>
          <p14:tracePt t="1885" x="9420225" y="6581775"/>
          <p14:tracePt t="1895" x="9324975" y="6638925"/>
          <p14:tracePt t="1905" x="9240838" y="6683375"/>
          <p14:tracePt t="1915" x="9163050" y="6711950"/>
          <p14:tracePt t="1925" x="9083675" y="6734175"/>
          <p14:tracePt t="1935" x="9010650" y="6751638"/>
          <p14:tracePt t="1945" x="8931275" y="6751638"/>
          <p14:tracePt t="1955" x="8858250" y="6751638"/>
          <p14:tracePt t="1965" x="8785225" y="6740525"/>
          <p14:tracePt t="1974" x="8689975" y="6716713"/>
          <p14:tracePt t="1985" x="8588375" y="6689725"/>
          <p14:tracePt t="1995" x="8453438" y="6638925"/>
          <p14:tracePt t="2005" x="8274050" y="6570663"/>
          <p14:tracePt t="2015" x="8043863" y="6492875"/>
          <p14:tracePt t="2025" x="7785100" y="6397625"/>
          <p14:tracePt t="2035" x="7504113" y="6296025"/>
          <p14:tracePt t="2045" x="7227888" y="6194425"/>
          <p14:tracePt t="2055" x="6959600" y="6099175"/>
          <p14:tracePt t="2065" x="6705600" y="6003925"/>
          <p14:tracePt t="2075" x="6453188" y="5908675"/>
          <p14:tracePt t="2085" x="6216650" y="5818188"/>
          <p14:tracePt t="2095" x="6003925" y="5738813"/>
          <p14:tracePt t="2105" x="5807075" y="5654675"/>
          <p14:tracePt t="2115" x="5632450" y="5588000"/>
          <p14:tracePt t="2125" x="5457825" y="5519738"/>
          <p14:tracePt t="2135" x="5272088" y="5441950"/>
          <p14:tracePt t="2145" x="5114925" y="5340350"/>
          <p14:tracePt t="2155" x="4940300" y="5222875"/>
          <p14:tracePt t="2165" x="4772025" y="5081588"/>
          <p14:tracePt t="2175" x="4637088" y="4964113"/>
          <p14:tracePt t="2185" x="4513263" y="4845050"/>
          <p14:tracePt t="2195" x="4418013" y="4749800"/>
          <p14:tracePt t="2205" x="4351338" y="4683125"/>
          <p14:tracePt t="2214" x="4300538" y="4637088"/>
          <p14:tracePt t="2225" x="4254500" y="4592638"/>
          <p14:tracePt t="2235" x="4216400" y="4548188"/>
          <p14:tracePt t="2245" x="4176713" y="4502150"/>
          <p14:tracePt t="2255" x="4143375" y="4464050"/>
          <p14:tracePt t="2265" x="4114800" y="4429125"/>
          <p14:tracePt t="2274" x="4092575" y="4395788"/>
          <p14:tracePt t="2285" x="4086225" y="4378325"/>
          <p14:tracePt t="2295" x="4081463" y="4356100"/>
          <p14:tracePt t="2305" x="4081463" y="4344988"/>
          <p14:tracePt t="2315" x="4081463" y="4340225"/>
          <p14:tracePt t="2325" x="4075113" y="4322763"/>
          <p14:tracePt t="2335" x="4070350" y="4300538"/>
          <p14:tracePt t="2345" x="4064000" y="4260850"/>
          <p14:tracePt t="2355" x="4057650" y="4221163"/>
          <p14:tracePt t="2365" x="4046538" y="4181475"/>
          <p14:tracePt t="2375" x="4035425" y="4148138"/>
          <p14:tracePt t="2385" x="4024313" y="4121150"/>
          <p14:tracePt t="2395" x="4019550" y="4097338"/>
          <p14:tracePt t="2405" x="4008438" y="4086225"/>
          <p14:tracePt t="2414" x="3997325" y="4070350"/>
          <p14:tracePt t="2425" x="3979863" y="4048125"/>
          <p14:tracePt t="2435" x="3951288" y="4030663"/>
          <p14:tracePt t="2445" x="3922713" y="4008438"/>
          <p14:tracePt t="2455" x="3906838" y="3990975"/>
          <p14:tracePt t="2465" x="3889375" y="3986213"/>
          <p14:tracePt t="2486" x="3889375" y="3979863"/>
          <p14:tracePt t="2494" x="3884613" y="3979863"/>
          <p14:tracePt t="2648" x="3895725" y="3986213"/>
          <p14:tracePt t="2650" x="3895725" y="3990975"/>
          <p14:tracePt t="2655" x="3900488" y="4008438"/>
          <p14:tracePt t="2665" x="3946525" y="4064000"/>
          <p14:tracePt t="2675" x="4002088" y="4154488"/>
          <p14:tracePt t="2685" x="4057650" y="4256088"/>
          <p14:tracePt t="2695" x="4103688" y="4351338"/>
          <p14:tracePt t="2705" x="4125913" y="4435475"/>
          <p14:tracePt t="2715" x="4130675" y="4502150"/>
          <p14:tracePt t="2725" x="4130675" y="4559300"/>
          <p14:tracePt t="2735" x="4137025" y="4610100"/>
          <p14:tracePt t="2745" x="4137025" y="4654550"/>
          <p14:tracePt t="2755" x="4137025" y="4694238"/>
          <p14:tracePt t="2765" x="4130675" y="4716463"/>
          <p14:tracePt t="2775" x="4125913" y="4745038"/>
          <p14:tracePt t="2785" x="4119563" y="4772025"/>
          <p14:tracePt t="2795" x="4114800" y="4800600"/>
          <p14:tracePt t="2804" x="4114800" y="4829175"/>
          <p14:tracePt t="2815" x="4114800" y="4851400"/>
          <p14:tracePt t="2825" x="4114800" y="4867275"/>
          <p14:tracePt t="2835" x="4114800" y="4873625"/>
          <p14:tracePt t="2845" x="4114800" y="4879975"/>
          <p14:tracePt t="2855" x="4114800" y="4891088"/>
          <p14:tracePt t="2865" x="4114800" y="4902200"/>
          <p14:tracePt t="2874" x="4119563" y="4924425"/>
          <p14:tracePt t="2885" x="4137025" y="4964113"/>
          <p14:tracePt t="2894" x="4154488" y="5002213"/>
          <p14:tracePt t="2905" x="4170363" y="5048250"/>
          <p14:tracePt t="2915" x="4187825" y="5092700"/>
          <p14:tracePt t="2924" x="4205288" y="5126038"/>
          <p14:tracePt t="2934" x="4210050" y="5149850"/>
          <p14:tracePt t="2945" x="4210050" y="5160963"/>
          <p14:tracePt t="2962" x="4210050" y="5165725"/>
          <p14:tracePt t="3016" x="4210050" y="5172075"/>
          <p14:tracePt t="3160" x="4210050" y="5176838"/>
          <p14:tracePt t="3168" x="4205288" y="5176838"/>
          <p14:tracePt t="3172" x="4198938" y="5183188"/>
          <p14:tracePt t="3178" x="4192588" y="5183188"/>
          <p14:tracePt t="3185" x="4181475" y="5187950"/>
          <p14:tracePt t="3195" x="4154488" y="5199063"/>
          <p14:tracePt t="3205" x="4108450" y="5210175"/>
          <p14:tracePt t="3215" x="4070350" y="5216525"/>
          <p14:tracePt t="3225" x="4019550" y="5227638"/>
          <p14:tracePt t="3235" x="3968750" y="5238750"/>
          <p14:tracePt t="3245" x="3911600" y="5245100"/>
          <p14:tracePt t="3255" x="3867150" y="5256213"/>
          <p14:tracePt t="3265" x="3822700" y="5267325"/>
          <p14:tracePt t="3275" x="3771900" y="5284788"/>
          <p14:tracePt t="3285" x="3732213" y="5300663"/>
          <p14:tracePt t="3295" x="3692525" y="5318125"/>
          <p14:tracePt t="3305" x="3654425" y="5329238"/>
          <p14:tracePt t="3315" x="3625850" y="5334000"/>
          <p14:tracePt t="3325" x="3603625" y="5340350"/>
          <p14:tracePt t="3335" x="3586163" y="5345113"/>
          <p14:tracePt t="3345" x="3563938" y="5345113"/>
          <p14:tracePt t="3355" x="3546475" y="5345113"/>
          <p14:tracePt t="3365" x="3530600" y="5345113"/>
          <p14:tracePt t="3375" x="3506788" y="5345113"/>
          <p14:tracePt t="3385" x="3484563" y="5329238"/>
          <p14:tracePt t="3395" x="3451225" y="5307013"/>
          <p14:tracePt t="3405" x="3400425" y="5267325"/>
          <p14:tracePt t="3415" x="3322638" y="5216525"/>
          <p14:tracePt t="3425" x="3254375" y="5165725"/>
          <p14:tracePt t="3434" x="3198813" y="5126038"/>
          <p14:tracePt t="3445" x="3136900" y="5087938"/>
          <p14:tracePt t="3455" x="3090863" y="5048250"/>
          <p14:tracePt t="3465" x="3052763" y="5008563"/>
          <p14:tracePt t="3475" x="3006725" y="4964113"/>
          <p14:tracePt t="3485" x="2968625" y="4924425"/>
          <p14:tracePt t="3495" x="2933700" y="4879975"/>
          <p14:tracePt t="3505" x="2895600" y="4833938"/>
          <p14:tracePt t="3515" x="2867025" y="4794250"/>
          <p14:tracePt t="3525" x="2838450" y="4756150"/>
          <p14:tracePt t="3535" x="2809875" y="4721225"/>
          <p14:tracePt t="3545" x="2787650" y="4687888"/>
          <p14:tracePt t="3555" x="2760663" y="4648200"/>
          <p14:tracePt t="3565" x="2736850" y="4610100"/>
          <p14:tracePt t="3575" x="2709863" y="4570413"/>
          <p14:tracePt t="3585" x="2687638" y="4541838"/>
          <p14:tracePt t="3595" x="2663825" y="4508500"/>
          <p14:tracePt t="3605" x="2647950" y="4475163"/>
          <p14:tracePt t="3615" x="2625725" y="4440238"/>
          <p14:tracePt t="3625" x="2608263" y="4406900"/>
          <p14:tracePt t="3635" x="2590800" y="4373563"/>
          <p14:tracePt t="3645" x="2574925" y="4340225"/>
          <p14:tracePt t="3655" x="2563813" y="4300538"/>
          <p14:tracePt t="3665" x="2552700" y="4260850"/>
          <p14:tracePt t="3675" x="2535238" y="4221163"/>
          <p14:tracePt t="3685" x="2524125" y="4181475"/>
          <p14:tracePt t="3695" x="2513013" y="4148138"/>
          <p14:tracePt t="3705" x="2506663" y="4121150"/>
          <p14:tracePt t="3715" x="2495550" y="4092575"/>
          <p14:tracePt t="3725" x="2495550" y="4070350"/>
          <p14:tracePt t="3735" x="2484438" y="4041775"/>
          <p14:tracePt t="3745" x="2478088" y="4013200"/>
          <p14:tracePt t="3755" x="2466975" y="3986213"/>
          <p14:tracePt t="3765" x="2455863" y="3957638"/>
          <p14:tracePt t="3775" x="2451100" y="3929063"/>
          <p14:tracePt t="3785" x="2444750" y="3906838"/>
          <p14:tracePt t="3794" x="2439988" y="3884613"/>
          <p14:tracePt t="3805" x="2439988" y="3856038"/>
          <p14:tracePt t="3815" x="2428875" y="3827463"/>
          <p14:tracePt t="3825" x="2428875" y="3800475"/>
          <p14:tracePt t="3835" x="2428875" y="3765550"/>
          <p14:tracePt t="3845" x="2428875" y="3743325"/>
          <p14:tracePt t="3855" x="2428875" y="3709988"/>
          <p14:tracePt t="3865" x="2428875" y="3676650"/>
          <p14:tracePt t="3875" x="2433638" y="3636963"/>
          <p14:tracePt t="3885" x="2439988" y="3597275"/>
          <p14:tracePt t="3895" x="2451100" y="3557588"/>
          <p14:tracePt t="3905" x="2462213" y="3519488"/>
          <p14:tracePt t="3915" x="2473325" y="3473450"/>
          <p14:tracePt t="3925" x="2484438" y="3440113"/>
          <p14:tracePt t="3935" x="2495550" y="3400425"/>
          <p14:tracePt t="3944" x="2506663" y="3362325"/>
          <p14:tracePt t="3955" x="2517775" y="3322638"/>
          <p14:tracePt t="3965" x="2535238" y="3282950"/>
          <p14:tracePt t="3975" x="2546350" y="3243263"/>
          <p14:tracePt t="3985" x="2552700" y="3203575"/>
          <p14:tracePt t="3995" x="2557463" y="3165475"/>
          <p14:tracePt t="4005" x="2557463" y="3136900"/>
          <p14:tracePt t="4015" x="2563813" y="3114675"/>
          <p14:tracePt t="4025" x="2563813" y="3097213"/>
          <p14:tracePt t="4035" x="2568575" y="3092450"/>
          <p14:tracePt t="4045" x="2568575" y="3079750"/>
          <p14:tracePt t="4055" x="2574925" y="3074988"/>
          <p14:tracePt t="4065" x="2574925" y="3068638"/>
          <p14:tracePt t="4078" x="2574925" y="3063875"/>
          <p14:tracePt t="4086" x="2574925" y="3057525"/>
          <p14:tracePt t="4095" x="2579688" y="3057525"/>
          <p14:tracePt t="4104" x="2579688" y="3052763"/>
          <p14:tracePt t="4115" x="2586038" y="3046413"/>
          <p14:tracePt t="4125" x="2586038" y="3041650"/>
          <p14:tracePt t="4135" x="2597150" y="3030538"/>
          <p14:tracePt t="4145" x="2601913" y="3019425"/>
          <p14:tracePt t="4155" x="2625725" y="2990850"/>
          <p14:tracePt t="4165" x="2647950" y="2957513"/>
          <p14:tracePt t="4175" x="2674938" y="2917825"/>
          <p14:tracePt t="4185" x="2709863" y="2867025"/>
          <p14:tracePt t="4195" x="2747963" y="2816225"/>
          <p14:tracePt t="4205" x="2787650" y="2765425"/>
          <p14:tracePt t="4215" x="2816225" y="2720975"/>
          <p14:tracePt t="4225" x="2844800" y="2681288"/>
          <p14:tracePt t="4235" x="2867025" y="2652713"/>
          <p14:tracePt t="4245" x="2882900" y="2630488"/>
          <p14:tracePt t="4255" x="2889250" y="2619375"/>
          <p14:tracePt t="4265" x="2895600" y="2608263"/>
          <p14:tracePt t="4276" x="2900363" y="2608263"/>
          <p14:tracePt t="4288" x="2900363" y="2601913"/>
          <p14:tracePt t="4452" x="2906713" y="2601913"/>
          <p14:tracePt t="4470" x="2911475" y="2601913"/>
          <p14:tracePt t="4478" x="2917825" y="2601913"/>
          <p14:tracePt t="4486" x="2922588" y="2601913"/>
          <p14:tracePt t="4488" x="2928938" y="2601913"/>
          <p14:tracePt t="4496" x="2933700" y="2601913"/>
          <p14:tracePt t="4505" x="2940050" y="2601913"/>
          <p14:tracePt t="4515" x="2951163" y="2601913"/>
          <p14:tracePt t="4525" x="2955925" y="2601913"/>
          <p14:tracePt t="4535" x="2973388" y="2608263"/>
          <p14:tracePt t="4545" x="3006725" y="2614613"/>
          <p14:tracePt t="4555" x="3057525" y="2614613"/>
          <p14:tracePt t="4565" x="3141663" y="2625725"/>
          <p14:tracePt t="4575" x="3225800" y="2630488"/>
          <p14:tracePt t="4584" x="3305175" y="2641600"/>
          <p14:tracePt t="4595" x="3367088" y="2647950"/>
          <p14:tracePt t="4605" x="3417888" y="2647950"/>
          <p14:tracePt t="4615" x="3451225" y="2647950"/>
          <p14:tracePt t="4625" x="3473450" y="2647950"/>
          <p14:tracePt t="4635" x="3490913" y="2647950"/>
          <p14:tracePt t="4648" x="3495675" y="2647950"/>
          <p14:tracePt t="4690" x="3495675" y="2652713"/>
          <p14:tracePt t="4756" x="3502025" y="2652713"/>
          <p14:tracePt t="4760" x="3502025" y="2659063"/>
          <p14:tracePt t="4764" x="3506788" y="2663825"/>
          <p14:tracePt t="4775" x="3530600" y="2687638"/>
          <p14:tracePt t="4785" x="3557588" y="2714625"/>
          <p14:tracePt t="4795" x="3586163" y="2749550"/>
          <p14:tracePt t="4804" x="3619500" y="2782888"/>
          <p14:tracePt t="4815" x="3648075" y="2822575"/>
          <p14:tracePt t="4825" x="3687763" y="2860675"/>
          <p14:tracePt t="4835" x="3727450" y="2900363"/>
          <p14:tracePt t="4845" x="3765550" y="2928938"/>
          <p14:tracePt t="4855" x="3794125" y="2957513"/>
          <p14:tracePt t="4865" x="3816350" y="2973388"/>
          <p14:tracePt t="4875" x="3838575" y="2990850"/>
          <p14:tracePt t="4885" x="3856038" y="3006725"/>
          <p14:tracePt t="4895" x="3873500" y="3019425"/>
          <p14:tracePt t="4905" x="3889375" y="3035300"/>
          <p14:tracePt t="4915" x="3906838" y="3052763"/>
          <p14:tracePt t="4925" x="3917950" y="3057525"/>
          <p14:tracePt t="4935" x="3929063" y="3068638"/>
          <p14:tracePt t="4944" x="3940175" y="3074988"/>
          <p14:tracePt t="4955" x="3946525" y="3079750"/>
          <p14:tracePt t="4965" x="3951288" y="3086100"/>
          <p14:tracePt t="4975" x="3968750" y="3097213"/>
          <p14:tracePt t="4985" x="3979863" y="3103563"/>
          <p14:tracePt t="4995" x="3990975" y="3114675"/>
          <p14:tracePt t="5005" x="4002088" y="3119438"/>
          <p14:tracePt t="5015" x="4013200" y="3130550"/>
          <p14:tracePt t="5025" x="4030663" y="3141663"/>
          <p14:tracePt t="5035" x="4035425" y="3148013"/>
          <p14:tracePt t="5045" x="4041775" y="3152775"/>
          <p14:tracePt t="5078" x="4046538" y="3152775"/>
          <p14:tracePt t="5170" x="4046538" y="3148013"/>
          <p14:tracePt t="5180" x="4046538" y="3141663"/>
          <p14:tracePt t="5184" x="4046538" y="3136900"/>
          <p14:tracePt t="5194" x="4046538" y="3130550"/>
          <p14:tracePt t="5242" x="4046538" y="3125788"/>
          <p14:tracePt t="7298" x="4046538" y="3119438"/>
          <p14:tracePt t="7300" x="4046538" y="3114675"/>
          <p14:tracePt t="7306" x="4046538" y="3108325"/>
          <p14:tracePt t="7315" x="4052888" y="3079750"/>
          <p14:tracePt t="7325" x="4064000" y="3041650"/>
          <p14:tracePt t="7335" x="4064000" y="2995613"/>
          <p14:tracePt t="7345" x="4064000" y="2933700"/>
          <p14:tracePt t="7355" x="4064000" y="2867025"/>
          <p14:tracePt t="7365" x="4064000" y="2809875"/>
          <p14:tracePt t="7375" x="4057650" y="2754313"/>
          <p14:tracePt t="7385" x="4046538" y="2720975"/>
          <p14:tracePt t="7395" x="4035425" y="2687638"/>
          <p14:tracePt t="7405" x="4030663" y="2663825"/>
          <p14:tracePt t="7415" x="4024313" y="2652713"/>
          <p14:tracePt t="7425" x="4024313" y="2641600"/>
          <p14:tracePt t="7435" x="4019550" y="2636838"/>
          <p14:tracePt t="7444" x="4013200" y="2630488"/>
          <p14:tracePt t="7455" x="4008438" y="2614613"/>
          <p14:tracePt t="7465" x="4002088" y="2601913"/>
          <p14:tracePt t="7475" x="3997325" y="2586038"/>
          <p14:tracePt t="7485" x="3984625" y="2541588"/>
          <p14:tracePt t="7495" x="3973513" y="2506663"/>
          <p14:tracePt t="7505" x="3957638" y="2466975"/>
          <p14:tracePt t="7515" x="3935413" y="2428875"/>
          <p14:tracePt t="7525" x="3917950" y="2382838"/>
          <p14:tracePt t="7535" x="3900488" y="2349500"/>
          <p14:tracePt t="7545" x="3884613" y="2327275"/>
          <p14:tracePt t="7555" x="3867150" y="2305050"/>
          <p14:tracePt t="7565" x="3856038" y="2287588"/>
          <p14:tracePt t="7575" x="3838575" y="2276475"/>
          <p14:tracePt t="7585" x="3833813" y="2271713"/>
          <p14:tracePt t="7595" x="3827463" y="2259013"/>
          <p14:tracePt t="7605" x="3822700" y="2259013"/>
          <p14:tracePt t="7615" x="3811588" y="2254250"/>
          <p14:tracePt t="7625" x="3805238" y="2254250"/>
          <p14:tracePt t="7635" x="3794125" y="2247900"/>
          <p14:tracePt t="7645" x="3771900" y="2247900"/>
          <p14:tracePt t="7655" x="3738563" y="2247900"/>
          <p14:tracePt t="7665" x="3687763" y="2254250"/>
          <p14:tracePt t="7675" x="3597275" y="2271713"/>
          <p14:tracePt t="7685" x="3513138" y="2287588"/>
          <p14:tracePt t="7695" x="3411538" y="2316163"/>
          <p14:tracePt t="7705" x="3294063" y="2338388"/>
          <p14:tracePt t="7715" x="3170238" y="2360613"/>
          <p14:tracePt t="7725" x="3035300" y="2389188"/>
          <p14:tracePt t="7735" x="2878138" y="2417763"/>
          <p14:tracePt t="7745" x="2714625" y="2433638"/>
          <p14:tracePt t="7755" x="2557463" y="2451100"/>
          <p14:tracePt t="7765" x="2433638" y="2473325"/>
          <p14:tracePt t="7775" x="2344738" y="2495550"/>
          <p14:tracePt t="7785" x="2287588" y="2506663"/>
          <p14:tracePt t="7795" x="2265363" y="2513013"/>
          <p14:tracePt t="7805" x="2254250" y="2517775"/>
          <p14:tracePt t="7815" x="2254250" y="2524125"/>
          <p14:tracePt t="7825" x="2247900" y="2524125"/>
          <p14:tracePt t="7835" x="2247900" y="2528888"/>
          <p14:tracePt t="7845" x="2247900" y="2535238"/>
          <p14:tracePt t="7855" x="2243138" y="2546350"/>
          <p14:tracePt t="7865" x="2243138" y="2563813"/>
          <p14:tracePt t="7875" x="2243138" y="2590800"/>
          <p14:tracePt t="7885" x="2265363" y="2625725"/>
          <p14:tracePt t="7895" x="2316163" y="2687638"/>
          <p14:tracePt t="7905" x="2389188" y="2743200"/>
          <p14:tracePt t="7915" x="2490788" y="2805113"/>
          <p14:tracePt t="7925" x="2613025" y="2867025"/>
          <p14:tracePt t="7935" x="2754313" y="2933700"/>
          <p14:tracePt t="7945" x="2906713" y="3001963"/>
          <p14:tracePt t="7955" x="3046413" y="3052763"/>
          <p14:tracePt t="7965" x="3176588" y="3097213"/>
          <p14:tracePt t="7975" x="3271838" y="3136900"/>
          <p14:tracePt t="7985" x="3338513" y="3165475"/>
          <p14:tracePt t="7995" x="3371850" y="3181350"/>
          <p14:tracePt t="8005" x="3378200" y="3181350"/>
          <p14:tracePt t="8015" x="3378200" y="3187700"/>
          <p14:tracePt t="8025" x="3384550" y="3187700"/>
          <p14:tracePt t="8134" x="3389313" y="3187700"/>
          <p14:tracePt t="8142" x="3395663" y="3187700"/>
          <p14:tracePt t="8148" x="3400425" y="3187700"/>
          <p14:tracePt t="8154" x="3406775" y="3176588"/>
          <p14:tracePt t="8165" x="3429000" y="3170238"/>
          <p14:tracePt t="8175" x="3462338" y="3148013"/>
          <p14:tracePt t="8185" x="3513138" y="3119438"/>
          <p14:tracePt t="8195" x="3563938" y="3092450"/>
          <p14:tracePt t="8205" x="3579813" y="3074988"/>
          <p14:tracePt t="8215" x="3579813" y="3063875"/>
          <p14:tracePt t="8225" x="3579813" y="3052763"/>
          <p14:tracePt t="8235" x="3579813" y="3041650"/>
          <p14:tracePt t="8245" x="3575050" y="3030538"/>
          <p14:tracePt t="8255" x="3563938" y="3013075"/>
          <p14:tracePt t="8265" x="3563938" y="3006725"/>
          <p14:tracePt t="8308" x="3563938" y="3001963"/>
          <p14:tracePt t="8318" x="3557588" y="3001963"/>
          <p14:tracePt t="13240" x="3557588" y="2995613"/>
          <p14:tracePt t="13242" x="3552825" y="2995613"/>
          <p14:tracePt t="13245" x="3546475" y="2995613"/>
          <p14:tracePt t="13255" x="3524250" y="2973388"/>
          <p14:tracePt t="13265" x="3506788" y="2957513"/>
          <p14:tracePt t="13275" x="3495675" y="2944813"/>
          <p14:tracePt t="13285" x="3484563" y="2933700"/>
          <p14:tracePt t="13308" x="3484563" y="2928938"/>
          <p14:tracePt t="13412" x="3490913" y="2928938"/>
          <p14:tracePt t="13418" x="3502025" y="2933700"/>
          <p14:tracePt t="13420" x="3506788" y="2940050"/>
          <p14:tracePt t="13425" x="3519488" y="2940050"/>
          <p14:tracePt t="13435" x="3552825" y="2962275"/>
          <p14:tracePt t="13445" x="3586163" y="2984500"/>
          <p14:tracePt t="13455" x="3614738" y="3006725"/>
          <p14:tracePt t="13465" x="3648075" y="3041650"/>
          <p14:tracePt t="13475" x="3681413" y="3086100"/>
          <p14:tracePt t="13485" x="3709988" y="3125788"/>
          <p14:tracePt t="13495" x="3732213" y="3165475"/>
          <p14:tracePt t="13505" x="3749675" y="3192463"/>
          <p14:tracePt t="13515" x="3754438" y="3214688"/>
          <p14:tracePt t="13525" x="3760788" y="3243263"/>
          <p14:tracePt t="13535" x="3771900" y="3265488"/>
          <p14:tracePt t="13545" x="3776663" y="3282950"/>
          <p14:tracePt t="13555" x="3776663" y="3294063"/>
          <p14:tracePt t="13565" x="3783013" y="3300413"/>
          <p14:tracePt t="13582" x="3783013" y="3305175"/>
          <p14:tracePt t="13638" x="3783013" y="3300413"/>
          <p14:tracePt t="13646" x="3783013" y="3294063"/>
          <p14:tracePt t="13648" x="3783013" y="3287713"/>
          <p14:tracePt t="13655" x="3789363" y="3282950"/>
          <p14:tracePt t="13665" x="3794125" y="3265488"/>
          <p14:tracePt t="13675" x="3794125" y="3254375"/>
          <p14:tracePt t="13685" x="3800475" y="3238500"/>
          <p14:tracePt t="13695" x="3805238" y="3221038"/>
          <p14:tracePt t="13705" x="3811588" y="3209925"/>
          <p14:tracePt t="13715" x="3816350" y="3198813"/>
          <p14:tracePt t="13725" x="3822700" y="3187700"/>
          <p14:tracePt t="13738" x="3822700" y="3181350"/>
          <p14:tracePt t="13748" x="3822700" y="3176588"/>
          <p14:tracePt t="13770" x="3822700" y="3170238"/>
          <p14:tracePt t="13780" x="3822700" y="3165475"/>
          <p14:tracePt t="13786" x="3827463" y="3159125"/>
          <p14:tracePt t="13788" x="3827463" y="3152775"/>
          <p14:tracePt t="13795" x="3827463" y="3148013"/>
          <p14:tracePt t="13805" x="3838575" y="3130550"/>
          <p14:tracePt t="13815" x="3849688" y="3108325"/>
          <p14:tracePt t="13825" x="3867150" y="3092450"/>
          <p14:tracePt t="13835" x="3878263" y="3079750"/>
          <p14:tracePt t="13845" x="3884613" y="3074988"/>
          <p14:tracePt t="13855" x="3889375" y="3068638"/>
          <p14:tracePt t="13868" x="3895725" y="3068638"/>
          <p14:tracePt t="13880" x="3900488" y="3068638"/>
          <p14:tracePt t="13892" x="3906838" y="3068638"/>
          <p14:tracePt t="13938" x="3911600" y="3068638"/>
          <p14:tracePt t="14102" x="3911600" y="3063875"/>
          <p14:tracePt t="14106" x="3911600" y="3057525"/>
          <p14:tracePt t="14112" x="3906838" y="3052763"/>
          <p14:tracePt t="14115" x="3900488" y="3046413"/>
          <p14:tracePt t="14125" x="3895725" y="3024188"/>
          <p14:tracePt t="14135" x="3884613" y="3006725"/>
          <p14:tracePt t="14145" x="3878263" y="2995613"/>
          <p14:tracePt t="14155" x="3878263" y="2984500"/>
          <p14:tracePt t="14165" x="3873500" y="2973388"/>
          <p14:tracePt t="14175" x="3873500" y="2968625"/>
          <p14:tracePt t="14185" x="3867150" y="2962275"/>
          <p14:tracePt t="14195" x="3867150" y="2957513"/>
          <p14:tracePt t="14205" x="3867150" y="2951163"/>
          <p14:tracePt t="14215" x="3862388" y="2951163"/>
          <p14:tracePt t="14225" x="3862388" y="2940050"/>
          <p14:tracePt t="14235" x="3862388" y="2933700"/>
          <p14:tracePt t="14245" x="3862388" y="2928938"/>
          <p14:tracePt t="14255" x="3862388" y="2917825"/>
          <p14:tracePt t="14265" x="3862388" y="2911475"/>
          <p14:tracePt t="14275" x="3862388" y="2906713"/>
          <p14:tracePt t="14285" x="3862388" y="2895600"/>
          <p14:tracePt t="14295" x="3862388" y="2889250"/>
          <p14:tracePt t="14305" x="3867150" y="2889250"/>
          <p14:tracePt t="14315" x="3867150" y="2884488"/>
          <p14:tracePt t="14348" x="3867150" y="2878138"/>
          <p14:tracePt t="14414" x="3867150" y="2884488"/>
          <p14:tracePt t="14420" x="3867150" y="2895600"/>
          <p14:tracePt t="14425" x="3867150" y="2900363"/>
          <p14:tracePt t="14435" x="3856038" y="2933700"/>
          <p14:tracePt t="14445" x="3838575" y="2979738"/>
          <p14:tracePt t="14455" x="3822700" y="3024188"/>
          <p14:tracePt t="14465" x="3800475" y="3079750"/>
          <p14:tracePt t="14475" x="3776663" y="3136900"/>
          <p14:tracePt t="14485" x="3754438" y="3187700"/>
          <p14:tracePt t="14495" x="3738563" y="3238500"/>
          <p14:tracePt t="14505" x="3727450" y="3276600"/>
          <p14:tracePt t="14515" x="3709988" y="3311525"/>
          <p14:tracePt t="14525" x="3703638" y="3333750"/>
          <p14:tracePt t="14535" x="3698875" y="3338513"/>
          <p14:tracePt t="14570" x="3698875" y="3344863"/>
          <p14:tracePt t="14598" x="3698875" y="3338513"/>
          <p14:tracePt t="14604" x="3698875" y="3333750"/>
          <p14:tracePt t="14606" x="3698875" y="3327400"/>
          <p14:tracePt t="14615" x="3698875" y="3316288"/>
          <p14:tracePt t="14625" x="3687763" y="3276600"/>
          <p14:tracePt t="14635" x="3681413" y="3238500"/>
          <p14:tracePt t="14645" x="3665538" y="3170238"/>
          <p14:tracePt t="14655" x="3636963" y="3097213"/>
          <p14:tracePt t="14665" x="3619500" y="3035300"/>
          <p14:tracePt t="14675" x="3608388" y="2990850"/>
          <p14:tracePt t="14685" x="3597275" y="2962275"/>
          <p14:tracePt t="14695" x="3592513" y="2944813"/>
          <p14:tracePt t="14705" x="3586163" y="2933700"/>
          <p14:tracePt t="14715" x="3575050" y="2928938"/>
          <p14:tracePt t="14725" x="3575050" y="2922588"/>
          <p14:tracePt t="14735" x="3568700" y="2922588"/>
          <p14:tracePt t="14745" x="3568700" y="2917825"/>
          <p14:tracePt t="14755" x="3563938" y="2917825"/>
          <p14:tracePt t="14765" x="3552825" y="2911475"/>
          <p14:tracePt t="14775" x="3530600" y="2900363"/>
          <p14:tracePt t="14785" x="3495675" y="2889250"/>
          <p14:tracePt t="14795" x="3457575" y="2871788"/>
          <p14:tracePt t="14805" x="3417888" y="2855913"/>
          <p14:tracePt t="14815" x="3371850" y="2838450"/>
          <p14:tracePt t="14825" x="3333750" y="2827338"/>
          <p14:tracePt t="14835" x="3294063" y="2816225"/>
          <p14:tracePt t="14845" x="3243263" y="2794000"/>
          <p14:tracePt t="14855" x="3181350" y="2776538"/>
          <p14:tracePt t="14865" x="3125788" y="2754313"/>
          <p14:tracePt t="14875" x="3074988" y="2732088"/>
          <p14:tracePt t="14885" x="3028950" y="2720975"/>
          <p14:tracePt t="14895" x="3001963" y="2703513"/>
          <p14:tracePt t="14905" x="2968625" y="2692400"/>
          <p14:tracePt t="14915" x="2933700" y="2681288"/>
          <p14:tracePt t="14925" x="2900363" y="2663825"/>
          <p14:tracePt t="14935" x="2867025" y="2647950"/>
          <p14:tracePt t="14945" x="2844800" y="2641600"/>
          <p14:tracePt t="14955" x="2820988" y="2636838"/>
          <p14:tracePt t="14965" x="2805113" y="2625725"/>
          <p14:tracePt t="14975" x="2794000" y="2619375"/>
          <p14:tracePt t="14985" x="2787650" y="2619375"/>
          <p14:tracePt t="14996" x="2782888" y="2619375"/>
          <p14:tracePt t="15022" x="2776538" y="2619375"/>
          <p14:tracePt t="15026" x="2771775" y="2619375"/>
          <p14:tracePt t="15032" x="2765425" y="2619375"/>
          <p14:tracePt t="15036" x="2760663" y="2619375"/>
          <p14:tracePt t="15045" x="2747963" y="2619375"/>
          <p14:tracePt t="15055" x="2725738" y="2619375"/>
          <p14:tracePt t="15065" x="2709863" y="2636838"/>
          <p14:tracePt t="15075" x="2687638" y="2652713"/>
          <p14:tracePt t="15085" x="2659063" y="2676525"/>
          <p14:tracePt t="15095" x="2636838" y="2703513"/>
          <p14:tracePt t="15105" x="2613025" y="2725738"/>
          <p14:tracePt t="15115" x="2590800" y="2749550"/>
          <p14:tracePt t="15125" x="2579688" y="2760663"/>
          <p14:tracePt t="15135" x="2574925" y="2765425"/>
          <p14:tracePt t="15158" x="2574925" y="2771775"/>
          <p14:tracePt t="15170" x="2568575" y="2771775"/>
          <p14:tracePt t="15222" x="2563813" y="2771775"/>
          <p14:tracePt t="15238" x="2563813" y="2765425"/>
          <p14:tracePt t="15244" x="2563813" y="2760663"/>
          <p14:tracePt t="15250" x="2557463" y="2760663"/>
          <p14:tracePt t="15255" x="2557463" y="2754313"/>
          <p14:tracePt t="15265" x="2552700" y="2736850"/>
          <p14:tracePt t="15275" x="2552700" y="2714625"/>
          <p14:tracePt t="15285" x="2546350" y="2698750"/>
          <p14:tracePt t="15295" x="2546350" y="2676525"/>
          <p14:tracePt t="15305" x="2552700" y="2647950"/>
          <p14:tracePt t="15315" x="2568575" y="2619375"/>
          <p14:tracePt t="15325" x="2590800" y="2586038"/>
          <p14:tracePt t="15335" x="2630488" y="2563813"/>
          <p14:tracePt t="15345" x="2670175" y="2535238"/>
          <p14:tracePt t="15355" x="2714625" y="2517775"/>
          <p14:tracePt t="15365" x="2760663" y="2501900"/>
          <p14:tracePt t="15375" x="2787650" y="2479675"/>
          <p14:tracePt t="15385" x="2816225" y="2462213"/>
          <p14:tracePt t="15395" x="2844800" y="2451100"/>
          <p14:tracePt t="15405" x="2867025" y="2439988"/>
          <p14:tracePt t="15415" x="2889250" y="2433638"/>
          <p14:tracePt t="15425" x="2906713" y="2428875"/>
          <p14:tracePt t="15435" x="2922588" y="2428875"/>
          <p14:tracePt t="15445" x="2928938" y="2428875"/>
          <p14:tracePt t="15455" x="2940050" y="2428875"/>
          <p14:tracePt t="15484" x="2944813" y="2428875"/>
          <p14:tracePt t="15498" x="2951163" y="2428875"/>
          <p14:tracePt t="15502" x="2955925" y="2428875"/>
          <p14:tracePt t="15504" x="2962275" y="2428875"/>
          <p14:tracePt t="15515" x="2979738" y="2433638"/>
          <p14:tracePt t="15525" x="3017838" y="2451100"/>
          <p14:tracePt t="15535" x="3063875" y="2473325"/>
          <p14:tracePt t="15545" x="3141663" y="2513013"/>
          <p14:tracePt t="15555" x="3209925" y="2546350"/>
          <p14:tracePt t="15565" x="3265488" y="2586038"/>
          <p14:tracePt t="15575" x="3322638" y="2625725"/>
          <p14:tracePt t="15585" x="3378200" y="2663825"/>
          <p14:tracePt t="15595" x="3429000" y="2714625"/>
          <p14:tracePt t="15605" x="3473450" y="2754313"/>
          <p14:tracePt t="15615" x="3524250" y="2798763"/>
          <p14:tracePt t="15625" x="3579813" y="2844800"/>
          <p14:tracePt t="15635" x="3636963" y="2884488"/>
          <p14:tracePt t="15645" x="3681413" y="2917825"/>
          <p14:tracePt t="15655" x="3714750" y="2944813"/>
          <p14:tracePt t="15665" x="3732213" y="2957513"/>
          <p14:tracePt t="15675" x="3743325" y="2962275"/>
          <p14:tracePt t="15685" x="3743325" y="2968625"/>
          <p14:tracePt t="15696" x="3749675" y="2968625"/>
          <p14:tracePt t="15748" x="3754438" y="2968625"/>
          <p14:tracePt t="15752" x="3760788" y="2968625"/>
          <p14:tracePt t="15756" x="3765550" y="2968625"/>
          <p14:tracePt t="15765" x="3783013" y="2957513"/>
          <p14:tracePt t="15775" x="3811588" y="2940050"/>
          <p14:tracePt t="15785" x="3844925" y="2917825"/>
          <p14:tracePt t="15795" x="3884613" y="2895600"/>
          <p14:tracePt t="15805" x="3929063" y="2867025"/>
          <p14:tracePt t="15815" x="3979863" y="2838450"/>
          <p14:tracePt t="15825" x="4019550" y="2809875"/>
          <p14:tracePt t="15835" x="4052888" y="2798763"/>
          <p14:tracePt t="15845" x="4070350" y="2794000"/>
          <p14:tracePt t="15855" x="4075113" y="2787650"/>
          <p14:tracePt t="15865" x="4081463" y="2787650"/>
          <p14:tracePt t="15906" x="4086225" y="2787650"/>
          <p14:tracePt t="15908" x="4086225" y="2794000"/>
          <p14:tracePt t="15915" x="4092575" y="2809875"/>
          <p14:tracePt t="15925" x="4103688" y="2844800"/>
          <p14:tracePt t="15935" x="4108450" y="2895600"/>
          <p14:tracePt t="15945" x="4114800" y="2951163"/>
          <p14:tracePt t="15955" x="4119563" y="3006725"/>
          <p14:tracePt t="15965" x="4119563" y="3063875"/>
          <p14:tracePt t="15975" x="4119563" y="3108325"/>
          <p14:tracePt t="15985" x="4114800" y="3114675"/>
          <p14:tracePt t="15996" x="4114800" y="3119438"/>
          <p14:tracePt t="16052" x="4114800" y="3114675"/>
          <p14:tracePt t="16054" x="4108450" y="3114675"/>
          <p14:tracePt t="16056" x="4108450" y="3108325"/>
          <p14:tracePt t="16065" x="4103688" y="3097213"/>
          <p14:tracePt t="16075" x="4092575" y="3063875"/>
          <p14:tracePt t="16085" x="4075113" y="3024188"/>
          <p14:tracePt t="16095" x="4052888" y="2979738"/>
          <p14:tracePt t="16105" x="4030663" y="2922588"/>
          <p14:tracePt t="16115" x="4008438" y="2878138"/>
          <p14:tracePt t="16125" x="3979863" y="2838450"/>
          <p14:tracePt t="16135" x="3962400" y="2809875"/>
          <p14:tracePt t="16145" x="3946525" y="2787650"/>
          <p14:tracePt t="16155" x="3929063" y="2771775"/>
          <p14:tracePt t="16165" x="3911600" y="2754313"/>
          <p14:tracePt t="16175" x="3895725" y="2749550"/>
          <p14:tracePt t="16185" x="3884613" y="2736850"/>
          <p14:tracePt t="16195" x="3878263" y="2732088"/>
          <p14:tracePt t="16205" x="3856038" y="2725738"/>
          <p14:tracePt t="16215" x="3827463" y="2714625"/>
          <p14:tracePt t="16225" x="3794125" y="2703513"/>
          <p14:tracePt t="16235" x="3749675" y="2681288"/>
          <p14:tracePt t="16245" x="3698875" y="2663825"/>
          <p14:tracePt t="16255" x="3625850" y="2647950"/>
          <p14:tracePt t="16265" x="3519488" y="2630488"/>
          <p14:tracePt t="16275" x="3440113" y="2625725"/>
          <p14:tracePt t="16285" x="3367088" y="2625725"/>
          <p14:tracePt t="16295" x="3311525" y="2630488"/>
          <p14:tracePt t="16305" x="3254375" y="2647950"/>
          <p14:tracePt t="16315" x="3214688" y="2659063"/>
          <p14:tracePt t="16325" x="3176588" y="2670175"/>
          <p14:tracePt t="16335" x="3152775" y="2676525"/>
          <p14:tracePt t="16345" x="3125788" y="2681288"/>
          <p14:tracePt t="16355" x="3103563" y="2681288"/>
          <p14:tracePt t="16365" x="3086100" y="2681288"/>
          <p14:tracePt t="16375" x="3068638" y="2681288"/>
          <p14:tracePt t="16385" x="3063875" y="2681288"/>
          <p14:tracePt t="16395" x="3052763" y="2676525"/>
          <p14:tracePt t="16405" x="3041650" y="2670175"/>
          <p14:tracePt t="16415" x="3013075" y="2652713"/>
          <p14:tracePt t="16425" x="2979738" y="2641600"/>
          <p14:tracePt t="16435" x="2940050" y="2619375"/>
          <p14:tracePt t="16445" x="2900363" y="2590800"/>
          <p14:tracePt t="16455" x="2855913" y="2563813"/>
          <p14:tracePt t="16465" x="2809875" y="2535238"/>
          <p14:tracePt t="16475" x="2747963" y="2495550"/>
          <p14:tracePt t="16485" x="2670175" y="2444750"/>
          <p14:tracePt t="16495" x="2597150" y="2406650"/>
          <p14:tracePt t="16505" x="2524125" y="2366963"/>
          <p14:tracePt t="16515" x="2455863" y="2338388"/>
          <p14:tracePt t="16525" x="2411413" y="2320925"/>
          <p14:tracePt t="16535" x="2389188" y="2316163"/>
          <p14:tracePt t="16545" x="2371725" y="2305050"/>
          <p14:tracePt t="16555" x="2360613" y="2305050"/>
          <p14:tracePt t="16565" x="2355850" y="2305050"/>
          <p14:tracePt t="16575" x="2349500" y="2305050"/>
          <p14:tracePt t="16586" x="2344738" y="2305050"/>
          <p14:tracePt t="16595" x="2332038" y="2305050"/>
          <p14:tracePt t="16605" x="2320925" y="2309813"/>
          <p14:tracePt t="16615" x="2305050" y="2320925"/>
          <p14:tracePt t="16625" x="2276475" y="2344738"/>
          <p14:tracePt t="16635" x="2247900" y="2371725"/>
          <p14:tracePt t="16645" x="2220913" y="2406650"/>
          <p14:tracePt t="16655" x="2197100" y="2451100"/>
          <p14:tracePt t="16665" x="2170113" y="2490788"/>
          <p14:tracePt t="16675" x="2147888" y="2528888"/>
          <p14:tracePt t="16685" x="2124075" y="2563813"/>
          <p14:tracePt t="16695" x="2108200" y="2590800"/>
          <p14:tracePt t="16705" x="2090738" y="2619375"/>
          <p14:tracePt t="16715" x="2074863" y="2647950"/>
          <p14:tracePt t="16725" x="2068513" y="2670175"/>
          <p14:tracePt t="16735" x="2057400" y="2692400"/>
          <p14:tracePt t="16745" x="2051050" y="2703513"/>
          <p14:tracePt t="16755" x="2051050" y="2714625"/>
          <p14:tracePt t="16768" x="2046288" y="2714625"/>
          <p14:tracePt t="16775" x="2046288" y="2720975"/>
          <p14:tracePt t="16814" x="2046288" y="2725738"/>
          <p14:tracePt t="16846" x="2046288" y="2732088"/>
          <p14:tracePt t="16922" x="2051050" y="2732088"/>
          <p14:tracePt t="16928" x="2057400" y="2732088"/>
          <p14:tracePt t="16930" x="2062163" y="2725738"/>
          <p14:tracePt t="16935" x="2074863" y="2725738"/>
          <p14:tracePt t="16945" x="2108200" y="2703513"/>
          <p14:tracePt t="16955" x="2141538" y="2670175"/>
          <p14:tracePt t="16965" x="2185988" y="2630488"/>
          <p14:tracePt t="16975" x="2232025" y="2586038"/>
          <p14:tracePt t="16985" x="2270125" y="2546350"/>
          <p14:tracePt t="16995" x="2316163" y="2517775"/>
          <p14:tracePt t="17005" x="2355850" y="2495550"/>
          <p14:tracePt t="17015" x="2389188" y="2479675"/>
          <p14:tracePt t="17025" x="2417763" y="2466975"/>
          <p14:tracePt t="17035" x="2433638" y="2455863"/>
          <p14:tracePt t="17045" x="2455863" y="2451100"/>
          <p14:tracePt t="17055" x="2473325" y="2444750"/>
          <p14:tracePt t="17065" x="2495550" y="2439988"/>
          <p14:tracePt t="17075" x="2517775" y="2439988"/>
          <p14:tracePt t="17085" x="2535238" y="2433638"/>
          <p14:tracePt t="17095" x="2557463" y="2433638"/>
          <p14:tracePt t="17105" x="2590800" y="2433638"/>
          <p14:tracePt t="17115" x="2636838" y="2433638"/>
          <p14:tracePt t="17125" x="2714625" y="2433638"/>
          <p14:tracePt t="17135" x="2816225" y="2433638"/>
          <p14:tracePt t="17145" x="2933700" y="2444750"/>
          <p14:tracePt t="17155" x="3052763" y="2466975"/>
          <p14:tracePt t="17165" x="3159125" y="2484438"/>
          <p14:tracePt t="17175" x="3260725" y="2506663"/>
          <p14:tracePt t="17185" x="3338513" y="2528888"/>
          <p14:tracePt t="17195" x="3395663" y="2552700"/>
          <p14:tracePt t="17205" x="3440113" y="2568575"/>
          <p14:tracePt t="17215" x="3457575" y="2574925"/>
          <p14:tracePt t="17225" x="3468688" y="2586038"/>
          <p14:tracePt t="17235" x="3479800" y="2590800"/>
          <p14:tracePt t="17245" x="3484563" y="2597150"/>
          <p14:tracePt t="17255" x="3490913" y="2608263"/>
          <p14:tracePt t="17265" x="3502025" y="2614613"/>
          <p14:tracePt t="17275" x="3513138" y="2630488"/>
          <p14:tracePt t="17285" x="3530600" y="2652713"/>
          <p14:tracePt t="17295" x="3546475" y="2681288"/>
          <p14:tracePt t="17305" x="3563938" y="2714625"/>
          <p14:tracePt t="17315" x="3575050" y="2743200"/>
          <p14:tracePt t="17325" x="3586163" y="2771775"/>
          <p14:tracePt t="17335" x="3597275" y="2794000"/>
          <p14:tracePt t="17345" x="3608388" y="2816225"/>
          <p14:tracePt t="17355" x="3619500" y="2844800"/>
          <p14:tracePt t="17365" x="3636963" y="2867025"/>
          <p14:tracePt t="17375" x="3648075" y="2889250"/>
          <p14:tracePt t="17385" x="3659188" y="2906713"/>
          <p14:tracePt t="17395" x="3665538" y="2917825"/>
          <p14:tracePt t="17405" x="3670300" y="2922588"/>
          <p14:tracePt t="17434" x="3670300" y="2928938"/>
          <p14:tracePt t="17438" x="3676650" y="2928938"/>
          <p14:tracePt t="17446" x="3681413" y="2928938"/>
          <p14:tracePt t="17455" x="3687763" y="2928938"/>
          <p14:tracePt t="17465" x="3692525" y="2928938"/>
          <p14:tracePt t="17475" x="3698875" y="2922588"/>
          <p14:tracePt t="17485" x="3703638" y="2922588"/>
          <p14:tracePt t="17522" x="3709988" y="2922588"/>
          <p14:tracePt t="17530" x="3709988" y="2917825"/>
          <p14:tracePt t="17576" x="3703638" y="2911475"/>
          <p14:tracePt t="17580" x="3698875" y="2911475"/>
          <p14:tracePt t="17585" x="3692525" y="2906713"/>
          <p14:tracePt t="17595" x="3665538" y="2889250"/>
          <p14:tracePt t="17605" x="3630613" y="2860675"/>
          <p14:tracePt t="17615" x="3592513" y="2822575"/>
          <p14:tracePt t="17625" x="3541713" y="2782888"/>
          <p14:tracePt t="17635" x="3462338" y="2720975"/>
          <p14:tracePt t="17645" x="3384550" y="2663825"/>
          <p14:tracePt t="17655" x="3316288" y="2619375"/>
          <p14:tracePt t="17665" x="3282950" y="2597150"/>
          <p14:tracePt t="17675" x="3221038" y="2552700"/>
          <p14:tracePt t="17685" x="3159125" y="2513013"/>
          <p14:tracePt t="17695" x="3114675" y="2490788"/>
          <p14:tracePt t="17705" x="3079750" y="2473325"/>
          <p14:tracePt t="17715" x="3057525" y="2462213"/>
          <p14:tracePt t="17725" x="3035300" y="2455863"/>
          <p14:tracePt t="17735" x="3013075" y="2444750"/>
          <p14:tracePt t="17745" x="2995613" y="2439988"/>
          <p14:tracePt t="17755" x="2979738" y="2439988"/>
          <p14:tracePt t="17765" x="2951163" y="2439988"/>
          <p14:tracePt t="17775" x="2928938" y="2439988"/>
          <p14:tracePt t="17785" x="2882900" y="2444750"/>
          <p14:tracePt t="17795" x="2833688" y="2466975"/>
          <p14:tracePt t="17805" x="2776538" y="2490788"/>
          <p14:tracePt t="17815" x="2703513" y="2517775"/>
          <p14:tracePt t="17825" x="2613025" y="2552700"/>
          <p14:tracePt t="17835" x="2540000" y="2586038"/>
          <p14:tracePt t="17845" x="2462213" y="2625725"/>
          <p14:tracePt t="17855" x="2389188" y="2659063"/>
          <p14:tracePt t="17865" x="2332038" y="2692400"/>
          <p14:tracePt t="17875" x="2282825" y="2725738"/>
          <p14:tracePt t="17885" x="2243138" y="2760663"/>
          <p14:tracePt t="17895" x="2209800" y="2787650"/>
          <p14:tracePt t="17905" x="2181225" y="2805113"/>
          <p14:tracePt t="17915" x="2170113" y="2827338"/>
          <p14:tracePt t="17925" x="2159000" y="2844800"/>
          <p14:tracePt t="17935" x="2147888" y="2855913"/>
          <p14:tracePt t="17945" x="2141538" y="2871788"/>
          <p14:tracePt t="17955" x="2136775" y="2884488"/>
          <p14:tracePt t="17968" x="2136775" y="2889250"/>
          <p14:tracePt t="18004" x="2136775" y="2884488"/>
          <p14:tracePt t="18008" x="2141538" y="2884488"/>
          <p14:tracePt t="18015" x="2152650" y="2860675"/>
          <p14:tracePt t="18025" x="2159000" y="2822575"/>
          <p14:tracePt t="18035" x="2170113" y="2771775"/>
          <p14:tracePt t="18045" x="2174875" y="2714625"/>
          <p14:tracePt t="18055" x="2174875" y="2652713"/>
          <p14:tracePt t="18065" x="2181225" y="2574925"/>
          <p14:tracePt t="18075" x="2181225" y="2473325"/>
          <p14:tracePt t="18085" x="2185988" y="2393950"/>
          <p14:tracePt t="18095" x="2185988" y="2320925"/>
          <p14:tracePt t="18105" x="2185988" y="2259013"/>
          <p14:tracePt t="18115" x="2185988" y="2214563"/>
          <p14:tracePt t="18125" x="2185988" y="2192338"/>
          <p14:tracePt t="18135" x="2185988" y="2174875"/>
          <p14:tracePt t="18145" x="2185988" y="2170113"/>
          <p14:tracePt t="18155" x="2185988" y="2159000"/>
          <p14:tracePt t="18165" x="2185988" y="2147888"/>
          <p14:tracePt t="18175" x="2197100" y="2130425"/>
          <p14:tracePt t="18185" x="2225675" y="2101850"/>
          <p14:tracePt t="18195" x="2265363" y="2074863"/>
          <p14:tracePt t="18205" x="2316163" y="2051050"/>
          <p14:tracePt t="18215" x="2405063" y="2024063"/>
          <p14:tracePt t="18225" x="2495550" y="2006600"/>
          <p14:tracePt t="18235" x="2568575" y="1990725"/>
          <p14:tracePt t="18245" x="2636838" y="1978025"/>
          <p14:tracePt t="18255" x="2687638" y="1966913"/>
          <p14:tracePt t="18265" x="2714625" y="1962150"/>
          <p14:tracePt t="18275" x="2725738" y="1955800"/>
          <p14:tracePt t="18285" x="2732088" y="1955800"/>
          <p14:tracePt t="18295" x="2736850" y="1955800"/>
          <p14:tracePt t="18372" x="2743200" y="1955800"/>
          <p14:tracePt t="18382" x="2747963" y="1955800"/>
          <p14:tracePt t="18386" x="2747963" y="1951038"/>
          <p14:tracePt t="18388" x="2754313" y="1951038"/>
          <p14:tracePt t="18395" x="2765425" y="1951038"/>
          <p14:tracePt t="18405" x="2782888" y="1944688"/>
          <p14:tracePt t="18415" x="2809875" y="1944688"/>
          <p14:tracePt t="18425" x="2849563" y="1944688"/>
          <p14:tracePt t="18435" x="2882900" y="1944688"/>
          <p14:tracePt t="18445" x="2906713" y="1933575"/>
          <p14:tracePt t="18455" x="2911475" y="1933575"/>
          <p14:tracePt t="18465" x="2917825" y="1928813"/>
          <p14:tracePt t="18475" x="2922588" y="1922463"/>
          <p14:tracePt t="18485" x="2922588" y="1916113"/>
          <p14:tracePt t="18498" x="2922588" y="1911350"/>
          <p14:tracePt t="18506" x="2922588" y="1905000"/>
          <p14:tracePt t="18515" x="2922588" y="1900238"/>
          <p14:tracePt t="18525" x="2911475" y="1889125"/>
          <p14:tracePt t="18535" x="2871788" y="1866900"/>
          <p14:tracePt t="18545" x="2794000" y="1827213"/>
          <p14:tracePt t="18555" x="2703513" y="1793875"/>
          <p14:tracePt t="18565" x="2613025" y="1754188"/>
          <p14:tracePt t="18575" x="2513013" y="1714500"/>
          <p14:tracePt t="18585" x="2411413" y="1681163"/>
          <p14:tracePt t="18595" x="2287588" y="1641475"/>
          <p14:tracePt t="18605" x="2152650" y="1608138"/>
          <p14:tracePt t="18615" x="2024063" y="1585913"/>
          <p14:tracePt t="18625" x="1911350" y="1562100"/>
          <p14:tracePt t="18635" x="1820863" y="1550988"/>
          <p14:tracePt t="18645" x="1765300" y="1546225"/>
          <p14:tracePt t="18655" x="1731963" y="1546225"/>
          <p14:tracePt t="18665" x="1725613" y="1539875"/>
          <p14:tracePt t="18675" x="1719263" y="1539875"/>
          <p14:tracePt t="18692" x="1714500" y="1539875"/>
          <p14:tracePt t="18750" x="1714500" y="1546225"/>
          <p14:tracePt t="18756" x="1714500" y="1550988"/>
          <p14:tracePt t="18760" x="1714500" y="1557338"/>
          <p14:tracePt t="18765" x="1714500" y="1562100"/>
          <p14:tracePt t="18775" x="1731963" y="1590675"/>
          <p14:tracePt t="18785" x="1765300" y="1619250"/>
          <p14:tracePt t="18795" x="1798638" y="1647825"/>
          <p14:tracePt t="18805" x="1838325" y="1681163"/>
          <p14:tracePt t="18815" x="1911350" y="1743075"/>
          <p14:tracePt t="18825" x="1989138" y="1804988"/>
          <p14:tracePt t="18835" x="2068513" y="1871663"/>
          <p14:tracePt t="18845" x="2152650" y="1939925"/>
          <p14:tracePt t="18855" x="2232025" y="2012950"/>
          <p14:tracePt t="18865" x="2305050" y="2085975"/>
          <p14:tracePt t="18875" x="2378075" y="2159000"/>
          <p14:tracePt t="18885" x="2444750" y="2225675"/>
          <p14:tracePt t="18895" x="2501900" y="2305050"/>
          <p14:tracePt t="18905" x="2552700" y="2389188"/>
          <p14:tracePt t="18915" x="2601913" y="2479675"/>
          <p14:tracePt t="18925" x="2647950" y="2568575"/>
          <p14:tracePt t="18935" x="2674938" y="2652713"/>
          <p14:tracePt t="18945" x="2692400" y="2725738"/>
          <p14:tracePt t="18955" x="2698750" y="2787650"/>
          <p14:tracePt t="18965" x="2703513" y="2844800"/>
          <p14:tracePt t="18975" x="2709863" y="2900363"/>
          <p14:tracePt t="18985" x="2714625" y="2951163"/>
          <p14:tracePt t="18995" x="2714625" y="2995613"/>
          <p14:tracePt t="19005" x="2714625" y="3035300"/>
          <p14:tracePt t="19015" x="2714625" y="3063875"/>
          <p14:tracePt t="19025" x="2714625" y="3108325"/>
          <p14:tracePt t="19035" x="2714625" y="3130550"/>
          <p14:tracePt t="19045" x="2714625" y="3141663"/>
          <p14:tracePt t="19055" x="2714625" y="3152775"/>
          <p14:tracePt t="19086" x="2714625" y="3159125"/>
          <p14:tracePt t="19182" x="2709863" y="3159125"/>
          <p14:tracePt t="19188" x="2703513" y="3159125"/>
          <p14:tracePt t="19190" x="2698750" y="3152775"/>
          <p14:tracePt t="19195" x="2692400" y="3152775"/>
          <p14:tracePt t="19205" x="2659063" y="3152775"/>
          <p14:tracePt t="19215" x="2613025" y="3152775"/>
          <p14:tracePt t="19225" x="2563813" y="3170238"/>
          <p14:tracePt t="19235" x="2524125" y="3192463"/>
          <p14:tracePt t="19245" x="2478088" y="3232150"/>
          <p14:tracePt t="19255" x="2433638" y="3282950"/>
          <p14:tracePt t="19265" x="2382838" y="3355975"/>
          <p14:tracePt t="19275" x="2344738" y="3429000"/>
          <p14:tracePt t="19285" x="2305050" y="3513138"/>
          <p14:tracePt t="19295" x="2254250" y="3630613"/>
          <p14:tracePt t="19305" x="2185988" y="3827463"/>
          <p14:tracePt t="19315" x="2112963" y="4041775"/>
          <p14:tracePt t="19325" x="2039938" y="4243388"/>
          <p14:tracePt t="19335" x="1984375" y="4440238"/>
          <p14:tracePt t="19345" x="1951038" y="4603750"/>
          <p14:tracePt t="19355" x="1933575" y="4738688"/>
          <p14:tracePt t="19365" x="1927225" y="4845050"/>
          <p14:tracePt t="19375" x="1927225" y="4941888"/>
          <p14:tracePt t="19385" x="1927225" y="5014913"/>
          <p14:tracePt t="19395" x="1933575" y="5081588"/>
          <p14:tracePt t="19405" x="1944688" y="5143500"/>
          <p14:tracePt t="19415" x="1962150" y="5194300"/>
          <p14:tracePt t="19425" x="1973263" y="5233988"/>
          <p14:tracePt t="19435" x="1989138" y="5249863"/>
          <p14:tracePt t="19445" x="2006600" y="5267325"/>
          <p14:tracePt t="19455" x="2028825" y="5278438"/>
          <p14:tracePt t="19465" x="2057400" y="5289550"/>
          <p14:tracePt t="19475" x="2090738" y="5295900"/>
          <p14:tracePt t="19485" x="2152650" y="5295900"/>
          <p14:tracePt t="19495" x="2220913" y="5300663"/>
          <p14:tracePt t="19505" x="2305050" y="5300663"/>
          <p14:tracePt t="19515" x="2400300" y="5295900"/>
          <p14:tracePt t="19525" x="2501900" y="5272088"/>
          <p14:tracePt t="19535" x="2619375" y="5238750"/>
          <p14:tracePt t="19545" x="2732088" y="5205413"/>
          <p14:tracePt t="19555" x="2844800" y="5183188"/>
          <p14:tracePt t="19565" x="2940050" y="5172075"/>
          <p14:tracePt t="19575" x="3013075" y="5165725"/>
          <p14:tracePt t="19585" x="3057525" y="5165725"/>
          <p14:tracePt t="19595" x="3079750" y="5165725"/>
          <p14:tracePt t="19606" x="3086100" y="5165725"/>
          <p14:tracePt t="19866" x="3086100" y="5172075"/>
          <p14:tracePt t="19876" x="3086100" y="5176838"/>
          <p14:tracePt t="19880" x="3086100" y="5183188"/>
          <p14:tracePt t="19886" x="3086100" y="5187950"/>
          <p14:tracePt t="19895" x="3074988" y="5199063"/>
          <p14:tracePt t="19905" x="3063875" y="5233988"/>
          <p14:tracePt t="19915" x="3057525" y="5272088"/>
          <p14:tracePt t="19925" x="3052763" y="5311775"/>
          <p14:tracePt t="19935" x="3041650" y="5357813"/>
          <p14:tracePt t="19945" x="3028950" y="5407025"/>
          <p14:tracePt t="19955" x="3024188" y="5446713"/>
          <p14:tracePt t="19965" x="3013075" y="5475288"/>
          <p14:tracePt t="19975" x="3006725" y="5492750"/>
          <p14:tracePt t="19985" x="3006725" y="5497513"/>
          <p14:tracePt t="19995" x="3006725" y="5508625"/>
          <p14:tracePt t="20006" x="3001963" y="5508625"/>
          <p14:tracePt t="20015" x="3001963" y="5514975"/>
          <p14:tracePt t="20025" x="3001963" y="5519738"/>
          <p14:tracePt t="20066" x="3001963" y="5526088"/>
          <p14:tracePt t="27952" x="3001963" y="5519738"/>
          <p14:tracePt t="27958" x="3001963" y="5514975"/>
          <p14:tracePt t="27962" x="3001963" y="5508625"/>
          <p14:tracePt t="27966" x="2995613" y="5508625"/>
          <p14:tracePt t="27975" x="2990850" y="5486400"/>
          <p14:tracePt t="27985" x="2990850" y="5435600"/>
          <p14:tracePt t="27995" x="3013075" y="5334000"/>
          <p14:tracePt t="28005" x="3046413" y="5245100"/>
          <p14:tracePt t="28015" x="3090863" y="5160963"/>
          <p14:tracePt t="28025" x="3141663" y="5081588"/>
          <p14:tracePt t="28035" x="3198813" y="5019675"/>
          <p14:tracePt t="28045" x="3271838" y="4964113"/>
          <p14:tracePt t="28055" x="3367088" y="4902200"/>
          <p14:tracePt t="28065" x="3479800" y="4851400"/>
          <p14:tracePt t="28075" x="3614738" y="4800600"/>
          <p14:tracePt t="28085" x="3760788" y="4767263"/>
          <p14:tracePt t="28095" x="3922713" y="4733925"/>
          <p14:tracePt t="28105" x="4103688" y="4694238"/>
          <p14:tracePt t="28115" x="4278313" y="4672013"/>
          <p14:tracePt t="28125" x="4435475" y="4654550"/>
          <p14:tracePt t="28135" x="4552950" y="4643438"/>
          <p14:tracePt t="28145" x="4614863" y="4637088"/>
          <p14:tracePt t="28155" x="4632325" y="4637088"/>
          <p14:tracePt t="28165" x="4637088" y="4637088"/>
          <p14:tracePt t="28194" x="4643438" y="4637088"/>
          <p14:tracePt t="30080" x="4637088" y="4637088"/>
          <p14:tracePt t="30082" x="4625975" y="4637088"/>
          <p14:tracePt t="30085" x="4621213" y="4637088"/>
          <p14:tracePt t="30095" x="4535488" y="4621213"/>
          <p14:tracePt t="30105" x="4413250" y="4581525"/>
          <p14:tracePt t="30115" x="4271963" y="4564063"/>
          <p14:tracePt t="30125" x="4165600" y="4575175"/>
          <p14:tracePt t="30135" x="4046538" y="4586288"/>
          <p14:tracePt t="30145" x="3884613" y="4541838"/>
          <p14:tracePt t="30155" x="3703638" y="4475163"/>
          <p14:tracePt t="30165" x="3535363" y="4367213"/>
          <p14:tracePt t="30175" x="3384550" y="4249738"/>
          <p14:tracePt t="30185" x="3243263" y="4125913"/>
          <p14:tracePt t="30195" x="3141663" y="4013200"/>
          <p14:tracePt t="30205" x="3079750" y="3924300"/>
          <p14:tracePt t="30215" x="3052763" y="3862388"/>
          <p14:tracePt t="30225" x="3024188" y="3789363"/>
          <p14:tracePt t="30235" x="3006725" y="3705225"/>
          <p14:tracePt t="30245" x="2990850" y="3608388"/>
          <p14:tracePt t="30255" x="2984500" y="3508375"/>
          <p14:tracePt t="30265" x="2984500" y="3411538"/>
          <p14:tracePt t="30275" x="2984500" y="3316288"/>
          <p14:tracePt t="30285" x="2984500" y="3243263"/>
          <p14:tracePt t="30295" x="2990850" y="3203575"/>
          <p14:tracePt t="30305" x="3001963" y="3181350"/>
          <p14:tracePt t="30315" x="3001963" y="3176588"/>
          <p14:tracePt t="30325" x="3006725" y="3165475"/>
          <p14:tracePt t="30335" x="3013075" y="3148013"/>
          <p14:tracePt t="30345" x="3035300" y="3119438"/>
          <p14:tracePt t="30355" x="3052763" y="3092450"/>
          <p14:tracePt t="30365" x="3068638" y="3068638"/>
          <p14:tracePt t="30375" x="3086100" y="3063875"/>
          <p14:tracePt t="30385" x="3108325" y="3057525"/>
          <p14:tracePt t="30395" x="3125788" y="3057525"/>
          <p14:tracePt t="30405" x="3152775" y="3063875"/>
          <p14:tracePt t="30415" x="3187700" y="3079750"/>
          <p14:tracePt t="30425" x="3209925" y="3092450"/>
          <p14:tracePt t="30435" x="3221038" y="3097213"/>
          <p14:tracePt t="30445" x="3225800" y="3097213"/>
          <p14:tracePt t="30456" x="3232150" y="3097213"/>
          <p14:tracePt t="30465" x="3238500" y="3097213"/>
          <p14:tracePt t="30475" x="3243263" y="3097213"/>
          <p14:tracePt t="30485" x="3260725" y="3092450"/>
          <p14:tracePt t="30495" x="3271838" y="3086100"/>
          <p14:tracePt t="30505" x="3282950" y="3086100"/>
          <p14:tracePt t="30515" x="3294063" y="3079750"/>
          <p14:tracePt t="30525" x="3311525" y="3079750"/>
          <p14:tracePt t="30535" x="3322638" y="3079750"/>
          <p14:tracePt t="30545" x="3338513" y="3086100"/>
          <p14:tracePt t="30555" x="3355975" y="3092450"/>
          <p14:tracePt t="30565" x="3384550" y="3108325"/>
          <p14:tracePt t="30575" x="3429000" y="3136900"/>
          <p14:tracePt t="30585" x="3490913" y="3187700"/>
          <p14:tracePt t="30595" x="3557588" y="3249613"/>
          <p14:tracePt t="30605" x="3636963" y="3327400"/>
          <p14:tracePt t="30615" x="3727450" y="3435350"/>
          <p14:tracePt t="30625" x="3816350" y="3541713"/>
          <p14:tracePt t="30635" x="3895725" y="3648075"/>
          <p14:tracePt t="30645" x="3951288" y="3732213"/>
          <p14:tracePt t="30655" x="3979863" y="3771900"/>
          <p14:tracePt t="30665" x="3984625" y="3789363"/>
          <p14:tracePt t="30675" x="3990975" y="3789363"/>
          <p14:tracePt t="30688" x="3990975" y="3794125"/>
          <p14:tracePt t="30728" x="3997325" y="3794125"/>
          <p14:tracePt t="30730" x="3997325" y="3789363"/>
          <p14:tracePt t="30735" x="3997325" y="3783013"/>
          <p14:tracePt t="30745" x="4002088" y="3749675"/>
          <p14:tracePt t="30755" x="4019550" y="3716338"/>
          <p14:tracePt t="30765" x="4041775" y="3676650"/>
          <p14:tracePt t="30775" x="4057650" y="3630613"/>
          <p14:tracePt t="30785" x="4081463" y="3586163"/>
          <p14:tracePt t="30795" x="4103688" y="3552825"/>
          <p14:tracePt t="30805" x="4119563" y="3530600"/>
          <p14:tracePt t="30815" x="4125913" y="3524250"/>
          <p14:tracePt t="30825" x="4130675" y="3519488"/>
          <p14:tracePt t="30852" x="4130675" y="3513138"/>
          <p14:tracePt t="31008" x="4130675" y="3519488"/>
          <p14:tracePt t="31116" x="4130675" y="3513138"/>
          <p14:tracePt t="31124" x="4130675" y="3508375"/>
          <p14:tracePt t="31132" x="4130675" y="3502025"/>
          <p14:tracePt t="31136" x="4130675" y="3495675"/>
          <p14:tracePt t="31145" x="4130675" y="3484563"/>
          <p14:tracePt t="31155" x="4130675" y="3462338"/>
          <p14:tracePt t="31165" x="4130675" y="3440113"/>
          <p14:tracePt t="31175" x="4130675" y="3417888"/>
          <p14:tracePt t="31185" x="4130675" y="3395663"/>
          <p14:tracePt t="31195" x="4130675" y="3367088"/>
          <p14:tracePt t="31205" x="4137025" y="3327400"/>
          <p14:tracePt t="31215" x="4143375" y="3300413"/>
          <p14:tracePt t="31225" x="4148138" y="3276600"/>
          <p14:tracePt t="31235" x="4154488" y="3249613"/>
          <p14:tracePt t="31245" x="4159250" y="3221038"/>
          <p14:tracePt t="31255" x="4159250" y="3192463"/>
          <p14:tracePt t="31265" x="4159250" y="3159125"/>
          <p14:tracePt t="31275" x="4159250" y="3130550"/>
          <p14:tracePt t="31285" x="4159250" y="3103563"/>
          <p14:tracePt t="31295" x="4159250" y="3079750"/>
          <p14:tracePt t="31305" x="4159250" y="3057525"/>
          <p14:tracePt t="31315" x="4159250" y="3041650"/>
          <p14:tracePt t="31325" x="4159250" y="3019425"/>
          <p14:tracePt t="31335" x="4154488" y="3001963"/>
          <p14:tracePt t="31345" x="4148138" y="2984500"/>
          <p14:tracePt t="31355" x="4148138" y="2968625"/>
          <p14:tracePt t="31365" x="4143375" y="2957513"/>
          <p14:tracePt t="31375" x="4137025" y="2944813"/>
          <p14:tracePt t="31385" x="4130675" y="2933700"/>
          <p14:tracePt t="31395" x="4125913" y="2922588"/>
          <p14:tracePt t="31405" x="4125913" y="2917825"/>
          <p14:tracePt t="31415" x="4119563" y="2911475"/>
          <p14:tracePt t="31425" x="4108450" y="2906713"/>
          <p14:tracePt t="31435" x="4103688" y="2895600"/>
          <p14:tracePt t="31445" x="4086225" y="2884488"/>
          <p14:tracePt t="31455" x="4064000" y="2855913"/>
          <p14:tracePt t="31465" x="4041775" y="2833688"/>
          <p14:tracePt t="31475" x="4013200" y="2809875"/>
          <p14:tracePt t="31485" x="3984625" y="2782888"/>
          <p14:tracePt t="31495" x="3951288" y="2765425"/>
          <p14:tracePt t="31505" x="3917950" y="2743200"/>
          <p14:tracePt t="31515" x="3878263" y="2714625"/>
          <p14:tracePt t="31525" x="3838575" y="2687638"/>
          <p14:tracePt t="31535" x="3800475" y="2659063"/>
          <p14:tracePt t="31545" x="3754438" y="2619375"/>
          <p14:tracePt t="31555" x="3681413" y="2574925"/>
          <p14:tracePt t="31565" x="3625850" y="2535238"/>
          <p14:tracePt t="31575" x="3592513" y="2513013"/>
          <p14:tracePt t="31585" x="3541713" y="2484438"/>
          <p14:tracePt t="31595" x="3495675" y="2455863"/>
          <p14:tracePt t="31605" x="3473450" y="2439988"/>
          <p14:tracePt t="31615" x="3451225" y="2428875"/>
          <p14:tracePt t="31625" x="3429000" y="2417763"/>
          <p14:tracePt t="31635" x="3406775" y="2406650"/>
          <p14:tracePt t="31645" x="3384550" y="2400300"/>
          <p14:tracePt t="31655" x="3367088" y="2393950"/>
          <p14:tracePt t="31665" x="3355975" y="2389188"/>
          <p14:tracePt t="31675" x="3349625" y="2389188"/>
          <p14:tracePt t="31685" x="3344863" y="2389188"/>
          <p14:tracePt t="31695" x="3338513" y="2389188"/>
          <p14:tracePt t="31705" x="3327400" y="2382838"/>
          <p14:tracePt t="31715" x="3311525" y="2382838"/>
          <p14:tracePt t="31725" x="3298825" y="2378075"/>
          <p14:tracePt t="31735" x="3282950" y="2371725"/>
          <p14:tracePt t="31745" x="3260725" y="2366963"/>
          <p14:tracePt t="31755" x="3238500" y="2366963"/>
          <p14:tracePt t="31765" x="3209925" y="2360613"/>
          <p14:tracePt t="31775" x="3163888" y="2355850"/>
          <p14:tracePt t="31785" x="3125788" y="2349500"/>
          <p14:tracePt t="31795" x="3079750" y="2338388"/>
          <p14:tracePt t="31805" x="3046413" y="2333625"/>
          <p14:tracePt t="31815" x="3001963" y="2333625"/>
          <p14:tracePt t="31825" x="2973388" y="2327275"/>
          <p14:tracePt t="31835" x="2933700" y="2320925"/>
          <p14:tracePt t="31845" x="2906713" y="2316163"/>
          <p14:tracePt t="31855" x="2871788" y="2316163"/>
          <p14:tracePt t="31865" x="2838450" y="2309813"/>
          <p14:tracePt t="31875" x="2809875" y="2305050"/>
          <p14:tracePt t="31885" x="2787650" y="2305050"/>
          <p14:tracePt t="31895" x="2771775" y="2305050"/>
          <p14:tracePt t="31905" x="2760663" y="2305050"/>
          <p14:tracePt t="31915" x="2754313" y="2305050"/>
          <p14:tracePt t="31925" x="2754313" y="2298700"/>
          <p14:tracePt t="31938" x="2747963" y="2298700"/>
          <p14:tracePt t="31984" x="2743200" y="2298700"/>
          <p14:tracePt t="32004" x="2736850" y="2298700"/>
          <p14:tracePt t="32030" x="2732088" y="2298700"/>
          <p14:tracePt t="32044" x="2725738" y="2298700"/>
          <p14:tracePt t="32052" x="2720975" y="2298700"/>
          <p14:tracePt t="32058" x="2714625" y="2298700"/>
          <p14:tracePt t="32065" x="2703513" y="2298700"/>
          <p14:tracePt t="32075" x="2692400" y="2298700"/>
          <p14:tracePt t="32085" x="2681288" y="2298700"/>
          <p14:tracePt t="32095" x="2663825" y="2298700"/>
          <p14:tracePt t="32105" x="2647950" y="2305050"/>
          <p14:tracePt t="32115" x="2630488" y="2309813"/>
          <p14:tracePt t="32125" x="2613025" y="2316163"/>
          <p14:tracePt t="32135" x="2601913" y="2316163"/>
          <p14:tracePt t="32145" x="2586038" y="2316163"/>
          <p14:tracePt t="32155" x="2574925" y="2320925"/>
          <p14:tracePt t="32165" x="2557463" y="2327275"/>
          <p14:tracePt t="32175" x="2546350" y="2327275"/>
          <p14:tracePt t="32185" x="2528888" y="2338388"/>
          <p14:tracePt t="32195" x="2506663" y="2344738"/>
          <p14:tracePt t="32205" x="2473325" y="2355850"/>
          <p14:tracePt t="32215" x="2439988" y="2366963"/>
          <p14:tracePt t="32225" x="2405063" y="2382838"/>
          <p14:tracePt t="32235" x="2371725" y="2400300"/>
          <p14:tracePt t="32245" x="2349500" y="2411413"/>
          <p14:tracePt t="32255" x="2327275" y="2428875"/>
          <p14:tracePt t="32265" x="2298700" y="2451100"/>
          <p14:tracePt t="32275" x="2276475" y="2473325"/>
          <p14:tracePt t="32285" x="2254250" y="2495550"/>
          <p14:tracePt t="32295" x="2236788" y="2524125"/>
          <p14:tracePt t="32305" x="2220913" y="2552700"/>
          <p14:tracePt t="32315" x="2209800" y="2586038"/>
          <p14:tracePt t="32325" x="2203450" y="2619375"/>
          <p14:tracePt t="32335" x="2197100" y="2641600"/>
          <p14:tracePt t="32345" x="2192338" y="2663825"/>
          <p14:tracePt t="32355" x="2192338" y="2687638"/>
          <p14:tracePt t="32365" x="2192338" y="2703513"/>
          <p14:tracePt t="32375" x="2192338" y="2720975"/>
          <p14:tracePt t="32385" x="2192338" y="2743200"/>
          <p14:tracePt t="32395" x="2192338" y="2760663"/>
          <p14:tracePt t="32405" x="2192338" y="2771775"/>
          <p14:tracePt t="32415" x="2192338" y="2787650"/>
          <p14:tracePt t="32425" x="2192338" y="2794000"/>
          <p14:tracePt t="32435" x="2192338" y="2809875"/>
          <p14:tracePt t="32445" x="2192338" y="2816225"/>
          <p14:tracePt t="32455" x="2192338" y="2833688"/>
          <p14:tracePt t="32465" x="2192338" y="2844800"/>
          <p14:tracePt t="32475" x="2192338" y="2855913"/>
          <p14:tracePt t="32485" x="2192338" y="2871788"/>
          <p14:tracePt t="32495" x="2192338" y="2884488"/>
          <p14:tracePt t="32505" x="2192338" y="2900363"/>
          <p14:tracePt t="32515" x="2192338" y="2922588"/>
          <p14:tracePt t="32525" x="2192338" y="2944813"/>
          <p14:tracePt t="32535" x="2192338" y="2968625"/>
          <p14:tracePt t="32545" x="2192338" y="2990850"/>
          <p14:tracePt t="32555" x="2185988" y="3030538"/>
          <p14:tracePt t="32565" x="2181225" y="3063875"/>
          <p14:tracePt t="32575" x="2181225" y="3097213"/>
          <p14:tracePt t="32585" x="2181225" y="3130550"/>
          <p14:tracePt t="32595" x="2174875" y="3165475"/>
          <p14:tracePt t="32605" x="2170113" y="3192463"/>
          <p14:tracePt t="32615" x="2170113" y="3221038"/>
          <p14:tracePt t="32625" x="2170113" y="3260725"/>
          <p14:tracePt t="32635" x="2170113" y="3287713"/>
          <p14:tracePt t="32645" x="2170113" y="3327400"/>
          <p14:tracePt t="32655" x="2170113" y="3362325"/>
          <p14:tracePt t="32665" x="2170113" y="3395663"/>
          <p14:tracePt t="32675" x="2170113" y="3422650"/>
          <p14:tracePt t="32685" x="2170113" y="3457575"/>
          <p14:tracePt t="32695" x="2170113" y="3484563"/>
          <p14:tracePt t="32705" x="2174875" y="3502025"/>
          <p14:tracePt t="32715" x="2174875" y="3524250"/>
          <p14:tracePt t="32725" x="2181225" y="3541713"/>
          <p14:tracePt t="32735" x="2181225" y="3563938"/>
          <p14:tracePt t="32745" x="2185988" y="3586163"/>
          <p14:tracePt t="32755" x="2185988" y="3603625"/>
          <p14:tracePt t="32765" x="2185988" y="3619500"/>
          <p14:tracePt t="32775" x="2185988" y="3630613"/>
          <p14:tracePt t="32785" x="2192338" y="3643313"/>
          <p14:tracePt t="32795" x="2197100" y="3659188"/>
          <p14:tracePt t="32805" x="2197100" y="3670300"/>
          <p14:tracePt t="32815" x="2203450" y="3687763"/>
          <p14:tracePt t="32825" x="2203450" y="3705225"/>
          <p14:tracePt t="32835" x="2209800" y="3721100"/>
          <p14:tracePt t="32845" x="2209800" y="3732213"/>
          <p14:tracePt t="32855" x="2209800" y="3754438"/>
          <p14:tracePt t="32865" x="2209800" y="3771900"/>
          <p14:tracePt t="32875" x="2209800" y="3794125"/>
          <p14:tracePt t="32885" x="2214563" y="3833813"/>
          <p14:tracePt t="32895" x="2225675" y="3873500"/>
          <p14:tracePt t="32905" x="2232025" y="3900488"/>
          <p14:tracePt t="32915" x="2236788" y="3940175"/>
          <p14:tracePt t="32925" x="2236788" y="3968750"/>
          <p14:tracePt t="32935" x="2243138" y="4002088"/>
          <p14:tracePt t="32945" x="2243138" y="4030663"/>
          <p14:tracePt t="32955" x="2243138" y="4059238"/>
          <p14:tracePt t="32965" x="2243138" y="4086225"/>
          <p14:tracePt t="32975" x="2247900" y="4114800"/>
          <p14:tracePt t="32985" x="2254250" y="4148138"/>
          <p14:tracePt t="32995" x="2259013" y="4187825"/>
          <p14:tracePt t="33005" x="2259013" y="4216400"/>
          <p14:tracePt t="33015" x="2259013" y="4243388"/>
          <p14:tracePt t="33025" x="2259013" y="4271963"/>
          <p14:tracePt t="33035" x="2259013" y="4294188"/>
          <p14:tracePt t="33045" x="2265363" y="4316413"/>
          <p14:tracePt t="33055" x="2265363" y="4333875"/>
          <p14:tracePt t="33065" x="2270125" y="4356100"/>
          <p14:tracePt t="33075" x="2276475" y="4378325"/>
          <p14:tracePt t="33085" x="2276475" y="4406900"/>
          <p14:tracePt t="33095" x="2287588" y="4440238"/>
          <p14:tracePt t="33105" x="2293938" y="4468813"/>
          <p14:tracePt t="33115" x="2298700" y="4497388"/>
          <p14:tracePt t="33125" x="2309813" y="4519613"/>
          <p14:tracePt t="33135" x="2316163" y="4530725"/>
          <p14:tracePt t="33145" x="2316163" y="4541838"/>
          <p14:tracePt t="33155" x="2316163" y="4548188"/>
          <p14:tracePt t="33165" x="2320925" y="4552950"/>
          <p14:tracePt t="33175" x="2320925" y="4564063"/>
          <p14:tracePt t="33185" x="2327275" y="4575175"/>
          <p14:tracePt t="33195" x="2332038" y="4592638"/>
          <p14:tracePt t="33205" x="2338388" y="4614863"/>
          <p14:tracePt t="33215" x="2349500" y="4648200"/>
          <p14:tracePt t="33225" x="2355850" y="4676775"/>
          <p14:tracePt t="33235" x="2360613" y="4694238"/>
          <p14:tracePt t="33245" x="2360613" y="4699000"/>
          <p14:tracePt t="33255" x="2360613" y="4705350"/>
          <p14:tracePt t="33266" x="2360613" y="4710113"/>
          <p14:tracePt t="33275" x="2366963" y="4710113"/>
          <p14:tracePt t="33285" x="2371725" y="4721225"/>
          <p14:tracePt t="33295" x="2371725" y="4733925"/>
          <p14:tracePt t="33305" x="2378075" y="4745038"/>
          <p14:tracePt t="33315" x="2382838" y="4760913"/>
          <p14:tracePt t="33325" x="2389188" y="4778375"/>
          <p14:tracePt t="33335" x="2400300" y="4794250"/>
          <p14:tracePt t="33345" x="2405063" y="4822825"/>
          <p14:tracePt t="33355" x="2417763" y="4840288"/>
          <p14:tracePt t="33365" x="2428875" y="4851400"/>
          <p14:tracePt t="33375" x="2428875" y="4856163"/>
          <p14:tracePt t="33385" x="2439988" y="4867275"/>
          <p14:tracePt t="33395" x="2444750" y="4884738"/>
          <p14:tracePt t="33405" x="2451100" y="4895850"/>
          <p14:tracePt t="33415" x="2466975" y="4918075"/>
          <p14:tracePt t="33425" x="2484438" y="4941888"/>
          <p14:tracePt t="33435" x="2513013" y="4968875"/>
          <p14:tracePt t="33445" x="2546350" y="4997450"/>
          <p14:tracePt t="33455" x="2574925" y="5026025"/>
          <p14:tracePt t="33465" x="2601913" y="5048250"/>
          <p14:tracePt t="33475" x="2619375" y="5064125"/>
          <p14:tracePt t="33485" x="2636838" y="5076825"/>
          <p14:tracePt t="33495" x="2641600" y="5087938"/>
          <p14:tracePt t="33505" x="2652713" y="5092700"/>
          <p14:tracePt t="33515" x="2663825" y="5110163"/>
          <p14:tracePt t="33525" x="2670175" y="5110163"/>
          <p14:tracePt t="33535" x="2674938" y="5114925"/>
          <p14:tracePt t="33566" x="2674938" y="5121275"/>
          <p14:tracePt t="33588" x="2674938" y="5126038"/>
          <p14:tracePt t="33602" x="2681288" y="5126038"/>
          <p14:tracePt t="33604" x="2681288" y="5132388"/>
          <p14:tracePt t="33612" x="2687638" y="5132388"/>
          <p14:tracePt t="33615" x="2687638" y="5137150"/>
          <p14:tracePt t="33625" x="2698750" y="5143500"/>
          <p14:tracePt t="33635" x="2714625" y="5160963"/>
          <p14:tracePt t="33645" x="2736850" y="5187950"/>
          <p14:tracePt t="33655" x="2760663" y="5205413"/>
          <p14:tracePt t="33665" x="2787650" y="5227638"/>
          <p14:tracePt t="33675" x="2833688" y="5256213"/>
          <p14:tracePt t="33685" x="2906713" y="5307013"/>
          <p14:tracePt t="33695" x="2979738" y="5351463"/>
          <p14:tracePt t="33705" x="3052763" y="5402263"/>
          <p14:tracePt t="33715" x="3119438" y="5446713"/>
          <p14:tracePt t="33725" x="3187700" y="5497513"/>
          <p14:tracePt t="33735" x="3249613" y="5537200"/>
          <p14:tracePt t="33745" x="3298825" y="5565775"/>
          <p14:tracePt t="33755" x="3344863" y="5588000"/>
          <p14:tracePt t="33765" x="3406775" y="5599113"/>
          <p14:tracePt t="33775" x="3479800" y="5614988"/>
          <p14:tracePt t="33785" x="3563938" y="5621338"/>
          <p14:tracePt t="33795" x="3654425" y="5621338"/>
          <p14:tracePt t="33805" x="3738563" y="5621338"/>
          <p14:tracePt t="33815" x="3816350" y="5621338"/>
          <p14:tracePt t="33825" x="3878263" y="5621338"/>
          <p14:tracePt t="33835" x="3929063" y="5621338"/>
          <p14:tracePt t="33845" x="3979863" y="5614988"/>
          <p14:tracePt t="33855" x="4024313" y="5603875"/>
          <p14:tracePt t="33865" x="4081463" y="5588000"/>
          <p14:tracePt t="33875" x="4143375" y="5559425"/>
          <p14:tracePt t="33885" x="4198938" y="5514975"/>
          <p14:tracePt t="33895" x="4238625" y="5475288"/>
          <p14:tracePt t="33905" x="4260850" y="5453063"/>
          <p14:tracePt t="33915" x="4265613" y="5424488"/>
          <p14:tracePt t="33925" x="4278313" y="5413375"/>
          <p14:tracePt t="33935" x="4278313" y="5402263"/>
          <p14:tracePt t="33945" x="4283075" y="5391150"/>
          <p14:tracePt t="33955" x="4289425" y="5373688"/>
          <p14:tracePt t="33965" x="4294188" y="5345113"/>
          <p14:tracePt t="33975" x="4305300" y="5307013"/>
          <p14:tracePt t="33985" x="4316413" y="5267325"/>
          <p14:tracePt t="33995" x="4327525" y="5227638"/>
          <p14:tracePt t="34005" x="4333875" y="5205413"/>
          <p14:tracePt t="34015" x="4333875" y="5187950"/>
          <p14:tracePt t="34025" x="4333875" y="5176838"/>
          <p14:tracePt t="34035" x="4338638" y="5172075"/>
          <p14:tracePt t="34058" x="4338638" y="5165725"/>
          <p14:tracePt t="34160" x="4338638" y="5172075"/>
          <p14:tracePt t="34164" x="4338638" y="5176838"/>
          <p14:tracePt t="34172" x="4338638" y="5183188"/>
          <p14:tracePt t="34180" x="4338638" y="5187950"/>
          <p14:tracePt t="34185" x="4344988" y="5187950"/>
          <p14:tracePt t="34195" x="4344988" y="5199063"/>
          <p14:tracePt t="34205" x="4351338" y="5210175"/>
          <p14:tracePt t="34215" x="4351338" y="5222875"/>
          <p14:tracePt t="34225" x="4351338" y="5233988"/>
          <p14:tracePt t="34235" x="4351338" y="5245100"/>
          <p14:tracePt t="34245" x="4351338" y="5260975"/>
          <p14:tracePt t="34255" x="4344988" y="5278438"/>
          <p14:tracePt t="34265" x="4344988" y="5295900"/>
          <p14:tracePt t="34275" x="4338638" y="5311775"/>
          <p14:tracePt t="34285" x="4333875" y="5334000"/>
          <p14:tracePt t="34295" x="4322763" y="5345113"/>
          <p14:tracePt t="34305" x="4311650" y="5362575"/>
          <p14:tracePt t="34315" x="4300538" y="5380038"/>
          <p14:tracePt t="34325" x="4294188" y="5384800"/>
          <p14:tracePt t="34335" x="4289425" y="5391150"/>
          <p14:tracePt t="34345" x="4278313" y="5395913"/>
          <p14:tracePt t="34355" x="4265613" y="5402263"/>
          <p14:tracePt t="34365" x="4249738" y="5407025"/>
          <p14:tracePt t="34375" x="4210050" y="5407025"/>
          <p14:tracePt t="34385" x="4165600" y="5407025"/>
          <p14:tracePt t="34395" x="4108450" y="5402263"/>
          <p14:tracePt t="34405" x="4019550" y="5368925"/>
          <p14:tracePt t="34415" x="3935413" y="5334000"/>
          <p14:tracePt t="34425" x="3856038" y="5300663"/>
          <p14:tracePt t="34435" x="3776663" y="5260975"/>
          <p14:tracePt t="34445" x="3709988" y="5233988"/>
          <p14:tracePt t="34455" x="3665538" y="5205413"/>
          <p14:tracePt t="34465" x="3608388" y="5176838"/>
          <p14:tracePt t="34475" x="3552825" y="5143500"/>
          <p14:tracePt t="34485" x="3484563" y="5099050"/>
          <p14:tracePt t="34495" x="3406775" y="5048250"/>
          <p14:tracePt t="34505" x="3316288" y="4979988"/>
          <p14:tracePt t="34515" x="3214688" y="4902200"/>
          <p14:tracePt t="34525" x="3108325" y="4811713"/>
          <p14:tracePt t="34535" x="2984500" y="4716463"/>
          <p14:tracePt t="34545" x="2895600" y="4632325"/>
          <p14:tracePt t="34555" x="2794000" y="4548188"/>
          <p14:tracePt t="34565" x="2692400" y="4457700"/>
          <p14:tracePt t="34575" x="2608263" y="4373563"/>
          <p14:tracePt t="34585" x="2540000" y="4289425"/>
          <p14:tracePt t="34595" x="2466975" y="4194175"/>
          <p14:tracePt t="34605" x="2411413" y="4108450"/>
          <p14:tracePt t="34615" x="2371725" y="4024313"/>
          <p14:tracePt t="34625" x="2338388" y="3957638"/>
          <p14:tracePt t="34635" x="2316163" y="3900488"/>
          <p14:tracePt t="34645" x="2298700" y="3851275"/>
          <p14:tracePt t="34655" x="2293938" y="3805238"/>
          <p14:tracePt t="34665" x="2270125" y="3765550"/>
          <p14:tracePt t="34675" x="2254250" y="3721100"/>
          <p14:tracePt t="34685" x="2247900" y="3705225"/>
          <p14:tracePt t="34695" x="2254250" y="3687763"/>
          <p14:tracePt t="34705" x="2254250" y="3659188"/>
          <p14:tracePt t="34715" x="2254250" y="3625850"/>
          <p14:tracePt t="34725" x="2247900" y="3592513"/>
          <p14:tracePt t="34735" x="2243138" y="3552825"/>
          <p14:tracePt t="34745" x="2243138" y="3524250"/>
          <p14:tracePt t="34755" x="2243138" y="3495675"/>
          <p14:tracePt t="34765" x="2243138" y="3468688"/>
          <p14:tracePt t="34775" x="2243138" y="3446463"/>
          <p14:tracePt t="34785" x="2247900" y="3422650"/>
          <p14:tracePt t="34795" x="2254250" y="3395663"/>
          <p14:tracePt t="34805" x="2254250" y="3367088"/>
          <p14:tracePt t="34815" x="2259013" y="3333750"/>
          <p14:tracePt t="34825" x="2276475" y="3305175"/>
          <p14:tracePt t="34835" x="2293938" y="3260725"/>
          <p14:tracePt t="34845" x="2316163" y="3221038"/>
          <p14:tracePt t="34855" x="2344738" y="3187700"/>
          <p14:tracePt t="34865" x="2371725" y="3159125"/>
          <p14:tracePt t="34875" x="2393950" y="3141663"/>
          <p14:tracePt t="34885" x="2405063" y="3125788"/>
          <p14:tracePt t="34895" x="2422525" y="3119438"/>
          <p14:tracePt t="34905" x="2433638" y="3108325"/>
          <p14:tracePt t="34915" x="2451100" y="3097213"/>
          <p14:tracePt t="34925" x="2495550" y="3086100"/>
          <p14:tracePt t="34935" x="2601913" y="3068638"/>
          <p14:tracePt t="34945" x="2736850" y="3057525"/>
          <p14:tracePt t="34955" x="2911475" y="3041650"/>
          <p14:tracePt t="34965" x="3057525" y="3035300"/>
          <p14:tracePt t="34975" x="3170238" y="3024188"/>
          <p14:tracePt t="34985" x="3238500" y="3013075"/>
          <p14:tracePt t="34995" x="3294063" y="3001963"/>
          <p14:tracePt t="35005" x="3311525" y="2995613"/>
          <p14:tracePt t="35015" x="3322638" y="2995613"/>
          <p14:tracePt t="35030" x="3327400" y="2995613"/>
          <p14:tracePt t="35035" x="3327400" y="299085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C03C5-F812-A01B-D1D1-133D506C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13541-916E-8AEF-4D01-9673AAF74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Neuron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B87AF-0E72-B6D3-C38B-707207C5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26" name="Picture 2" descr="picture of a neuron, with an arrow pointing to the axon and axon terminal">
            <a:extLst>
              <a:ext uri="{FF2B5EF4-FFF2-40B4-BE49-F238E27FC236}">
                <a16:creationId xmlns:a16="http://schemas.microsoft.com/office/drawing/2014/main" id="{DE6856E1-D9EF-C0D7-A282-2005407A75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174" y="1825625"/>
            <a:ext cx="7814628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67D05BB-907C-6679-270F-BC9155C76ECE}"/>
              </a:ext>
            </a:extLst>
          </p:cNvPr>
          <p:cNvSpPr/>
          <p:nvPr/>
        </p:nvSpPr>
        <p:spPr>
          <a:xfrm>
            <a:off x="2499360" y="1593669"/>
            <a:ext cx="1393371" cy="825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39AE64-A8F2-96D0-2D1E-48CA2D9B1DFE}"/>
              </a:ext>
            </a:extLst>
          </p:cNvPr>
          <p:cNvSpPr/>
          <p:nvPr/>
        </p:nvSpPr>
        <p:spPr>
          <a:xfrm>
            <a:off x="4454435" y="2878183"/>
            <a:ext cx="1393371" cy="825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1980DF-6CAE-4F4A-B4E6-1168340D25A7}"/>
              </a:ext>
            </a:extLst>
          </p:cNvPr>
          <p:cNvSpPr/>
          <p:nvPr/>
        </p:nvSpPr>
        <p:spPr>
          <a:xfrm>
            <a:off x="5847806" y="2465320"/>
            <a:ext cx="1393371" cy="825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88D55D-7135-60A8-242D-59113010217D}"/>
              </a:ext>
            </a:extLst>
          </p:cNvPr>
          <p:cNvSpPr/>
          <p:nvPr/>
        </p:nvSpPr>
        <p:spPr>
          <a:xfrm>
            <a:off x="7789818" y="4916783"/>
            <a:ext cx="1902822" cy="412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8F411B-459F-B310-E499-4357C69FD1EA}"/>
              </a:ext>
            </a:extLst>
          </p:cNvPr>
          <p:cNvSpPr/>
          <p:nvPr/>
        </p:nvSpPr>
        <p:spPr>
          <a:xfrm>
            <a:off x="5603966" y="5341711"/>
            <a:ext cx="2338251" cy="690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2A18A8-86D9-162C-FB8A-21C89585663A}"/>
              </a:ext>
            </a:extLst>
          </p:cNvPr>
          <p:cNvSpPr/>
          <p:nvPr/>
        </p:nvSpPr>
        <p:spPr>
          <a:xfrm>
            <a:off x="1725570" y="5649227"/>
            <a:ext cx="1178376" cy="48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B34289-6598-C183-75BF-E03C540D1421}"/>
              </a:ext>
            </a:extLst>
          </p:cNvPr>
          <p:cNvSpPr/>
          <p:nvPr/>
        </p:nvSpPr>
        <p:spPr>
          <a:xfrm>
            <a:off x="3198382" y="1970110"/>
            <a:ext cx="45719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3A7DF4-BCBB-1F24-4674-45991C5D5F02}"/>
              </a:ext>
            </a:extLst>
          </p:cNvPr>
          <p:cNvSpPr/>
          <p:nvPr/>
        </p:nvSpPr>
        <p:spPr>
          <a:xfrm rot="2287212">
            <a:off x="4235590" y="3147546"/>
            <a:ext cx="128051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8F4F30-2651-BC6C-5DA5-B2D5E826A4B1}"/>
              </a:ext>
            </a:extLst>
          </p:cNvPr>
          <p:cNvSpPr/>
          <p:nvPr/>
        </p:nvSpPr>
        <p:spPr>
          <a:xfrm rot="20716212">
            <a:off x="6712668" y="3090011"/>
            <a:ext cx="230776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109840-73D1-0157-81B8-E07B0576BC24}"/>
              </a:ext>
            </a:extLst>
          </p:cNvPr>
          <p:cNvSpPr/>
          <p:nvPr/>
        </p:nvSpPr>
        <p:spPr>
          <a:xfrm rot="1963944">
            <a:off x="2834061" y="4830089"/>
            <a:ext cx="139771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84B478-F42C-090E-B16E-7B56D76D26EE}"/>
              </a:ext>
            </a:extLst>
          </p:cNvPr>
          <p:cNvSpPr/>
          <p:nvPr/>
        </p:nvSpPr>
        <p:spPr>
          <a:xfrm>
            <a:off x="6154942" y="4870395"/>
            <a:ext cx="184772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F343EE-E3D0-3A7B-FD6C-C5C0EFA07A5A}"/>
              </a:ext>
            </a:extLst>
          </p:cNvPr>
          <p:cNvSpPr/>
          <p:nvPr/>
        </p:nvSpPr>
        <p:spPr>
          <a:xfrm rot="17974438">
            <a:off x="7351127" y="4298101"/>
            <a:ext cx="143565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C80FAE-99FE-C6C6-E06D-EE1F1DAB651A}"/>
              </a:ext>
            </a:extLst>
          </p:cNvPr>
          <p:cNvSpPr txBox="1"/>
          <p:nvPr/>
        </p:nvSpPr>
        <p:spPr>
          <a:xfrm>
            <a:off x="8712924" y="905691"/>
            <a:ext cx="2790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</a:t>
            </a:r>
            <a:r>
              <a:rPr lang="en-US" dirty="0"/>
              <a:t>: Axons pass signals, releasing neurotransmitters from axon terminals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58416C7-107C-3488-7F8B-253748E5550F}"/>
              </a:ext>
            </a:extLst>
          </p:cNvPr>
          <p:cNvCxnSpPr>
            <a:cxnSpLocks/>
          </p:cNvCxnSpPr>
          <p:nvPr/>
        </p:nvCxnSpPr>
        <p:spPr>
          <a:xfrm flipV="1">
            <a:off x="5151120" y="4406537"/>
            <a:ext cx="2407920" cy="88579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4472A13-7DF2-415E-2775-1A8EF51C0734}"/>
              </a:ext>
            </a:extLst>
          </p:cNvPr>
          <p:cNvSpPr/>
          <p:nvPr/>
        </p:nvSpPr>
        <p:spPr>
          <a:xfrm>
            <a:off x="8741229" y="3627400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51DE950-2970-2D2F-A440-CB7715AA2FA0}"/>
              </a:ext>
            </a:extLst>
          </p:cNvPr>
          <p:cNvSpPr/>
          <p:nvPr/>
        </p:nvSpPr>
        <p:spPr>
          <a:xfrm>
            <a:off x="8382931" y="3317760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CCED419-A76A-C8A3-EE42-FAAA30E391CB}"/>
              </a:ext>
            </a:extLst>
          </p:cNvPr>
          <p:cNvSpPr/>
          <p:nvPr/>
        </p:nvSpPr>
        <p:spPr>
          <a:xfrm>
            <a:off x="8830492" y="4234492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361529-2BBE-5A95-612F-869E4AA69592}"/>
              </a:ext>
            </a:extLst>
          </p:cNvPr>
          <p:cNvSpPr/>
          <p:nvPr/>
        </p:nvSpPr>
        <p:spPr>
          <a:xfrm>
            <a:off x="8382931" y="4309691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AF59D95-D7A6-3CDD-3EE1-11877A95ECC7}"/>
              </a:ext>
            </a:extLst>
          </p:cNvPr>
          <p:cNvSpPr/>
          <p:nvPr/>
        </p:nvSpPr>
        <p:spPr>
          <a:xfrm>
            <a:off x="9378011" y="4290112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1AC4F2C-734E-C6CC-115A-ADBE0855F97C}"/>
              </a:ext>
            </a:extLst>
          </p:cNvPr>
          <p:cNvSpPr/>
          <p:nvPr/>
        </p:nvSpPr>
        <p:spPr>
          <a:xfrm>
            <a:off x="9065623" y="3849880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C32A78F-BC23-9A65-D055-DD0D23865966}"/>
              </a:ext>
            </a:extLst>
          </p:cNvPr>
          <p:cNvSpPr/>
          <p:nvPr/>
        </p:nvSpPr>
        <p:spPr>
          <a:xfrm>
            <a:off x="8761912" y="3260870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D971CAA-D09D-BD68-0928-396D0948066B}"/>
              </a:ext>
            </a:extLst>
          </p:cNvPr>
          <p:cNvSpPr/>
          <p:nvPr/>
        </p:nvSpPr>
        <p:spPr>
          <a:xfrm>
            <a:off x="8512687" y="3738640"/>
            <a:ext cx="137160" cy="111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55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415"/>
    </mc:Choice>
    <mc:Fallback xmlns="">
      <p:transition spd="slow" advTm="101415"/>
    </mc:Fallback>
  </mc:AlternateContent>
  <p:extLst>
    <p:ext uri="{3A86A75C-4F4B-4683-9AE1-C65F6400EC91}">
      <p14:laserTraceLst xmlns:p14="http://schemas.microsoft.com/office/powerpoint/2010/main">
        <p14:tracePtLst>
          <p14:tracePt t="428" x="3327400" y="2995613"/>
          <p14:tracePt t="430" x="3327400" y="3001963"/>
          <p14:tracePt t="437" x="3327400" y="3030538"/>
          <p14:tracePt t="447" x="3322638" y="3097213"/>
          <p14:tracePt t="457" x="3322638" y="3187700"/>
          <p14:tracePt t="467" x="3322638" y="3276600"/>
          <p14:tracePt t="477" x="3327400" y="3355975"/>
          <p14:tracePt t="487" x="3344863" y="3435350"/>
          <p14:tracePt t="497" x="3360738" y="3508375"/>
          <p14:tracePt t="507" x="3389313" y="3586163"/>
          <p14:tracePt t="517" x="3422650" y="3654425"/>
          <p14:tracePt t="527" x="3457575" y="3716338"/>
          <p14:tracePt t="537" x="3495675" y="3778250"/>
          <p14:tracePt t="547" x="3535363" y="3822700"/>
          <p14:tracePt t="557" x="3575050" y="3862388"/>
          <p14:tracePt t="567" x="3614738" y="3884613"/>
          <p14:tracePt t="577" x="3648075" y="3913188"/>
          <p14:tracePt t="587" x="3692525" y="3935413"/>
          <p14:tracePt t="597" x="3738563" y="3951288"/>
          <p14:tracePt t="607" x="3805238" y="3962400"/>
          <p14:tracePt t="617" x="3889375" y="3968750"/>
          <p14:tracePt t="627" x="3997325" y="3968750"/>
          <p14:tracePt t="637" x="4176713" y="3968750"/>
          <p14:tracePt t="647" x="4413250" y="3940175"/>
          <p14:tracePt t="657" x="4676775" y="3900488"/>
          <p14:tracePt t="667" x="4968875" y="3851275"/>
          <p14:tracePt t="677" x="5272088" y="3789363"/>
          <p14:tracePt t="687" x="5599113" y="3716338"/>
          <p14:tracePt t="697" x="5913438" y="3636963"/>
          <p14:tracePt t="707" x="6205538" y="3546475"/>
          <p14:tracePt t="717" x="6475413" y="3446463"/>
          <p14:tracePt t="727" x="6745288" y="3344863"/>
          <p14:tracePt t="737" x="7037388" y="3227388"/>
          <p14:tracePt t="747" x="7346950" y="3125788"/>
          <p14:tracePt t="757" x="7667625" y="3041650"/>
          <p14:tracePt t="767" x="7942263" y="2968625"/>
          <p14:tracePt t="777" x="8145463" y="2922588"/>
          <p14:tracePt t="787" x="8262938" y="2895600"/>
          <p14:tracePt t="797" x="8307388" y="2884488"/>
          <p14:tracePt t="807" x="8324850" y="2878138"/>
          <p14:tracePt t="817" x="8329613" y="2878138"/>
          <p14:tracePt t="832" x="8329613" y="2871788"/>
          <p14:tracePt t="858" x="8335963" y="2871788"/>
          <p14:tracePt t="896" x="8342313" y="2871788"/>
          <p14:tracePt t="900" x="8347075" y="2871788"/>
          <p14:tracePt t="907" x="8353425" y="2871788"/>
          <p14:tracePt t="917" x="8380413" y="2884488"/>
          <p14:tracePt t="927" x="8420100" y="2895600"/>
          <p14:tracePt t="937" x="8499475" y="2917825"/>
          <p14:tracePt t="947" x="8566150" y="2933700"/>
          <p14:tracePt t="957" x="8623300" y="2933700"/>
          <p14:tracePt t="967" x="8656638" y="2933700"/>
          <p14:tracePt t="977" x="8667750" y="2933700"/>
          <p14:tracePt t="1014" x="8672513" y="2933700"/>
          <p14:tracePt t="1030" x="8672513" y="2928938"/>
          <p14:tracePt t="1036" x="8672513" y="2922588"/>
          <p14:tracePt t="1040" x="8672513" y="2917825"/>
          <p14:tracePt t="1047" x="8672513" y="2911475"/>
          <p14:tracePt t="1057" x="8672513" y="2895600"/>
          <p14:tracePt t="1067" x="8672513" y="2878138"/>
          <p14:tracePt t="1077" x="8672513" y="2849563"/>
          <p14:tracePt t="1087" x="8672513" y="2822575"/>
          <p14:tracePt t="1098" x="8672513" y="2798763"/>
          <p14:tracePt t="1108" x="8672513" y="2787650"/>
          <p14:tracePt t="1122" x="8672513" y="2782888"/>
          <p14:tracePt t="1164" x="8672513" y="2787650"/>
          <p14:tracePt t="1166" x="8672513" y="2794000"/>
          <p14:tracePt t="1168" x="8672513" y="2798763"/>
          <p14:tracePt t="1177" x="8672513" y="2833688"/>
          <p14:tracePt t="1187" x="8672513" y="2878138"/>
          <p14:tracePt t="1197" x="8672513" y="2933700"/>
          <p14:tracePt t="1207" x="8661400" y="2990850"/>
          <p14:tracePt t="1217" x="8656638" y="3063875"/>
          <p14:tracePt t="1227" x="8645525" y="3148013"/>
          <p14:tracePt t="1237" x="8639175" y="3232150"/>
          <p14:tracePt t="1247" x="8639175" y="3305175"/>
          <p14:tracePt t="1257" x="8634413" y="3378200"/>
          <p14:tracePt t="1267" x="8634413" y="3451225"/>
          <p14:tracePt t="1277" x="8634413" y="3508375"/>
          <p14:tracePt t="1287" x="8634413" y="3557588"/>
          <p14:tracePt t="1297" x="8634413" y="3603625"/>
          <p14:tracePt t="1307" x="8645525" y="3643313"/>
          <p14:tracePt t="1317" x="8650288" y="3687763"/>
          <p14:tracePt t="1327" x="8661400" y="3727450"/>
          <p14:tracePt t="1337" x="8672513" y="3771900"/>
          <p14:tracePt t="1347" x="8685213" y="3822700"/>
          <p14:tracePt t="1357" x="8696325" y="3862388"/>
          <p14:tracePt t="1367" x="8707438" y="3900488"/>
          <p14:tracePt t="1377" x="8707438" y="3924300"/>
          <p14:tracePt t="1387" x="8707438" y="3946525"/>
          <p14:tracePt t="1397" x="8707438" y="3968750"/>
          <p14:tracePt t="1407" x="8712200" y="3990975"/>
          <p14:tracePt t="1417" x="8712200" y="4013200"/>
          <p14:tracePt t="1427" x="8712200" y="4041775"/>
          <p14:tracePt t="1437" x="8712200" y="4064000"/>
          <p14:tracePt t="1447" x="8701088" y="4086225"/>
          <p14:tracePt t="1457" x="8685213" y="4114800"/>
          <p14:tracePt t="1467" x="8650288" y="4143375"/>
          <p14:tracePt t="1477" x="8605838" y="4170363"/>
          <p14:tracePt t="1487" x="8515350" y="4205288"/>
          <p14:tracePt t="1497" x="8391525" y="4232275"/>
          <p14:tracePt t="1507" x="8207375" y="4243388"/>
          <p14:tracePt t="1517" x="7942263" y="4260850"/>
          <p14:tracePt t="1527" x="7667625" y="4267200"/>
          <p14:tracePt t="1537" x="7391400" y="4289425"/>
          <p14:tracePt t="1547" x="7132638" y="4329113"/>
          <p14:tracePt t="1557" x="6919913" y="4378325"/>
          <p14:tracePt t="1567" x="6727825" y="4424363"/>
          <p14:tracePt t="1577" x="6559550" y="4457700"/>
          <p14:tracePt t="1587" x="6424613" y="4479925"/>
          <p14:tracePt t="1597" x="6318250" y="4486275"/>
          <p14:tracePt t="1607" x="6245225" y="4486275"/>
          <p14:tracePt t="1617" x="6176963" y="4479925"/>
          <p14:tracePt t="1627" x="6110288" y="4468813"/>
          <p14:tracePt t="1637" x="6048375" y="4457700"/>
          <p14:tracePt t="1647" x="5980113" y="4435475"/>
          <p14:tracePt t="1657" x="5907088" y="4424363"/>
          <p14:tracePt t="1667" x="5834063" y="4413250"/>
          <p14:tracePt t="1677" x="5772150" y="4406900"/>
          <p14:tracePt t="1687" x="5716588" y="4395788"/>
          <p14:tracePt t="1697" x="5665788" y="4391025"/>
          <p14:tracePt t="1707" x="5614988" y="4384675"/>
          <p14:tracePt t="1717" x="5564188" y="4378325"/>
          <p14:tracePt t="1727" x="5514975" y="4378325"/>
          <p14:tracePt t="1737" x="5464175" y="4378325"/>
          <p14:tracePt t="1747" x="5407025" y="4378325"/>
          <p14:tracePt t="1757" x="5345113" y="4378325"/>
          <p14:tracePt t="1767" x="5300663" y="4378325"/>
          <p14:tracePt t="1777" x="5272088" y="4384675"/>
          <p14:tracePt t="1787" x="5256213" y="4384675"/>
          <p14:tracePt t="1797" x="5245100" y="4384675"/>
          <p14:tracePt t="1830" x="5238750" y="4384675"/>
          <p14:tracePt t="1840" x="5232400" y="4384675"/>
          <p14:tracePt t="1854" x="5227638" y="4384675"/>
          <p14:tracePt t="1860" x="5221288" y="4384675"/>
          <p14:tracePt t="1862" x="5221288" y="4378325"/>
          <p14:tracePt t="1867" x="5210175" y="4378325"/>
          <p14:tracePt t="1877" x="5183188" y="4362450"/>
          <p14:tracePt t="1887" x="5154613" y="4340225"/>
          <p14:tracePt t="1897" x="5110163" y="4316413"/>
          <p14:tracePt t="1907" x="5059363" y="4300538"/>
          <p14:tracePt t="1917" x="5019675" y="4289425"/>
          <p14:tracePt t="1927" x="4991100" y="4278313"/>
          <p14:tracePt t="1937" x="4979988" y="4278313"/>
          <p14:tracePt t="1947" x="4968875" y="4278313"/>
          <p14:tracePt t="1957" x="4964113" y="4278313"/>
          <p14:tracePt t="1967" x="4951413" y="4278313"/>
          <p14:tracePt t="1977" x="4940300" y="4283075"/>
          <p14:tracePt t="1987" x="4924425" y="4294188"/>
          <p14:tracePt t="1997" x="4913313" y="4305300"/>
          <p14:tracePt t="2007" x="4884738" y="4322763"/>
          <p14:tracePt t="2017" x="4856163" y="4351338"/>
          <p14:tracePt t="2027" x="4840288" y="4373563"/>
          <p14:tracePt t="2037" x="4822825" y="4395788"/>
          <p14:tracePt t="2047" x="4805363" y="4418013"/>
          <p14:tracePt t="2057" x="4789488" y="4446588"/>
          <p14:tracePt t="2067" x="4772025" y="4468813"/>
          <p14:tracePt t="2077" x="4760913" y="4486275"/>
          <p14:tracePt t="2087" x="4749800" y="4497388"/>
          <p14:tracePt t="2098" x="4743450" y="4508500"/>
          <p14:tracePt t="2110" x="4738688" y="4508500"/>
          <p14:tracePt t="2117" x="4738688" y="4513263"/>
          <p14:tracePt t="2127" x="4732338" y="4513263"/>
          <p14:tracePt t="2164" x="4727575" y="4513263"/>
          <p14:tracePt t="2174" x="4721225" y="4513263"/>
          <p14:tracePt t="2180" x="4721225" y="4508500"/>
          <p14:tracePt t="2182" x="4716463" y="4508500"/>
          <p14:tracePt t="2187" x="4716463" y="4502150"/>
          <p14:tracePt t="2197" x="4699000" y="4491038"/>
          <p14:tracePt t="2207" x="4665663" y="4464050"/>
          <p14:tracePt t="2217" x="4637088" y="4435475"/>
          <p14:tracePt t="2227" x="4603750" y="4406900"/>
          <p14:tracePt t="2237" x="4570413" y="4384675"/>
          <p14:tracePt t="2247" x="4548188" y="4367213"/>
          <p14:tracePt t="2257" x="4519613" y="4356100"/>
          <p14:tracePt t="2267" x="4502150" y="4351338"/>
          <p14:tracePt t="2277" x="4497388" y="4344988"/>
          <p14:tracePt t="2287" x="4491038" y="4344988"/>
          <p14:tracePt t="2314" x="4491038" y="4340225"/>
          <p14:tracePt t="2362" x="4486275" y="4340225"/>
          <p14:tracePt t="2466" x="4479925" y="4340225"/>
          <p14:tracePt t="2484" x="4473575" y="4340225"/>
          <p14:tracePt t="2494" x="4468813" y="4340225"/>
          <p14:tracePt t="2514" x="4462463" y="4340225"/>
          <p14:tracePt t="2538" x="4457700" y="4340225"/>
          <p14:tracePt t="2564" x="4451350" y="4340225"/>
          <p14:tracePt t="2578" x="4446588" y="4340225"/>
          <p14:tracePt t="2626" x="4440238" y="4340225"/>
          <p14:tracePt t="2765" x="4446588" y="4340225"/>
          <p14:tracePt t="2770" x="4451350" y="4340225"/>
          <p14:tracePt t="2784" x="4457700" y="4340225"/>
          <p14:tracePt t="2786" x="4457700" y="4344988"/>
          <p14:tracePt t="2796" x="4462463" y="4344988"/>
          <p14:tracePt t="2806" x="4468813" y="4344988"/>
          <p14:tracePt t="2810" x="4468813" y="4351338"/>
          <p14:tracePt t="2817" x="4473575" y="4351338"/>
          <p14:tracePt t="2832" x="4479925" y="4351338"/>
          <p14:tracePt t="2837" x="4479925" y="4356100"/>
          <p14:tracePt t="2848" x="4486275" y="4362450"/>
          <p14:tracePt t="2858" x="4491038" y="4362450"/>
          <p14:tracePt t="2867" x="4502150" y="4367213"/>
          <p14:tracePt t="2877" x="4513263" y="4378325"/>
          <p14:tracePt t="2887" x="4524375" y="4391025"/>
          <p14:tracePt t="2897" x="4530725" y="4395788"/>
          <p14:tracePt t="2907" x="4535488" y="4402138"/>
          <p14:tracePt t="2920" x="4541838" y="4402138"/>
          <p14:tracePt t="2928" x="4548188" y="4402138"/>
          <p14:tracePt t="2937" x="4548188" y="4406900"/>
          <p14:tracePt t="2947" x="4552950" y="4413250"/>
          <p14:tracePt t="2957" x="4559300" y="4413250"/>
          <p14:tracePt t="2967" x="4570413" y="4424363"/>
          <p14:tracePt t="2977" x="4581525" y="4429125"/>
          <p14:tracePt t="2987" x="4592638" y="4440238"/>
          <p14:tracePt t="2997" x="4608513" y="4446588"/>
          <p14:tracePt t="3007" x="4625975" y="4457700"/>
          <p14:tracePt t="3017" x="4637088" y="4468813"/>
          <p14:tracePt t="3027" x="4654550" y="4479925"/>
          <p14:tracePt t="3037" x="4670425" y="4486275"/>
          <p14:tracePt t="3047" x="4687888" y="4497388"/>
          <p14:tracePt t="3057" x="4705350" y="4508500"/>
          <p14:tracePt t="3067" x="4743450" y="4524375"/>
          <p14:tracePt t="3077" x="4783138" y="4541838"/>
          <p14:tracePt t="3087" x="4822825" y="4559300"/>
          <p14:tracePt t="3097" x="4878388" y="4575175"/>
          <p14:tracePt t="3107" x="4924425" y="4586288"/>
          <p14:tracePt t="3117" x="4975225" y="4598988"/>
          <p14:tracePt t="3127" x="5019675" y="4603750"/>
          <p14:tracePt t="3137" x="5070475" y="4614863"/>
          <p14:tracePt t="3147" x="5110163" y="4621213"/>
          <p14:tracePt t="3157" x="5154613" y="4621213"/>
          <p14:tracePt t="3167" x="5205413" y="4625975"/>
          <p14:tracePt t="3177" x="5260975" y="4625975"/>
          <p14:tracePt t="3187" x="5329238" y="4625975"/>
          <p14:tracePt t="3197" x="5391150" y="4625975"/>
          <p14:tracePt t="3207" x="5457825" y="4625975"/>
          <p14:tracePt t="3217" x="5519738" y="4625975"/>
          <p14:tracePt t="3227" x="5581650" y="4625975"/>
          <p14:tracePt t="3237" x="5632450" y="4625975"/>
          <p14:tracePt t="3247" x="5672138" y="4621213"/>
          <p14:tracePt t="3257" x="5710238" y="4610100"/>
          <p14:tracePt t="3267" x="5745163" y="4598988"/>
          <p14:tracePt t="3277" x="5778500" y="4575175"/>
          <p14:tracePt t="3287" x="5822950" y="4559300"/>
          <p14:tracePt t="3297" x="5907088" y="4530725"/>
          <p14:tracePt t="3307" x="6003925" y="4502150"/>
          <p14:tracePt t="3317" x="6115050" y="4479925"/>
          <p14:tracePt t="3327" x="6238875" y="4457700"/>
          <p14:tracePt t="3337" x="6362700" y="4424363"/>
          <p14:tracePt t="3347" x="6475413" y="4395788"/>
          <p14:tracePt t="3357" x="6570663" y="4351338"/>
          <p14:tracePt t="3367" x="6650038" y="4311650"/>
          <p14:tracePt t="3377" x="6705600" y="4271963"/>
          <p14:tracePt t="3387" x="6751638" y="4232275"/>
          <p14:tracePt t="3397" x="6784975" y="4194175"/>
          <p14:tracePt t="3407" x="6824663" y="4154488"/>
          <p14:tracePt t="3417" x="6862763" y="4108450"/>
          <p14:tracePt t="3427" x="6913563" y="4059238"/>
          <p14:tracePt t="3437" x="6970713" y="4002088"/>
          <p14:tracePt t="3447" x="7019925" y="3951288"/>
          <p14:tracePt t="3457" x="7065963" y="3889375"/>
          <p14:tracePt t="3467" x="7110413" y="3838575"/>
          <p14:tracePt t="3477" x="7154863" y="3783013"/>
          <p14:tracePt t="3487" x="7189788" y="3738563"/>
          <p14:tracePt t="3497" x="7223125" y="3698875"/>
          <p14:tracePt t="3507" x="7251700" y="3659188"/>
          <p14:tracePt t="3517" x="7273925" y="3625850"/>
          <p14:tracePt t="3527" x="7289800" y="3597275"/>
          <p14:tracePt t="3537" x="7307263" y="3575050"/>
          <p14:tracePt t="3547" x="7324725" y="3557588"/>
          <p14:tracePt t="3557" x="7351713" y="3530600"/>
          <p14:tracePt t="3567" x="7375525" y="3513138"/>
          <p14:tracePt t="3577" x="7402513" y="3490913"/>
          <p14:tracePt t="3587" x="7435850" y="3473450"/>
          <p14:tracePt t="3597" x="7470775" y="3451225"/>
          <p14:tracePt t="3607" x="7510463" y="3429000"/>
          <p14:tracePt t="3617" x="7543800" y="3411538"/>
          <p14:tracePt t="3627" x="7577138" y="3395663"/>
          <p14:tracePt t="3637" x="7605713" y="3378200"/>
          <p14:tracePt t="3647" x="7627938" y="3355975"/>
          <p14:tracePt t="3657" x="7661275" y="3333750"/>
          <p14:tracePt t="3667" x="7723188" y="3282950"/>
          <p14:tracePt t="3677" x="7785100" y="3232150"/>
          <p14:tracePt t="3687" x="7869238" y="3170238"/>
          <p14:tracePt t="3697" x="7942263" y="3108325"/>
          <p14:tracePt t="3707" x="8004175" y="3057525"/>
          <p14:tracePt t="3717" x="8043863" y="3019425"/>
          <p14:tracePt t="3727" x="8061325" y="3001963"/>
          <p14:tracePt t="3737" x="8072438" y="2990850"/>
          <p14:tracePt t="3748" x="8077200" y="2990850"/>
          <p14:tracePt t="3757" x="8077200" y="2984500"/>
          <p14:tracePt t="3778" x="8077200" y="2979738"/>
          <p14:tracePt t="3790" x="8083550" y="2979738"/>
          <p14:tracePt t="3796" x="8083550" y="2973388"/>
          <p14:tracePt t="3878" x="8088313" y="2968625"/>
          <p14:tracePt t="3894" x="8094663" y="2968625"/>
          <p14:tracePt t="3896" x="8094663" y="2962275"/>
          <p14:tracePt t="3910" x="8099425" y="2962275"/>
          <p14:tracePt t="3920" x="8105775" y="2962275"/>
          <p14:tracePt t="3924" x="8105775" y="2957513"/>
          <p14:tracePt t="3934" x="8110538" y="2957513"/>
          <p14:tracePt t="3937" x="8110538" y="2951163"/>
          <p14:tracePt t="3947" x="8116888" y="2951163"/>
          <p14:tracePt t="3957" x="8121650" y="2951163"/>
          <p14:tracePt t="3967" x="8134350" y="2944813"/>
          <p14:tracePt t="3977" x="8139113" y="2944813"/>
          <p14:tracePt t="3987" x="8150225" y="2944813"/>
          <p14:tracePt t="3997" x="8161338" y="2944813"/>
          <p14:tracePt t="4007" x="8172450" y="2944813"/>
          <p14:tracePt t="4017" x="8189913" y="2944813"/>
          <p14:tracePt t="4027" x="8212138" y="2944813"/>
          <p14:tracePt t="4037" x="8256588" y="2968625"/>
          <p14:tracePt t="4047" x="8302625" y="2984500"/>
          <p14:tracePt t="4057" x="8358188" y="3006725"/>
          <p14:tracePt t="4067" x="8437563" y="3046413"/>
          <p14:tracePt t="4077" x="8493125" y="3097213"/>
          <p14:tracePt t="4087" x="8572500" y="3165475"/>
          <p14:tracePt t="4097" x="8661400" y="3249613"/>
          <p14:tracePt t="4107" x="8723313" y="3333750"/>
          <p14:tracePt t="4117" x="8802688" y="3435350"/>
          <p14:tracePt t="4127" x="8875713" y="3524250"/>
          <p14:tracePt t="4137" x="8937625" y="3592513"/>
          <p14:tracePt t="4147" x="8982075" y="3648075"/>
          <p14:tracePt t="4157" x="9015413" y="3692525"/>
          <p14:tracePt t="4167" x="9043988" y="3732213"/>
          <p14:tracePt t="4177" x="9061450" y="3765550"/>
          <p14:tracePt t="4187" x="9077325" y="3789363"/>
          <p14:tracePt t="4197" x="9083675" y="3811588"/>
          <p14:tracePt t="4207" x="9094788" y="3833813"/>
          <p14:tracePt t="4217" x="9112250" y="3856038"/>
          <p14:tracePt t="4227" x="9123363" y="3878263"/>
          <p14:tracePt t="4237" x="9134475" y="3900488"/>
          <p14:tracePt t="4247" x="9150350" y="3917950"/>
          <p14:tracePt t="4257" x="9156700" y="3929063"/>
          <p14:tracePt t="4267" x="9163050" y="3940175"/>
          <p14:tracePt t="4277" x="9174163" y="3951288"/>
          <p14:tracePt t="4287" x="9178925" y="3962400"/>
          <p14:tracePt t="4297" x="9185275" y="3979863"/>
          <p14:tracePt t="4307" x="9190038" y="3997325"/>
          <p14:tracePt t="4317" x="9196388" y="4013200"/>
          <p14:tracePt t="4327" x="9196388" y="4024313"/>
          <p14:tracePt t="4337" x="9201150" y="4035425"/>
          <p14:tracePt t="4347" x="9201150" y="4041775"/>
          <p14:tracePt t="4357" x="9201150" y="4052888"/>
          <p14:tracePt t="4367" x="9207500" y="4064000"/>
          <p14:tracePt t="4377" x="9207500" y="4086225"/>
          <p14:tracePt t="4387" x="9212263" y="4103688"/>
          <p14:tracePt t="4397" x="9218613" y="4132263"/>
          <p14:tracePt t="4407" x="9218613" y="4154488"/>
          <p14:tracePt t="4417" x="9218613" y="4170363"/>
          <p14:tracePt t="4427" x="9218613" y="4176713"/>
          <p14:tracePt t="4448" x="9218613" y="4181475"/>
          <p14:tracePt t="4658" x="9212263" y="4181475"/>
          <p14:tracePt t="4662" x="9207500" y="4181475"/>
          <p14:tracePt t="4667" x="9190038" y="4181475"/>
          <p14:tracePt t="4677" x="9112250" y="4170363"/>
          <p14:tracePt t="4687" x="8953500" y="4148138"/>
          <p14:tracePt t="4697" x="8701088" y="4132263"/>
          <p14:tracePt t="4707" x="8397875" y="4114800"/>
          <p14:tracePt t="4717" x="8054975" y="4114800"/>
          <p14:tracePt t="4727" x="7712075" y="4114800"/>
          <p14:tracePt t="4737" x="7375525" y="4159250"/>
          <p14:tracePt t="4747" x="7043738" y="4216400"/>
          <p14:tracePt t="4757" x="6723063" y="4271963"/>
          <p14:tracePt t="4767" x="6419850" y="4329113"/>
          <p14:tracePt t="4777" x="6138863" y="4373563"/>
          <p14:tracePt t="4787" x="5902325" y="4402138"/>
          <p14:tracePt t="4797" x="5705475" y="4406900"/>
          <p14:tracePt t="4807" x="5559425" y="4406900"/>
          <p14:tracePt t="4817" x="5475288" y="4406900"/>
          <p14:tracePt t="4827" x="5407025" y="4391025"/>
          <p14:tracePt t="4837" x="5345113" y="4373563"/>
          <p14:tracePt t="4847" x="5294313" y="4362450"/>
          <p14:tracePt t="4857" x="5283200" y="4356100"/>
          <p14:tracePt t="4867" x="5278438" y="4351338"/>
          <p14:tracePt t="4878" x="5272088" y="4344988"/>
          <p14:tracePt t="4887" x="5267325" y="4329113"/>
          <p14:tracePt t="4897" x="5267325" y="4278313"/>
          <p14:tracePt t="4907" x="5283200" y="4221163"/>
          <p14:tracePt t="4917" x="5322888" y="4148138"/>
          <p14:tracePt t="4927" x="5391150" y="4075113"/>
          <p14:tracePt t="4937" x="5514975" y="3990975"/>
          <p14:tracePt t="4947" x="5738813" y="3895725"/>
          <p14:tracePt t="4957" x="5986463" y="3816350"/>
          <p14:tracePt t="4967" x="6261100" y="3760788"/>
          <p14:tracePt t="4977" x="6542088" y="3705225"/>
          <p14:tracePt t="4987" x="6807200" y="3643313"/>
          <p14:tracePt t="4997" x="7032625" y="3581400"/>
          <p14:tracePt t="5007" x="7212013" y="3513138"/>
          <p14:tracePt t="5017" x="7318375" y="3457575"/>
          <p14:tracePt t="5027" x="7369175" y="3406775"/>
          <p14:tracePt t="5037" x="7386638" y="3373438"/>
          <p14:tracePt t="5047" x="7391400" y="3333750"/>
          <p14:tracePt t="5057" x="7386638" y="3287713"/>
          <p14:tracePt t="5067" x="7362825" y="3232150"/>
          <p14:tracePt t="5077" x="7346950" y="3176588"/>
          <p14:tracePt t="5087" x="7335838" y="3141663"/>
          <p14:tracePt t="5098" x="7335838" y="3108325"/>
          <p14:tracePt t="5107" x="7335838" y="3086100"/>
          <p14:tracePt t="5117" x="7335838" y="3063875"/>
          <p14:tracePt t="5127" x="7346950" y="3046413"/>
          <p14:tracePt t="5137" x="7358063" y="3035300"/>
          <p14:tracePt t="5147" x="7375525" y="3019425"/>
          <p14:tracePt t="5157" x="7397750" y="3001963"/>
          <p14:tracePt t="5167" x="7453313" y="2979738"/>
          <p14:tracePt t="5177" x="7543800" y="2944813"/>
          <p14:tracePt t="5187" x="7700963" y="2895600"/>
          <p14:tracePt t="5197" x="7926388" y="2833688"/>
          <p14:tracePt t="5207" x="8128000" y="2787650"/>
          <p14:tracePt t="5217" x="8329613" y="2743200"/>
          <p14:tracePt t="5227" x="8499475" y="2714625"/>
          <p14:tracePt t="5237" x="8628063" y="2687638"/>
          <p14:tracePt t="5247" x="8707438" y="2681288"/>
          <p14:tracePt t="5257" x="8769350" y="2676525"/>
          <p14:tracePt t="5267" x="8796338" y="2670175"/>
          <p14:tracePt t="5277" x="8802688" y="2670175"/>
          <p14:tracePt t="5287" x="8807450" y="2670175"/>
          <p14:tracePt t="5304" x="8813800" y="2670175"/>
          <p14:tracePt t="5308" x="8813800" y="2676525"/>
          <p14:tracePt t="5317" x="8842375" y="2703513"/>
          <p14:tracePt t="5327" x="8904288" y="2782888"/>
          <p14:tracePt t="5337" x="9021763" y="2917825"/>
          <p14:tracePt t="5347" x="9167813" y="3092450"/>
          <p14:tracePt t="5357" x="9309100" y="3276600"/>
          <p14:tracePt t="5367" x="9426575" y="3468688"/>
          <p14:tracePt t="5377" x="9521825" y="3654425"/>
          <p14:tracePt t="5387" x="9617075" y="3862388"/>
          <p14:tracePt t="5397" x="9718675" y="4092575"/>
          <p14:tracePt t="5407" x="9820275" y="4356100"/>
          <p14:tracePt t="5417" x="9909175" y="4632325"/>
          <p14:tracePt t="5427" x="9977438" y="4873625"/>
          <p14:tracePt t="5437" x="10028238" y="5076825"/>
          <p14:tracePt t="5447" x="10061575" y="5256213"/>
          <p14:tracePt t="5457" x="10106025" y="5402263"/>
          <p14:tracePt t="5467" x="10134600" y="5508625"/>
          <p14:tracePt t="5477" x="10152063" y="5581650"/>
          <p14:tracePt t="5487" x="10156825" y="5621338"/>
          <p14:tracePt t="5497" x="10156825" y="5627688"/>
          <p14:tracePt t="5512" x="10156825" y="5632450"/>
          <p14:tracePt t="5538" x="10152063" y="5632450"/>
          <p14:tracePt t="5540" x="10145713" y="5632450"/>
          <p14:tracePt t="5547" x="10106025" y="5610225"/>
          <p14:tracePt t="5557" x="9977438" y="5537200"/>
          <p14:tracePt t="5567" x="9740900" y="5424488"/>
          <p14:tracePt t="5577" x="9393238" y="5260975"/>
          <p14:tracePt t="5587" x="8915400" y="5041900"/>
          <p14:tracePt t="5597" x="8296275" y="4783138"/>
          <p14:tracePt t="5607" x="7672388" y="4530725"/>
          <p14:tracePt t="5617" x="7138988" y="4311650"/>
          <p14:tracePt t="5627" x="6723063" y="4137025"/>
          <p14:tracePt t="5637" x="6384925" y="3990975"/>
          <p14:tracePt t="5647" x="6110288" y="3856038"/>
          <p14:tracePt t="5657" x="5907088" y="3732213"/>
          <p14:tracePt t="5667" x="5789613" y="3630613"/>
          <p14:tracePt t="5677" x="5756275" y="3575050"/>
          <p14:tracePt t="5687" x="5749925" y="3524250"/>
          <p14:tracePt t="5697" x="5749925" y="3473450"/>
          <p14:tracePt t="5707" x="5767388" y="3406775"/>
          <p14:tracePt t="5717" x="5800725" y="3316288"/>
          <p14:tracePt t="5727" x="5845175" y="3221038"/>
          <p14:tracePt t="5737" x="5907088" y="3130550"/>
          <p14:tracePt t="5747" x="5986463" y="3041650"/>
          <p14:tracePt t="5757" x="6076950" y="2951163"/>
          <p14:tracePt t="5767" x="6176963" y="2867025"/>
          <p14:tracePt t="5777" x="6318250" y="2794000"/>
          <p14:tracePt t="5787" x="6457950" y="2732088"/>
          <p14:tracePt t="5797" x="6616700" y="2663825"/>
          <p14:tracePt t="5807" x="6773863" y="2608263"/>
          <p14:tracePt t="5817" x="6913563" y="2546350"/>
          <p14:tracePt t="5827" x="7037388" y="2490788"/>
          <p14:tracePt t="5837" x="7127875" y="2455863"/>
          <p14:tracePt t="5847" x="7205663" y="2428875"/>
          <p14:tracePt t="5857" x="7285038" y="2411413"/>
          <p14:tracePt t="5867" x="7362825" y="2400300"/>
          <p14:tracePt t="5877" x="7435850" y="2393950"/>
          <p14:tracePt t="5887" x="7504113" y="2393950"/>
          <p14:tracePt t="5897" x="7559675" y="2393950"/>
          <p14:tracePt t="5907" x="7599363" y="2393950"/>
          <p14:tracePt t="5917" x="7639050" y="2400300"/>
          <p14:tracePt t="5927" x="7672388" y="2411413"/>
          <p14:tracePt t="5937" x="7712075" y="2417763"/>
          <p14:tracePt t="5947" x="7756525" y="2428875"/>
          <p14:tracePt t="5957" x="7818438" y="2444750"/>
          <p14:tracePt t="5967" x="7897813" y="2473325"/>
          <p14:tracePt t="5977" x="7970838" y="2490788"/>
          <p14:tracePt t="5987" x="8061325" y="2513013"/>
          <p14:tracePt t="5997" x="8150225" y="2528888"/>
          <p14:tracePt t="6007" x="8245475" y="2552700"/>
          <p14:tracePt t="6017" x="8335963" y="2568575"/>
          <p14:tracePt t="6027" x="8402638" y="2590800"/>
          <p14:tracePt t="6037" x="8453438" y="2614613"/>
          <p14:tracePt t="6047" x="8493125" y="2636838"/>
          <p14:tracePt t="6057" x="8537575" y="2681288"/>
          <p14:tracePt t="6067" x="8594725" y="2754313"/>
          <p14:tracePt t="6077" x="8667750" y="2833688"/>
          <p14:tracePt t="6087" x="8718550" y="2895600"/>
          <p14:tracePt t="6097" x="8758238" y="2944813"/>
          <p14:tracePt t="6107" x="8791575" y="2990850"/>
          <p14:tracePt t="6117" x="8820150" y="3035300"/>
          <p14:tracePt t="6127" x="8858250" y="3092450"/>
          <p14:tracePt t="6137" x="8904288" y="3165475"/>
          <p14:tracePt t="6147" x="8942388" y="3254375"/>
          <p14:tracePt t="6158" x="8988425" y="3355975"/>
          <p14:tracePt t="6167" x="9021763" y="3457575"/>
          <p14:tracePt t="6177" x="9050338" y="3557588"/>
          <p14:tracePt t="6187" x="9072563" y="3654425"/>
          <p14:tracePt t="6197" x="9088438" y="3732213"/>
          <p14:tracePt t="6207" x="9105900" y="3800475"/>
          <p14:tracePt t="6217" x="9128125" y="3867150"/>
          <p14:tracePt t="6227" x="9156700" y="3940175"/>
          <p14:tracePt t="6237" x="9185275" y="4024313"/>
          <p14:tracePt t="6247" x="9212263" y="4103688"/>
          <p14:tracePt t="6257" x="9229725" y="4176713"/>
          <p14:tracePt t="6267" x="9247188" y="4249738"/>
          <p14:tracePt t="6277" x="9263063" y="4316413"/>
          <p14:tracePt t="6287" x="9269413" y="4378325"/>
          <p14:tracePt t="6297" x="9274175" y="4406900"/>
          <p14:tracePt t="6307" x="9274175" y="4413250"/>
          <p14:tracePt t="6317" x="9274175" y="4418013"/>
          <p14:tracePt t="6352" x="9269413" y="4418013"/>
          <p14:tracePt t="6354" x="9263063" y="4418013"/>
          <p14:tracePt t="6357" x="9251950" y="4413250"/>
          <p14:tracePt t="6367" x="9163050" y="4373563"/>
          <p14:tracePt t="6377" x="8948738" y="4283075"/>
          <p14:tracePt t="6387" x="8696325" y="4165600"/>
          <p14:tracePt t="6397" x="8437563" y="4048125"/>
          <p14:tracePt t="6407" x="8189913" y="3906838"/>
          <p14:tracePt t="6417" x="7970838" y="3783013"/>
          <p14:tracePt t="6427" x="7802563" y="3659188"/>
          <p14:tracePt t="6437" x="7656513" y="3535363"/>
          <p14:tracePt t="6447" x="7526338" y="3417888"/>
          <p14:tracePt t="6457" x="7413625" y="3294063"/>
          <p14:tracePt t="6467" x="7329488" y="3170238"/>
          <p14:tracePt t="6477" x="7256463" y="3046413"/>
          <p14:tracePt t="6487" x="7205663" y="2933700"/>
          <p14:tracePt t="6497" x="7183438" y="2833688"/>
          <p14:tracePt t="6507" x="7172325" y="2743200"/>
          <p14:tracePt t="6517" x="7172325" y="2663825"/>
          <p14:tracePt t="6527" x="7172325" y="2586038"/>
          <p14:tracePt t="6537" x="7189788" y="2517775"/>
          <p14:tracePt t="6547" x="7216775" y="2451100"/>
          <p14:tracePt t="6557" x="7262813" y="2389188"/>
          <p14:tracePt t="6567" x="7313613" y="2333625"/>
          <p14:tracePt t="6577" x="7402513" y="2276475"/>
          <p14:tracePt t="6587" x="7521575" y="2214563"/>
          <p14:tracePt t="6597" x="7656513" y="2159000"/>
          <p14:tracePt t="6607" x="7829550" y="2112963"/>
          <p14:tracePt t="6617" x="8054975" y="2057400"/>
          <p14:tracePt t="6627" x="8296275" y="2024063"/>
          <p14:tracePt t="6637" x="8572500" y="2012950"/>
          <p14:tracePt t="6647" x="8858250" y="2012950"/>
          <p14:tracePt t="6657" x="9145588" y="2024063"/>
          <p14:tracePt t="6667" x="9420225" y="2051050"/>
          <p14:tracePt t="6677" x="9678988" y="2090738"/>
          <p14:tracePt t="6687" x="9926638" y="2159000"/>
          <p14:tracePt t="6697" x="10156825" y="2254250"/>
          <p14:tracePt t="6707" x="10337800" y="2360613"/>
          <p14:tracePt t="6717" x="10466388" y="2473325"/>
          <p14:tracePt t="6727" x="10556875" y="2586038"/>
          <p14:tracePt t="6737" x="10612438" y="2698750"/>
          <p14:tracePt t="6747" x="10652125" y="2838450"/>
          <p14:tracePt t="6757" x="10668000" y="2990850"/>
          <p14:tracePt t="6767" x="10680700" y="3141663"/>
          <p14:tracePt t="6777" x="10680700" y="3311525"/>
          <p14:tracePt t="6787" x="10674350" y="3479800"/>
          <p14:tracePt t="6797" x="10645775" y="3636963"/>
          <p14:tracePt t="6807" x="10606088" y="3778250"/>
          <p14:tracePt t="6817" x="10583863" y="3878263"/>
          <p14:tracePt t="6827" x="10550525" y="3962400"/>
          <p14:tracePt t="6837" x="10528300" y="4030663"/>
          <p14:tracePt t="6847" x="10494963" y="4092575"/>
          <p14:tracePt t="6857" x="10460038" y="4143375"/>
          <p14:tracePt t="6867" x="10410825" y="4194175"/>
          <p14:tracePt t="6877" x="10360025" y="4221163"/>
          <p14:tracePt t="6887" x="10298113" y="4256088"/>
          <p14:tracePt t="6897" x="10225088" y="4283075"/>
          <p14:tracePt t="6907" x="10156825" y="4300538"/>
          <p14:tracePt t="6917" x="10090150" y="4322763"/>
          <p14:tracePt t="6927" x="10028238" y="4344988"/>
          <p14:tracePt t="6937" x="9977438" y="4362450"/>
          <p14:tracePt t="6947" x="9955213" y="4373563"/>
          <p14:tracePt t="6957" x="9932988" y="4391025"/>
          <p14:tracePt t="6967" x="9921875" y="4395788"/>
          <p14:tracePt t="6977" x="9909175" y="4406900"/>
          <p14:tracePt t="6987" x="9904413" y="4413250"/>
          <p14:tracePt t="6997" x="9898063" y="4413250"/>
          <p14:tracePt t="7014" x="9893300" y="4413250"/>
          <p14:tracePt t="7024" x="9886950" y="4413250"/>
          <p14:tracePt t="7040" x="9882188" y="4413250"/>
          <p14:tracePt t="7046" x="9875838" y="4413250"/>
          <p14:tracePt t="7050" x="9864725" y="4406900"/>
          <p14:tracePt t="7057" x="9842500" y="4395788"/>
          <p14:tracePt t="7067" x="9780588" y="4356100"/>
          <p14:tracePt t="7077" x="9685338" y="4289425"/>
          <p14:tracePt t="7087" x="9561513" y="4194175"/>
          <p14:tracePt t="7098" x="9404350" y="4075113"/>
          <p14:tracePt t="7107" x="9229725" y="3940175"/>
          <p14:tracePt t="7117" x="9055100" y="3800475"/>
          <p14:tracePt t="7127" x="8864600" y="3654425"/>
          <p14:tracePt t="7137" x="8689975" y="3530600"/>
          <p14:tracePt t="7147" x="8510588" y="3411538"/>
          <p14:tracePt t="7157" x="8353425" y="3300413"/>
          <p14:tracePt t="7167" x="8218488" y="3203575"/>
          <p14:tracePt t="7177" x="8134350" y="3114675"/>
          <p14:tracePt t="7187" x="8083550" y="3046413"/>
          <p14:tracePt t="7197" x="8043863" y="2979738"/>
          <p14:tracePt t="7207" x="8010525" y="2917825"/>
          <p14:tracePt t="7217" x="7986713" y="2849563"/>
          <p14:tracePt t="7227" x="7970838" y="2809875"/>
          <p14:tracePt t="7237" x="7964488" y="2798763"/>
          <p14:tracePt t="7247" x="7964488" y="2794000"/>
          <p14:tracePt t="7257" x="7959725" y="2787650"/>
          <p14:tracePt t="7267" x="7959725" y="2782888"/>
          <p14:tracePt t="7277" x="7959725" y="2776538"/>
          <p14:tracePt t="7287" x="7953375" y="2771775"/>
          <p14:tracePt t="7310" x="7953375" y="2765425"/>
          <p14:tracePt t="7334" x="7959725" y="2765425"/>
          <p14:tracePt t="7338" x="7964488" y="2765425"/>
          <p14:tracePt t="7342" x="7970838" y="2765425"/>
          <p14:tracePt t="7347" x="7981950" y="2771775"/>
          <p14:tracePt t="7357" x="8021638" y="2776538"/>
          <p14:tracePt t="7367" x="8072438" y="2794000"/>
          <p14:tracePt t="7377" x="8128000" y="2809875"/>
          <p14:tracePt t="7387" x="8161338" y="2822575"/>
          <p14:tracePt t="7397" x="8183563" y="2833688"/>
          <p14:tracePt t="7407" x="8207375" y="2849563"/>
          <p14:tracePt t="7417" x="8229600" y="2871788"/>
          <p14:tracePt t="7427" x="8280400" y="2922588"/>
          <p14:tracePt t="7437" x="8347075" y="2990850"/>
          <p14:tracePt t="7447" x="8431213" y="3052763"/>
          <p14:tracePt t="7457" x="8515350" y="3114675"/>
          <p14:tracePt t="7467" x="8588375" y="3159125"/>
          <p14:tracePt t="7477" x="8656638" y="3209925"/>
          <p14:tracePt t="7487" x="8723313" y="3260725"/>
          <p14:tracePt t="7497" x="8791575" y="3316288"/>
          <p14:tracePt t="7507" x="8847138" y="3378200"/>
          <p14:tracePt t="7517" x="8904288" y="3440113"/>
          <p14:tracePt t="7527" x="8953500" y="3495675"/>
          <p14:tracePt t="7537" x="8977313" y="3541713"/>
          <p14:tracePt t="7547" x="8982075" y="3552825"/>
          <p14:tracePt t="7557" x="8988425" y="3552825"/>
          <p14:tracePt t="7567" x="8988425" y="3563938"/>
          <p14:tracePt t="9224" x="8988425" y="3557588"/>
          <p14:tracePt t="9226" x="8982075" y="3552825"/>
          <p14:tracePt t="9228" x="8977313" y="3546475"/>
          <p14:tracePt t="9237" x="8937625" y="3495675"/>
          <p14:tracePt t="9247" x="8858250" y="3384550"/>
          <p14:tracePt t="9257" x="8712200" y="3209925"/>
          <p14:tracePt t="9267" x="8572500" y="3041650"/>
          <p14:tracePt t="9277" x="8442325" y="2884488"/>
          <p14:tracePt t="9287" x="8335963" y="2749550"/>
          <p14:tracePt t="9297" x="8256588" y="2636838"/>
          <p14:tracePt t="9307" x="8172450" y="2513013"/>
          <p14:tracePt t="9317" x="8099425" y="2389188"/>
          <p14:tracePt t="9327" x="8037513" y="2298700"/>
          <p14:tracePt t="9337" x="8010525" y="2243138"/>
          <p14:tracePt t="9347" x="8004175" y="2225675"/>
          <p14:tracePt t="9357" x="7999413" y="2220913"/>
          <p14:tracePt t="9367" x="7999413" y="2214563"/>
          <p14:tracePt t="9432" x="7999413" y="2220913"/>
          <p14:tracePt t="9436" x="7999413" y="2225675"/>
          <p14:tracePt t="9438" x="7999413" y="2236788"/>
          <p14:tracePt t="9447" x="7999413" y="2282825"/>
          <p14:tracePt t="9457" x="7999413" y="2378075"/>
          <p14:tracePt t="9467" x="7993063" y="2506663"/>
          <p14:tracePt t="9477" x="7975600" y="2670175"/>
          <p14:tracePt t="9487" x="7959725" y="2838450"/>
          <p14:tracePt t="9497" x="7953375" y="2990850"/>
          <p14:tracePt t="9507" x="7959725" y="3108325"/>
          <p14:tracePt t="9517" x="7993063" y="3221038"/>
          <p14:tracePt t="9527" x="8032750" y="3300413"/>
          <p14:tracePt t="9537" x="8072438" y="3362325"/>
          <p14:tracePt t="9547" x="8139113" y="3417888"/>
          <p14:tracePt t="9557" x="8218488" y="3457575"/>
          <p14:tracePt t="9567" x="8313738" y="3490913"/>
          <p14:tracePt t="9577" x="8386763" y="3502025"/>
          <p14:tracePt t="9587" x="8442325" y="3508375"/>
          <p14:tracePt t="9597" x="8464550" y="3508375"/>
          <p14:tracePt t="9607" x="8482013" y="3495675"/>
          <p14:tracePt t="9617" x="8488363" y="3468688"/>
          <p14:tracePt t="9627" x="8488363" y="3440113"/>
          <p14:tracePt t="9637" x="8488363" y="3395663"/>
          <p14:tracePt t="9647" x="8470900" y="3349625"/>
          <p14:tracePt t="9657" x="8448675" y="3300413"/>
          <p14:tracePt t="9667" x="8431213" y="3243263"/>
          <p14:tracePt t="9677" x="8415338" y="3187700"/>
          <p14:tracePt t="9687" x="8391525" y="3136900"/>
          <p14:tracePt t="9697" x="8369300" y="3086100"/>
          <p14:tracePt t="9707" x="8329613" y="3030538"/>
          <p14:tracePt t="9717" x="8280400" y="2951163"/>
          <p14:tracePt t="9727" x="8218488" y="2871788"/>
          <p14:tracePt t="9737" x="8167688" y="2809875"/>
          <p14:tracePt t="9747" x="8128000" y="2760663"/>
          <p14:tracePt t="9757" x="8110538" y="2743200"/>
          <p14:tracePt t="9767" x="8105775" y="2732088"/>
          <p14:tracePt t="9777" x="8099425" y="2720975"/>
          <p14:tracePt t="9787" x="8099425" y="2714625"/>
          <p14:tracePt t="9797" x="8094663" y="2714625"/>
          <p14:tracePt t="9816" x="8094663" y="2709863"/>
          <p14:tracePt t="9822" x="8088313" y="2709863"/>
          <p14:tracePt t="9946" x="8088313" y="2714625"/>
          <p14:tracePt t="9954" x="8094663" y="2714625"/>
          <p14:tracePt t="9962" x="8099425" y="2714625"/>
          <p14:tracePt t="9967" x="8105775" y="2720975"/>
          <p14:tracePt t="9977" x="8116888" y="2720975"/>
          <p14:tracePt t="9987" x="8145463" y="2720975"/>
          <p14:tracePt t="9997" x="8183563" y="2725738"/>
          <p14:tracePt t="10007" x="8234363" y="2725738"/>
          <p14:tracePt t="10017" x="8280400" y="2725738"/>
          <p14:tracePt t="10027" x="8307388" y="2725738"/>
          <p14:tracePt t="10037" x="8313738" y="2725738"/>
          <p14:tracePt t="10072" x="8318500" y="2725738"/>
          <p14:tracePt t="10128" x="8318500" y="2732088"/>
          <p14:tracePt t="10130" x="8318500" y="2736850"/>
          <p14:tracePt t="10137" x="8318500" y="2743200"/>
          <p14:tracePt t="10147" x="8329613" y="2776538"/>
          <p14:tracePt t="10157" x="8335963" y="2816225"/>
          <p14:tracePt t="10167" x="8347075" y="2849563"/>
          <p14:tracePt t="10177" x="8358188" y="2889250"/>
          <p14:tracePt t="10187" x="8358188" y="2922588"/>
          <p14:tracePt t="10197" x="8358188" y="2940050"/>
          <p14:tracePt t="10207" x="8358188" y="2951163"/>
          <p14:tracePt t="10217" x="8358188" y="2957513"/>
          <p14:tracePt t="10227" x="8358188" y="2962275"/>
          <p14:tracePt t="10237" x="8358188" y="2968625"/>
          <p14:tracePt t="10266" x="8353425" y="2968625"/>
          <p14:tracePt t="10268" x="8347075" y="2968625"/>
          <p14:tracePt t="10277" x="8329613" y="2944813"/>
          <p14:tracePt t="10287" x="8307388" y="2906713"/>
          <p14:tracePt t="10297" x="8269288" y="2860675"/>
          <p14:tracePt t="10307" x="8234363" y="2816225"/>
          <p14:tracePt t="10317" x="8218488" y="2782888"/>
          <p14:tracePt t="10327" x="8212138" y="2771775"/>
          <p14:tracePt t="10337" x="8212138" y="2760663"/>
          <p14:tracePt t="10347" x="8212138" y="2754313"/>
          <p14:tracePt t="10357" x="8218488" y="2743200"/>
          <p14:tracePt t="10367" x="8245475" y="2720975"/>
          <p14:tracePt t="10377" x="8280400" y="2709863"/>
          <p14:tracePt t="10387" x="8324850" y="2698750"/>
          <p14:tracePt t="10397" x="8364538" y="2687638"/>
          <p14:tracePt t="10407" x="8386763" y="2687638"/>
          <p14:tracePt t="10417" x="8397875" y="2687638"/>
          <p14:tracePt t="10438" x="8402638" y="2687638"/>
          <p14:tracePt t="10456" x="8402638" y="2692400"/>
          <p14:tracePt t="10458" x="8397875" y="2698750"/>
          <p14:tracePt t="10467" x="8386763" y="2732088"/>
          <p14:tracePt t="10477" x="8342313" y="2794000"/>
          <p14:tracePt t="10487" x="8274050" y="2878138"/>
          <p14:tracePt t="10497" x="8194675" y="2968625"/>
          <p14:tracePt t="10507" x="8105775" y="3046413"/>
          <p14:tracePt t="10517" x="8037513" y="3108325"/>
          <p14:tracePt t="10527" x="8010525" y="3130550"/>
          <p14:tracePt t="10556" x="8004175" y="3130550"/>
          <p14:tracePt t="10564" x="8004175" y="3119438"/>
          <p14:tracePt t="10567" x="8004175" y="3114675"/>
          <p14:tracePt t="10577" x="8010525" y="3074988"/>
          <p14:tracePt t="10587" x="8021638" y="3019425"/>
          <p14:tracePt t="10597" x="8032750" y="2962275"/>
          <p14:tracePt t="10607" x="8037513" y="2906713"/>
          <p14:tracePt t="10617" x="8048625" y="2849563"/>
          <p14:tracePt t="10627" x="8066088" y="2805113"/>
          <p14:tracePt t="10637" x="8072438" y="2787650"/>
          <p14:tracePt t="10647" x="8072438" y="2782888"/>
          <p14:tracePt t="10657" x="8077200" y="2776538"/>
          <p14:tracePt t="10840" x="8083550" y="2776538"/>
          <p14:tracePt t="10844" x="8088313" y="2776538"/>
          <p14:tracePt t="10848" x="8094663" y="2776538"/>
          <p14:tracePt t="10857" x="8121650" y="2794000"/>
          <p14:tracePt t="10867" x="8189913" y="2822575"/>
          <p14:tracePt t="10877" x="8285163" y="2867025"/>
          <p14:tracePt t="10887" x="8380413" y="2911475"/>
          <p14:tracePt t="10897" x="8464550" y="2962275"/>
          <p14:tracePt t="10907" x="8555038" y="3024188"/>
          <p14:tracePt t="10917" x="8634413" y="3092450"/>
          <p14:tracePt t="10927" x="8689975" y="3159125"/>
          <p14:tracePt t="10937" x="8729663" y="3221038"/>
          <p14:tracePt t="10947" x="8758238" y="3282950"/>
          <p14:tracePt t="10957" x="8791575" y="3355975"/>
          <p14:tracePt t="10967" x="8820150" y="3440113"/>
          <p14:tracePt t="10977" x="8858250" y="3524250"/>
          <p14:tracePt t="10987" x="8880475" y="3614738"/>
          <p14:tracePt t="10997" x="8897938" y="3687763"/>
          <p14:tracePt t="11007" x="8904288" y="3760788"/>
          <p14:tracePt t="11017" x="8904288" y="3822700"/>
          <p14:tracePt t="11027" x="8897938" y="3884613"/>
          <p14:tracePt t="11037" x="8880475" y="3957638"/>
          <p14:tracePt t="11047" x="8853488" y="4035425"/>
          <p14:tracePt t="11057" x="8831263" y="4108450"/>
          <p14:tracePt t="11067" x="8813800" y="4165600"/>
          <p14:tracePt t="11077" x="8802688" y="4194175"/>
          <p14:tracePt t="11087" x="8802688" y="4198938"/>
          <p14:tracePt t="11097" x="8796338" y="4198938"/>
          <p14:tracePt t="11132" x="8796338" y="4194175"/>
          <p14:tracePt t="11134" x="8796338" y="4181475"/>
          <p14:tracePt t="11137" x="8796338" y="4176713"/>
          <p14:tracePt t="11147" x="8785225" y="4092575"/>
          <p14:tracePt t="11157" x="8763000" y="3986213"/>
          <p14:tracePt t="11167" x="8723313" y="3838575"/>
          <p14:tracePt t="11177" x="8685213" y="3676650"/>
          <p14:tracePt t="11187" x="8612188" y="3446463"/>
          <p14:tracePt t="11197" x="8543925" y="3221038"/>
          <p14:tracePt t="11207" x="8477250" y="3006725"/>
          <p14:tracePt t="11217" x="8426450" y="2809875"/>
          <p14:tracePt t="11227" x="8391525" y="2663825"/>
          <p14:tracePt t="11237" x="8369300" y="2563813"/>
          <p14:tracePt t="11247" x="8347075" y="2501900"/>
          <p14:tracePt t="11257" x="8329613" y="2455863"/>
          <p14:tracePt t="11267" x="8324850" y="2428875"/>
          <p14:tracePt t="11277" x="8313738" y="2411413"/>
          <p14:tracePt t="11287" x="8307388" y="2406650"/>
          <p14:tracePt t="11297" x="8302625" y="2389188"/>
          <p14:tracePt t="11307" x="8296275" y="2382838"/>
          <p14:tracePt t="11317" x="8291513" y="2382838"/>
          <p14:tracePt t="11348" x="8285163" y="2382838"/>
          <p14:tracePt t="11362" x="8280400" y="2382838"/>
          <p14:tracePt t="11364" x="8280400" y="2389188"/>
          <p14:tracePt t="11367" x="8280400" y="2393950"/>
          <p14:tracePt t="11377" x="8274050" y="2411413"/>
          <p14:tracePt t="11387" x="8262938" y="2451100"/>
          <p14:tracePt t="11397" x="8256588" y="2490788"/>
          <p14:tracePt t="11407" x="8245475" y="2528888"/>
          <p14:tracePt t="11417" x="8245475" y="2586038"/>
          <p14:tracePt t="11427" x="8240713" y="2652713"/>
          <p14:tracePt t="11437" x="8240713" y="2743200"/>
          <p14:tracePt t="11447" x="8262938" y="2816225"/>
          <p14:tracePt t="11457" x="8291513" y="2871788"/>
          <p14:tracePt t="11467" x="8318500" y="2922588"/>
          <p14:tracePt t="11477" x="8342313" y="2957513"/>
          <p14:tracePt t="11487" x="8369300" y="2979738"/>
          <p14:tracePt t="11497" x="8380413" y="3001963"/>
          <p14:tracePt t="11507" x="8397875" y="3019425"/>
          <p14:tracePt t="11517" x="8408988" y="3041650"/>
          <p14:tracePt t="11527" x="8426450" y="3057525"/>
          <p14:tracePt t="11537" x="8437563" y="3086100"/>
          <p14:tracePt t="11547" x="8453438" y="3119438"/>
          <p14:tracePt t="11557" x="8464550" y="3159125"/>
          <p14:tracePt t="11567" x="8488363" y="3209925"/>
          <p14:tracePt t="11577" x="8521700" y="3294063"/>
          <p14:tracePt t="11587" x="8543925" y="3378200"/>
          <p14:tracePt t="11597" x="8566150" y="3457575"/>
          <p14:tracePt t="11607" x="8588375" y="3541713"/>
          <p14:tracePt t="11617" x="8599488" y="3614738"/>
          <p14:tracePt t="11627" x="8612188" y="3687763"/>
          <p14:tracePt t="11637" x="8612188" y="3738563"/>
          <p14:tracePt t="11647" x="8612188" y="3778250"/>
          <p14:tracePt t="11657" x="8612188" y="3800475"/>
          <p14:tracePt t="11667" x="8612188" y="3827463"/>
          <p14:tracePt t="11677" x="8612188" y="3838575"/>
          <p14:tracePt t="11687" x="8605838" y="3844925"/>
          <p14:tracePt t="11697" x="8599488" y="3844925"/>
          <p14:tracePt t="11728" x="8599488" y="3833813"/>
          <p14:tracePt t="11732" x="8594725" y="3827463"/>
          <p14:tracePt t="11737" x="8588375" y="3805238"/>
          <p14:tracePt t="11747" x="8561388" y="3727450"/>
          <p14:tracePt t="11757" x="8526463" y="3648075"/>
          <p14:tracePt t="11767" x="8488363" y="3546475"/>
          <p14:tracePt t="11777" x="8437563" y="3417888"/>
          <p14:tracePt t="11787" x="8391525" y="3271838"/>
          <p14:tracePt t="11797" x="8342313" y="3097213"/>
          <p14:tracePt t="11807" x="8296275" y="2917825"/>
          <p14:tracePt t="11817" x="8274050" y="2776538"/>
          <p14:tracePt t="11827" x="8256588" y="2692400"/>
          <p14:tracePt t="11837" x="8251825" y="2641600"/>
          <p14:tracePt t="11847" x="8245475" y="2619375"/>
          <p14:tracePt t="11857" x="8245475" y="2614613"/>
          <p14:tracePt t="11867" x="8245475" y="2608263"/>
          <p14:tracePt t="11926" x="8245475" y="2614613"/>
          <p14:tracePt t="11930" x="8245475" y="2619375"/>
          <p14:tracePt t="11937" x="8245475" y="2647950"/>
          <p14:tracePt t="11947" x="8256588" y="2732088"/>
          <p14:tracePt t="11957" x="8269288" y="2833688"/>
          <p14:tracePt t="11967" x="8291513" y="2944813"/>
          <p14:tracePt t="11977" x="8296275" y="3052763"/>
          <p14:tracePt t="11987" x="8313738" y="3141663"/>
          <p14:tracePt t="11997" x="8324850" y="3214688"/>
          <p14:tracePt t="12007" x="8342313" y="3287713"/>
          <p14:tracePt t="12017" x="8358188" y="3362325"/>
          <p14:tracePt t="12027" x="8369300" y="3422650"/>
          <p14:tracePt t="12037" x="8386763" y="3479800"/>
          <p14:tracePt t="12047" x="8391525" y="3535363"/>
          <p14:tracePt t="12057" x="8402638" y="3575050"/>
          <p14:tracePt t="12067" x="8415338" y="3614738"/>
          <p14:tracePt t="12077" x="8426450" y="3643313"/>
          <p14:tracePt t="12087" x="8431213" y="3659188"/>
          <p14:tracePt t="12098" x="8431213" y="3665538"/>
          <p14:tracePt t="12108" x="8431213" y="3670300"/>
          <p14:tracePt t="12117" x="8431213" y="3676650"/>
          <p14:tracePt t="12127" x="8437563" y="3681413"/>
          <p14:tracePt t="12138" x="8437563" y="3687763"/>
          <p14:tracePt t="12147" x="8442325" y="3692525"/>
          <p14:tracePt t="12157" x="8448675" y="3698875"/>
          <p14:tracePt t="12167" x="8453438" y="3709988"/>
          <p14:tracePt t="12177" x="8453438" y="3716338"/>
          <p14:tracePt t="12187" x="8453438" y="3721100"/>
          <p14:tracePt t="12197" x="8459788" y="3732213"/>
          <p14:tracePt t="12207" x="8477250" y="3765550"/>
          <p14:tracePt t="12217" x="8493125" y="3800475"/>
          <p14:tracePt t="12227" x="8510588" y="3862388"/>
          <p14:tracePt t="12237" x="8537575" y="3946525"/>
          <p14:tracePt t="12247" x="8550275" y="4008438"/>
          <p14:tracePt t="12257" x="8555038" y="4064000"/>
          <p14:tracePt t="12267" x="8561388" y="4097338"/>
          <p14:tracePt t="12277" x="8561388" y="4121150"/>
          <p14:tracePt t="12287" x="8561388" y="4132263"/>
          <p14:tracePt t="12297" x="8561388" y="4143375"/>
          <p14:tracePt t="12336" x="8561388" y="4148138"/>
          <p14:tracePt t="12408" x="8561388" y="4143375"/>
          <p14:tracePt t="12428" x="8561388" y="4137025"/>
          <p14:tracePt t="12438" x="8561388" y="4132263"/>
          <p14:tracePt t="12484" x="8561388" y="4125913"/>
          <p14:tracePt t="12842" x="8561388" y="4132263"/>
          <p14:tracePt t="12844" x="8566150" y="4132263"/>
          <p14:tracePt t="12847" x="8566150" y="4137025"/>
          <p14:tracePt t="12857" x="8594725" y="4154488"/>
          <p14:tracePt t="12867" x="8634413" y="4181475"/>
          <p14:tracePt t="12877" x="8672513" y="4210050"/>
          <p14:tracePt t="12887" x="8712200" y="4232275"/>
          <p14:tracePt t="12897" x="8745538" y="4256088"/>
          <p14:tracePt t="12907" x="8780463" y="4271963"/>
          <p14:tracePt t="12917" x="8813800" y="4289425"/>
          <p14:tracePt t="12927" x="8842375" y="4305300"/>
          <p14:tracePt t="12937" x="8858250" y="4322763"/>
          <p14:tracePt t="12947" x="8864600" y="4340225"/>
          <p14:tracePt t="12957" x="8875713" y="4351338"/>
          <p14:tracePt t="12967" x="8886825" y="4362450"/>
          <p14:tracePt t="12977" x="8904288" y="4378325"/>
          <p14:tracePt t="12987" x="8915400" y="4402138"/>
          <p14:tracePt t="12997" x="8931275" y="4418013"/>
          <p14:tracePt t="13007" x="8953500" y="4440238"/>
          <p14:tracePt t="13017" x="8977313" y="4457700"/>
          <p14:tracePt t="13027" x="8993188" y="4475163"/>
          <p14:tracePt t="13037" x="9004300" y="4486275"/>
          <p14:tracePt t="13054" x="9004300" y="4491038"/>
          <p14:tracePt t="13057" x="9010650" y="4491038"/>
          <p14:tracePt t="13068" x="9010650" y="4497388"/>
          <p14:tracePt t="13162" x="9010650" y="4491038"/>
          <p14:tracePt t="13172" x="9010650" y="4486275"/>
          <p14:tracePt t="13178" x="9010650" y="4479925"/>
          <p14:tracePt t="13186" x="9010650" y="4475163"/>
          <p14:tracePt t="13188" x="9010650" y="4468813"/>
          <p14:tracePt t="13197" x="9010650" y="4457700"/>
          <p14:tracePt t="13207" x="8999538" y="4429125"/>
          <p14:tracePt t="13217" x="8993188" y="4395788"/>
          <p14:tracePt t="13227" x="8982075" y="4344988"/>
          <p14:tracePt t="13237" x="8948738" y="4267200"/>
          <p14:tracePt t="13247" x="8920163" y="4198938"/>
          <p14:tracePt t="13257" x="8886825" y="4121150"/>
          <p14:tracePt t="13267" x="8858250" y="4035425"/>
          <p14:tracePt t="13277" x="8831263" y="3962400"/>
          <p14:tracePt t="13287" x="8802688" y="3878263"/>
          <p14:tracePt t="13297" x="8780463" y="3800475"/>
          <p14:tracePt t="13307" x="8763000" y="3732213"/>
          <p14:tracePt t="13317" x="8745538" y="3659188"/>
          <p14:tracePt t="13327" x="8734425" y="3597275"/>
          <p14:tracePt t="13337" x="8718550" y="3530600"/>
          <p14:tracePt t="13347" x="8696325" y="3468688"/>
          <p14:tracePt t="13357" x="8678863" y="3411538"/>
          <p14:tracePt t="13367" x="8661400" y="3355975"/>
          <p14:tracePt t="13377" x="8645525" y="3322638"/>
          <p14:tracePt t="13387" x="8634413" y="3305175"/>
          <p14:tracePt t="13397" x="8623300" y="3282950"/>
          <p14:tracePt t="13407" x="8612188" y="3265488"/>
          <p14:tracePt t="13417" x="8594725" y="3249613"/>
          <p14:tracePt t="13427" x="8588375" y="3238500"/>
          <p14:tracePt t="13437" x="8583613" y="3238500"/>
          <p14:tracePt t="13450" x="8583613" y="3232150"/>
          <p14:tracePt t="13476" x="8577263" y="3232150"/>
          <p14:tracePt t="13482" x="8572500" y="3232150"/>
          <p14:tracePt t="13494" x="8566150" y="3232150"/>
          <p14:tracePt t="13500" x="8561388" y="3232150"/>
          <p14:tracePt t="13507" x="8550275" y="3232150"/>
          <p14:tracePt t="13517" x="8537575" y="3232150"/>
          <p14:tracePt t="13527" x="8521700" y="3232150"/>
          <p14:tracePt t="13537" x="8504238" y="3249613"/>
          <p14:tracePt t="13547" x="8477250" y="3271838"/>
          <p14:tracePt t="13557" x="8459788" y="3305175"/>
          <p14:tracePt t="13567" x="8442325" y="3338513"/>
          <p14:tracePt t="13577" x="8437563" y="3384550"/>
          <p14:tracePt t="13587" x="8431213" y="3417888"/>
          <p14:tracePt t="13597" x="8420100" y="3451225"/>
          <p14:tracePt t="13607" x="8420100" y="3479800"/>
          <p14:tracePt t="13617" x="8415338" y="3495675"/>
          <p14:tracePt t="13627" x="8415338" y="3502025"/>
          <p14:tracePt t="13637" x="8415338" y="3513138"/>
          <p14:tracePt t="13647" x="8408988" y="3524250"/>
          <p14:tracePt t="13657" x="8402638" y="3530600"/>
          <p14:tracePt t="13667" x="8397875" y="3546475"/>
          <p14:tracePt t="13677" x="8391525" y="3570288"/>
          <p14:tracePt t="13687" x="8386763" y="3586163"/>
          <p14:tracePt t="13697" x="8375650" y="3608388"/>
          <p14:tracePt t="13707" x="8369300" y="3630613"/>
          <p14:tracePt t="13717" x="8358188" y="3648075"/>
          <p14:tracePt t="13727" x="8347075" y="3665538"/>
          <p14:tracePt t="13737" x="8335963" y="3687763"/>
          <p14:tracePt t="13747" x="8324850" y="3709988"/>
          <p14:tracePt t="13757" x="8296275" y="3732213"/>
          <p14:tracePt t="13767" x="8256588" y="3749675"/>
          <p14:tracePt t="13777" x="8218488" y="3771900"/>
          <p14:tracePt t="13787" x="8183563" y="3783013"/>
          <p14:tracePt t="13797" x="8161338" y="3789363"/>
          <p14:tracePt t="13807" x="8145463" y="3800475"/>
          <p14:tracePt t="13817" x="8134350" y="3800475"/>
          <p14:tracePt t="13827" x="8121650" y="3800475"/>
          <p14:tracePt t="13837" x="8110538" y="3805238"/>
          <p14:tracePt t="13847" x="8094663" y="3805238"/>
          <p14:tracePt t="13857" x="8077200" y="3805238"/>
          <p14:tracePt t="13867" x="8037513" y="3800475"/>
          <p14:tracePt t="13877" x="7931150" y="3800475"/>
          <p14:tracePt t="13887" x="7694613" y="3800475"/>
          <p14:tracePt t="13897" x="7448550" y="3794125"/>
          <p14:tracePt t="13907" x="7386638" y="3827463"/>
          <p14:tracePt t="13917" x="7397750" y="3833813"/>
          <p14:tracePt t="13927" x="7402513" y="3838575"/>
          <p14:tracePt t="14008" x="7408863" y="3838575"/>
          <p14:tracePt t="14010" x="7408863" y="3844925"/>
          <p14:tracePt t="14017" x="7413625" y="3844925"/>
          <p14:tracePt t="14027" x="7413625" y="3851275"/>
          <p14:tracePt t="14054" x="7419975" y="3851275"/>
          <p14:tracePt t="14058" x="7419975" y="3856038"/>
          <p14:tracePt t="14066" x="7424738" y="3856038"/>
          <p14:tracePt t="14068" x="7424738" y="3862388"/>
          <p14:tracePt t="14077" x="7431088" y="3862388"/>
          <p14:tracePt t="14087" x="7431088" y="3867150"/>
          <p14:tracePt t="14098" x="7435850" y="3873500"/>
          <p14:tracePt t="14112" x="7442200" y="3873500"/>
          <p14:tracePt t="16175" x="7453313" y="3873500"/>
          <p14:tracePt t="16176" x="7464425" y="3878263"/>
          <p14:tracePt t="16178" x="7486650" y="3884613"/>
          <p14:tracePt t="16187" x="7594600" y="3900488"/>
          <p14:tracePt t="16197" x="7723188" y="3940175"/>
          <p14:tracePt t="16207" x="7818438" y="3962400"/>
          <p14:tracePt t="16217" x="7853363" y="3973513"/>
          <p14:tracePt t="16230" x="7853363" y="3979863"/>
          <p14:tracePt t="16268" x="7847013" y="3979863"/>
          <p14:tracePt t="16270" x="7847013" y="3986213"/>
          <p14:tracePt t="16277" x="7829550" y="3986213"/>
          <p14:tracePt t="16287" x="7813675" y="3990975"/>
          <p14:tracePt t="16297" x="7778750" y="3997325"/>
          <p14:tracePt t="16307" x="7745413" y="4002088"/>
          <p14:tracePt t="16317" x="7705725" y="4008438"/>
          <p14:tracePt t="16327" x="7661275" y="4013200"/>
          <p14:tracePt t="16337" x="7610475" y="4030663"/>
          <p14:tracePt t="16347" x="7554913" y="4041775"/>
          <p14:tracePt t="16357" x="7504113" y="4052888"/>
          <p14:tracePt t="16367" x="7448550" y="4070350"/>
          <p14:tracePt t="16377" x="7402513" y="4086225"/>
          <p14:tracePt t="16387" x="7351713" y="4097338"/>
          <p14:tracePt t="16397" x="7318375" y="4108450"/>
          <p14:tracePt t="16407" x="7285038" y="4125913"/>
          <p14:tracePt t="16417" x="7256463" y="4137025"/>
          <p14:tracePt t="16427" x="7234238" y="4154488"/>
          <p14:tracePt t="16437" x="7205663" y="4165600"/>
          <p14:tracePt t="16447" x="7172325" y="4187825"/>
          <p14:tracePt t="16457" x="7121525" y="4205288"/>
          <p14:tracePt t="16467" x="7054850" y="4243388"/>
          <p14:tracePt t="16477" x="6992938" y="4289425"/>
          <p14:tracePt t="16487" x="6913563" y="4344988"/>
          <p14:tracePt t="16497" x="6846888" y="4395788"/>
          <p14:tracePt t="16507" x="6767513" y="4446588"/>
          <p14:tracePt t="16517" x="6683375" y="4491038"/>
          <p14:tracePt t="16527" x="6604000" y="4524375"/>
          <p14:tracePt t="16537" x="6515100" y="4559300"/>
          <p14:tracePt t="16547" x="6413500" y="4581525"/>
          <p14:tracePt t="16557" x="6311900" y="4598988"/>
          <p14:tracePt t="16567" x="6211888" y="4603750"/>
          <p14:tracePt t="16577" x="6103938" y="4610100"/>
          <p14:tracePt t="16587" x="5986463" y="4610100"/>
          <p14:tracePt t="16597" x="5868988" y="4610100"/>
          <p14:tracePt t="16607" x="5738813" y="4610100"/>
          <p14:tracePt t="16617" x="5610225" y="4614863"/>
          <p14:tracePt t="16627" x="5475288" y="4614863"/>
          <p14:tracePt t="16637" x="5367338" y="4621213"/>
          <p14:tracePt t="16647" x="5272088" y="4621213"/>
          <p14:tracePt t="16657" x="5172075" y="4621213"/>
          <p14:tracePt t="16667" x="5053013" y="4621213"/>
          <p14:tracePt t="16677" x="4940300" y="4621213"/>
          <p14:tracePt t="16687" x="4816475" y="4621213"/>
          <p14:tracePt t="16697" x="4710113" y="4621213"/>
          <p14:tracePt t="16707" x="4632325" y="4621213"/>
          <p14:tracePt t="16717" x="4548188" y="4621213"/>
          <p14:tracePt t="16727" x="4473575" y="4621213"/>
          <p14:tracePt t="16737" x="4406900" y="4614863"/>
          <p14:tracePt t="16747" x="4338638" y="4610100"/>
          <p14:tracePt t="16757" x="4289425" y="4603750"/>
          <p14:tracePt t="16767" x="4260850" y="4598988"/>
          <p14:tracePt t="16777" x="4238625" y="4598988"/>
          <p14:tracePt t="16787" x="4227513" y="4598988"/>
          <p14:tracePt t="16797" x="4221163" y="4592638"/>
          <p14:tracePt t="16807" x="4216400" y="4592638"/>
          <p14:tracePt t="16882" x="4216400" y="4586288"/>
          <p14:tracePt t="16890" x="4216400" y="4581525"/>
          <p14:tracePt t="16896" x="4216400" y="4575175"/>
          <p14:tracePt t="16898" x="4210050" y="4575175"/>
          <p14:tracePt t="16907" x="4210050" y="4570413"/>
          <p14:tracePt t="16917" x="4205288" y="4552950"/>
          <p14:tracePt t="16927" x="4198938" y="4548188"/>
          <p14:tracePt t="16937" x="4198938" y="4537075"/>
          <p14:tracePt t="16947" x="4198938" y="4530725"/>
          <p14:tracePt t="16970" x="4198938" y="4524375"/>
          <p14:tracePt t="16982" x="4198938" y="4519613"/>
          <p14:tracePt t="16984" x="4198938" y="4513263"/>
          <p14:tracePt t="16988" x="4198938" y="4508500"/>
          <p14:tracePt t="16997" x="4198938" y="4486275"/>
          <p14:tracePt t="17007" x="4210050" y="4435475"/>
          <p14:tracePt t="17017" x="4232275" y="4384675"/>
          <p14:tracePt t="17027" x="4260850" y="4340225"/>
          <p14:tracePt t="17037" x="4278313" y="4311650"/>
          <p14:tracePt t="17047" x="4289425" y="4289425"/>
          <p14:tracePt t="17057" x="4300538" y="4278313"/>
          <p14:tracePt t="17067" x="4305300" y="4260850"/>
          <p14:tracePt t="17077" x="4316413" y="4256088"/>
          <p14:tracePt t="17087" x="4322763" y="4249738"/>
          <p14:tracePt t="17098" x="4327525" y="4243388"/>
          <p14:tracePt t="17110" x="4327525" y="4238625"/>
          <p14:tracePt t="17401" x="4333875" y="4238625"/>
          <p14:tracePt t="17402" x="4333875" y="4243388"/>
          <p14:tracePt t="17416" x="4333875" y="4249738"/>
          <p14:tracePt t="17418" x="4338638" y="4249738"/>
          <p14:tracePt t="17427" x="4338638" y="4256088"/>
          <p14:tracePt t="17437" x="4351338" y="4271963"/>
          <p14:tracePt t="17447" x="4356100" y="4278313"/>
          <p14:tracePt t="17457" x="4367213" y="4294188"/>
          <p14:tracePt t="17467" x="4373563" y="4311650"/>
          <p14:tracePt t="17477" x="4378325" y="4316413"/>
          <p14:tracePt t="17487" x="4384675" y="4322763"/>
          <p14:tracePt t="17497" x="4384675" y="4329113"/>
          <p14:tracePt t="17507" x="4384675" y="4333875"/>
          <p14:tracePt t="17517" x="4389438" y="4340225"/>
          <p14:tracePt t="17528" x="4389438" y="4344988"/>
          <p14:tracePt t="17537" x="4395788" y="4344988"/>
          <p14:tracePt t="17547" x="4395788" y="4351338"/>
          <p14:tracePt t="17557" x="4400550" y="4356100"/>
          <p14:tracePt t="17567" x="4400550" y="4362450"/>
          <p14:tracePt t="17584" x="4406900" y="4367213"/>
          <p14:tracePt t="17616" x="4406900" y="4373563"/>
          <p14:tracePt t="17622" x="4413250" y="4378325"/>
          <p14:tracePt t="17630" x="4418013" y="4378325"/>
          <p14:tracePt t="17637" x="4418013" y="4384675"/>
          <p14:tracePt t="17647" x="4429125" y="4395788"/>
          <p14:tracePt t="17657" x="4435475" y="4406900"/>
          <p14:tracePt t="17667" x="4440238" y="4413250"/>
          <p14:tracePt t="17677" x="4446588" y="4424363"/>
          <p14:tracePt t="17687" x="4451350" y="4429125"/>
          <p14:tracePt t="17697" x="4457700" y="4435475"/>
          <p14:tracePt t="17707" x="4462463" y="4440238"/>
          <p14:tracePt t="17717" x="4473575" y="4457700"/>
          <p14:tracePt t="17727" x="4491038" y="4468813"/>
          <p14:tracePt t="17737" x="4508500" y="4486275"/>
          <p14:tracePt t="17747" x="4530725" y="4497388"/>
          <p14:tracePt t="17757" x="4548188" y="4513263"/>
          <p14:tracePt t="17767" x="4564063" y="4524375"/>
          <p14:tracePt t="17777" x="4586288" y="4537075"/>
          <p14:tracePt t="17787" x="4603750" y="4541838"/>
          <p14:tracePt t="17797" x="4608513" y="4541838"/>
          <p14:tracePt t="17807" x="4621213" y="4541838"/>
          <p14:tracePt t="17817" x="4637088" y="4548188"/>
          <p14:tracePt t="17827" x="4670425" y="4552950"/>
          <p14:tracePt t="17837" x="4727575" y="4570413"/>
          <p14:tracePt t="17847" x="4789488" y="4592638"/>
          <p14:tracePt t="17857" x="4845050" y="4610100"/>
          <p14:tracePt t="17867" x="4913313" y="4625975"/>
          <p14:tracePt t="17877" x="4991100" y="4643438"/>
          <p14:tracePt t="17887" x="5075238" y="4659313"/>
          <p14:tracePt t="17897" x="5148263" y="4672013"/>
          <p14:tracePt t="17907" x="5221288" y="4687888"/>
          <p14:tracePt t="17917" x="5294313" y="4705350"/>
          <p14:tracePt t="17927" x="5345113" y="4710113"/>
          <p14:tracePt t="17937" x="5384800" y="4716463"/>
          <p14:tracePt t="17947" x="5424488" y="4721225"/>
          <p14:tracePt t="17957" x="5480050" y="4733925"/>
          <p14:tracePt t="17967" x="5541963" y="4733925"/>
          <p14:tracePt t="17977" x="5614988" y="4733925"/>
          <p14:tracePt t="17987" x="5694363" y="4733925"/>
          <p14:tracePt t="17997" x="5783263" y="4733925"/>
          <p14:tracePt t="18007" x="5884863" y="4733925"/>
          <p14:tracePt t="18017" x="5986463" y="4721225"/>
          <p14:tracePt t="18027" x="6092825" y="4710113"/>
          <p14:tracePt t="18037" x="6176963" y="4699000"/>
          <p14:tracePt t="18047" x="6256338" y="4687888"/>
          <p14:tracePt t="18057" x="6307138" y="4672013"/>
          <p14:tracePt t="18067" x="6340475" y="4654550"/>
          <p14:tracePt t="18077" x="6357938" y="4643438"/>
          <p14:tracePt t="18087" x="6380163" y="4625975"/>
          <p14:tracePt t="18098" x="6413500" y="4598988"/>
          <p14:tracePt t="18107" x="6446838" y="4575175"/>
          <p14:tracePt t="18117" x="6508750" y="4524375"/>
          <p14:tracePt t="18127" x="6581775" y="4486275"/>
          <p14:tracePt t="18137" x="6643688" y="4451350"/>
          <p14:tracePt t="18147" x="6723063" y="4418013"/>
          <p14:tracePt t="18157" x="6789738" y="4391025"/>
          <p14:tracePt t="18167" x="6846888" y="4367213"/>
          <p14:tracePt t="18177" x="6891338" y="4351338"/>
          <p14:tracePt t="18187" x="6935788" y="4329113"/>
          <p14:tracePt t="18197" x="6959600" y="4322763"/>
          <p14:tracePt t="18207" x="6970713" y="4311650"/>
          <p14:tracePt t="18217" x="6981825" y="4305300"/>
          <p14:tracePt t="18227" x="6992938" y="4300538"/>
          <p14:tracePt t="18237" x="7008813" y="4289425"/>
          <p14:tracePt t="18247" x="7032625" y="4271963"/>
          <p14:tracePt t="18257" x="7065963" y="4256088"/>
          <p14:tracePt t="18267" x="7105650" y="4243388"/>
          <p14:tracePt t="18277" x="7150100" y="4221163"/>
          <p14:tracePt t="18287" x="7194550" y="4198938"/>
          <p14:tracePt t="18297" x="7240588" y="4176713"/>
          <p14:tracePt t="18307" x="7289800" y="4148138"/>
          <p14:tracePt t="18317" x="7346950" y="4121150"/>
          <p14:tracePt t="18327" x="7391400" y="4092575"/>
          <p14:tracePt t="18337" x="7431088" y="4064000"/>
          <p14:tracePt t="18347" x="7470775" y="4019550"/>
          <p14:tracePt t="18357" x="7497763" y="3979863"/>
          <p14:tracePt t="18367" x="7521575" y="3929063"/>
          <p14:tracePt t="18377" x="7554913" y="3873500"/>
          <p14:tracePt t="18387" x="7588250" y="3800475"/>
          <p14:tracePt t="18397" x="7627938" y="3727450"/>
          <p14:tracePt t="18407" x="7656513" y="3659188"/>
          <p14:tracePt t="18417" x="7689850" y="3586163"/>
          <p14:tracePt t="18427" x="7723188" y="3519488"/>
          <p14:tracePt t="18437" x="7751763" y="3446463"/>
          <p14:tracePt t="18447" x="7773988" y="3378200"/>
          <p14:tracePt t="18457" x="7802563" y="3311525"/>
          <p14:tracePt t="18467" x="7829550" y="3249613"/>
          <p14:tracePt t="18477" x="7853363" y="3209925"/>
          <p14:tracePt t="18487" x="7875588" y="3170238"/>
          <p14:tracePt t="18497" x="7880350" y="3152775"/>
          <p14:tracePt t="18507" x="7891463" y="3141663"/>
          <p14:tracePt t="18517" x="7897813" y="3130550"/>
          <p14:tracePt t="18527" x="7897813" y="3119438"/>
          <p14:tracePt t="18537" x="7902575" y="3114675"/>
          <p14:tracePt t="18547" x="7913688" y="3103563"/>
          <p14:tracePt t="18557" x="7920038" y="3092450"/>
          <p14:tracePt t="18567" x="7926388" y="3079750"/>
          <p14:tracePt t="18577" x="7937500" y="3074988"/>
          <p14:tracePt t="18587" x="7937500" y="3068638"/>
          <p14:tracePt t="18597" x="7942263" y="3057525"/>
          <p14:tracePt t="18607" x="7953375" y="3052763"/>
          <p14:tracePt t="18617" x="7964488" y="3046413"/>
          <p14:tracePt t="18627" x="7993063" y="3030538"/>
          <p14:tracePt t="18637" x="8032750" y="3013075"/>
          <p14:tracePt t="18647" x="8072438" y="2990850"/>
          <p14:tracePt t="18657" x="8110538" y="2973388"/>
          <p14:tracePt t="18667" x="8145463" y="2962275"/>
          <p14:tracePt t="18677" x="8161338" y="2957513"/>
          <p14:tracePt t="18687" x="8172450" y="2951163"/>
          <p14:tracePt t="18697" x="8178800" y="2951163"/>
          <p14:tracePt t="18707" x="8183563" y="2944813"/>
          <p14:tracePt t="18772" x="8189913" y="2944813"/>
          <p14:tracePt t="18816" x="8194675" y="2944813"/>
          <p14:tracePt t="18826" x="8201025" y="2944813"/>
          <p14:tracePt t="18830" x="8207375" y="2951163"/>
          <p14:tracePt t="18837" x="8212138" y="2951163"/>
          <p14:tracePt t="18847" x="8229600" y="2957513"/>
          <p14:tracePt t="18857" x="8240713" y="2962275"/>
          <p14:tracePt t="18867" x="8251825" y="2968625"/>
          <p14:tracePt t="18880" x="8256588" y="2968625"/>
          <p14:tracePt t="18912" x="8262938" y="2968625"/>
          <p14:tracePt t="18932" x="8262938" y="2973388"/>
          <p14:tracePt t="18948" x="8269288" y="2973388"/>
          <p14:tracePt t="18980" x="8274050" y="2973388"/>
          <p14:tracePt t="19263" x="8274050" y="2979738"/>
          <p14:tracePt t="19282" x="8280400" y="2979738"/>
          <p14:tracePt t="19286" x="8280400" y="2984500"/>
          <p14:tracePt t="19288" x="8285163" y="2990850"/>
          <p14:tracePt t="19297" x="8307388" y="3006725"/>
          <p14:tracePt t="19307" x="8353425" y="3052763"/>
          <p14:tracePt t="19317" x="8426450" y="3119438"/>
          <p14:tracePt t="19327" x="8493125" y="3187700"/>
          <p14:tracePt t="19337" x="8561388" y="3271838"/>
          <p14:tracePt t="19347" x="8623300" y="3344863"/>
          <p14:tracePt t="19357" x="8685213" y="3417888"/>
          <p14:tracePt t="19367" x="8723313" y="3462338"/>
          <p14:tracePt t="19377" x="8745538" y="3495675"/>
          <p14:tracePt t="19387" x="8763000" y="3508375"/>
          <p14:tracePt t="19397" x="8763000" y="3513138"/>
          <p14:tracePt t="19426" x="8769350" y="3513138"/>
          <p14:tracePt t="19428" x="8769350" y="3519488"/>
          <p14:tracePt t="19890" x="8763000" y="3519488"/>
          <p14:tracePt t="19894" x="8763000" y="3524250"/>
          <p14:tracePt t="19897" x="8758238" y="3524250"/>
          <p14:tracePt t="19907" x="8723313" y="3530600"/>
          <p14:tracePt t="19917" x="8661400" y="3546475"/>
          <p14:tracePt t="19927" x="8566150" y="3575050"/>
          <p14:tracePt t="19937" x="8437563" y="3608388"/>
          <p14:tracePt t="19947" x="8280400" y="3654425"/>
          <p14:tracePt t="19957" x="8048625" y="3709988"/>
          <p14:tracePt t="19967" x="7802563" y="3754438"/>
          <p14:tracePt t="19977" x="7521575" y="3800475"/>
          <p14:tracePt t="19987" x="7212013" y="3827463"/>
          <p14:tracePt t="19997" x="6846888" y="3844925"/>
          <p14:tracePt t="20007" x="6435725" y="3851275"/>
          <p14:tracePt t="20017" x="5969000" y="3844925"/>
          <p14:tracePt t="20027" x="5464175" y="3827463"/>
          <p14:tracePt t="20037" x="4964113" y="3789363"/>
          <p14:tracePt t="20047" x="4502150" y="3743325"/>
          <p14:tracePt t="20057" x="4075113" y="3676650"/>
          <p14:tracePt t="20067" x="3721100" y="3608388"/>
          <p14:tracePt t="20077" x="3411538" y="3541713"/>
          <p14:tracePt t="20087" x="3163888" y="3462338"/>
          <p14:tracePt t="20098" x="2955925" y="3395663"/>
          <p14:tracePt t="20107" x="2844800" y="3344863"/>
          <p14:tracePt t="20117" x="2805113" y="3322638"/>
          <p14:tracePt t="20127" x="2798763" y="3316288"/>
          <p14:tracePt t="20137" x="2794000" y="3311525"/>
          <p14:tracePt t="20147" x="2794000" y="3300413"/>
          <p14:tracePt t="20157" x="2794000" y="3287713"/>
          <p14:tracePt t="20167" x="2794000" y="3271838"/>
          <p14:tracePt t="20177" x="2794000" y="3254375"/>
          <p14:tracePt t="20187" x="2794000" y="3243263"/>
          <p14:tracePt t="20197" x="2794000" y="3227388"/>
          <p14:tracePt t="20207" x="2794000" y="3214688"/>
          <p14:tracePt t="20217" x="2794000" y="3209925"/>
          <p14:tracePt t="20254" x="2794000" y="3203575"/>
          <p14:tracePt t="20316" x="2794000" y="3209925"/>
          <p14:tracePt t="20318" x="2794000" y="3214688"/>
          <p14:tracePt t="20327" x="2794000" y="3227388"/>
          <p14:tracePt t="20337" x="2794000" y="3249613"/>
          <p14:tracePt t="20347" x="2805113" y="3287713"/>
          <p14:tracePt t="20357" x="2827338" y="3327400"/>
          <p14:tracePt t="20367" x="2855913" y="3378200"/>
          <p14:tracePt t="20377" x="2889250" y="3435350"/>
          <p14:tracePt t="20387" x="2922588" y="3495675"/>
          <p14:tracePt t="20397" x="2955925" y="3546475"/>
          <p14:tracePt t="20407" x="2979738" y="3597275"/>
          <p14:tracePt t="20417" x="2995613" y="3643313"/>
          <p14:tracePt t="20427" x="3006725" y="3692525"/>
          <p14:tracePt t="20437" x="3017838" y="3749675"/>
          <p14:tracePt t="20447" x="3028950" y="3811588"/>
          <p14:tracePt t="20457" x="3041650" y="3873500"/>
          <p14:tracePt t="20467" x="3057525" y="3940175"/>
          <p14:tracePt t="20477" x="3079750" y="4030663"/>
          <p14:tracePt t="20487" x="3114675" y="4114800"/>
          <p14:tracePt t="20497" x="3141663" y="4181475"/>
          <p14:tracePt t="20507" x="3159125" y="4243388"/>
          <p14:tracePt t="20517" x="3170238" y="4289425"/>
          <p14:tracePt t="20527" x="3176588" y="4305300"/>
          <p14:tracePt t="20537" x="3181350" y="4322763"/>
          <p14:tracePt t="20547" x="3181350" y="4333875"/>
          <p14:tracePt t="20557" x="3181350" y="4340225"/>
          <p14:tracePt t="20567" x="3187700" y="4340225"/>
          <p14:tracePt t="20577" x="3192463" y="4344988"/>
          <p14:tracePt t="20587" x="3214688" y="4351338"/>
          <p14:tracePt t="20597" x="3305175" y="4367213"/>
          <p14:tracePt t="20607" x="3433763" y="4384675"/>
          <p14:tracePt t="20617" x="3592513" y="4413250"/>
          <p14:tracePt t="20627" x="3727450" y="4435475"/>
          <p14:tracePt t="20637" x="3822700" y="4440238"/>
          <p14:tracePt t="20647" x="3884613" y="4440238"/>
          <p14:tracePt t="20657" x="3929063" y="4440238"/>
          <p14:tracePt t="20667" x="3968750" y="4440238"/>
          <p14:tracePt t="20677" x="4019550" y="4435475"/>
          <p14:tracePt t="20687" x="4052888" y="4424363"/>
          <p14:tracePt t="20697" x="4070350" y="4418013"/>
          <p14:tracePt t="20707" x="4075113" y="4418013"/>
          <p14:tracePt t="20717" x="4075113" y="4413250"/>
          <p14:tracePt t="20734" x="4081463" y="4413250"/>
          <p14:tracePt t="20746" x="4081463" y="4406900"/>
          <p14:tracePt t="20886" x="4081463" y="4402138"/>
          <p14:tracePt t="20972" x="4081463" y="4395788"/>
          <p14:tracePt t="20978" x="4081463" y="4391025"/>
          <p14:tracePt t="20982" x="4086225" y="4384675"/>
          <p14:tracePt t="20987" x="4092575" y="4378325"/>
          <p14:tracePt t="20997" x="4097338" y="4362450"/>
          <p14:tracePt t="21007" x="4119563" y="4340225"/>
          <p14:tracePt t="21017" x="4148138" y="4316413"/>
          <p14:tracePt t="21027" x="4170363" y="4300538"/>
          <p14:tracePt t="21037" x="4198938" y="4289425"/>
          <p14:tracePt t="21047" x="4227513" y="4278313"/>
          <p14:tracePt t="21057" x="4243388" y="4271963"/>
          <p14:tracePt t="21067" x="4265613" y="4267200"/>
          <p14:tracePt t="21080" x="4271963" y="4267200"/>
          <p14:tracePt t="21092" x="4278313" y="4267200"/>
          <p14:tracePt t="21110" x="4283075" y="4267200"/>
          <p14:tracePt t="21124" x="4289425" y="4267200"/>
          <p14:tracePt t="21140" x="4294188" y="4267200"/>
          <p14:tracePt t="21150" x="4300538" y="4267200"/>
          <p14:tracePt t="21156" x="4305300" y="4267200"/>
          <p14:tracePt t="21158" x="4311650" y="4267200"/>
          <p14:tracePt t="21167" x="4316413" y="4267200"/>
          <p14:tracePt t="21177" x="4333875" y="4271963"/>
          <p14:tracePt t="21187" x="4344988" y="4278313"/>
          <p14:tracePt t="21197" x="4378325" y="4289425"/>
          <p14:tracePt t="21207" x="4406900" y="4305300"/>
          <p14:tracePt t="21217" x="4451350" y="4329113"/>
          <p14:tracePt t="21227" x="4497388" y="4351338"/>
          <p14:tracePt t="21237" x="4541838" y="4373563"/>
          <p14:tracePt t="21247" x="4581525" y="4391025"/>
          <p14:tracePt t="21257" x="4625975" y="4418013"/>
          <p14:tracePt t="21267" x="4676775" y="4446588"/>
          <p14:tracePt t="21277" x="4721225" y="4468813"/>
          <p14:tracePt t="21287" x="4767263" y="4491038"/>
          <p14:tracePt t="21297" x="4811713" y="4513263"/>
          <p14:tracePt t="21307" x="4851400" y="4537075"/>
          <p14:tracePt t="21317" x="4895850" y="4559300"/>
          <p14:tracePt t="21327" x="4935538" y="4586288"/>
          <p14:tracePt t="21337" x="4968875" y="4610100"/>
          <p14:tracePt t="21347" x="4997450" y="4632325"/>
          <p14:tracePt t="21357" x="5024438" y="4654550"/>
          <p14:tracePt t="21367" x="5053013" y="4676775"/>
          <p14:tracePt t="21377" x="5086350" y="4699000"/>
          <p14:tracePt t="21387" x="5114925" y="4721225"/>
          <p14:tracePt t="21397" x="5137150" y="4738688"/>
          <p14:tracePt t="21407" x="5159375" y="4749800"/>
          <p14:tracePt t="21417" x="5183188" y="4760913"/>
          <p14:tracePt t="21427" x="5205413" y="4772025"/>
          <p14:tracePt t="21437" x="5221288" y="4783138"/>
          <p14:tracePt t="21447" x="5238750" y="4789488"/>
          <p14:tracePt t="21457" x="5249863" y="4794250"/>
          <p14:tracePt t="21467" x="5260975" y="4806950"/>
          <p14:tracePt t="21477" x="5272088" y="4806950"/>
          <p14:tracePt t="21487" x="5289550" y="4811713"/>
          <p14:tracePt t="21497" x="5318125" y="4811713"/>
          <p14:tracePt t="21507" x="5362575" y="4806950"/>
          <p14:tracePt t="21517" x="5407025" y="4806950"/>
          <p14:tracePt t="21527" x="5464175" y="4806950"/>
          <p14:tracePt t="21537" x="5530850" y="4806950"/>
          <p14:tracePt t="21547" x="5592763" y="4800600"/>
          <p14:tracePt t="21557" x="5649913" y="4789488"/>
          <p14:tracePt t="21567" x="5688013" y="4778375"/>
          <p14:tracePt t="21577" x="5727700" y="4767263"/>
          <p14:tracePt t="21587" x="5772150" y="4738688"/>
          <p14:tracePt t="21597" x="5818188" y="4716463"/>
          <p14:tracePt t="21607" x="5873750" y="4694238"/>
          <p14:tracePt t="21617" x="5930900" y="4676775"/>
          <p14:tracePt t="21627" x="5997575" y="4659313"/>
          <p14:tracePt t="21637" x="6053138" y="4648200"/>
          <p14:tracePt t="21647" x="6110288" y="4637088"/>
          <p14:tracePt t="21657" x="6165850" y="4625975"/>
          <p14:tracePt t="21667" x="6249988" y="4610100"/>
          <p14:tracePt t="21677" x="6334125" y="4592638"/>
          <p14:tracePt t="21687" x="6419850" y="4581525"/>
          <p14:tracePt t="21697" x="6497638" y="4564063"/>
          <p14:tracePt t="21707" x="6570663" y="4552950"/>
          <p14:tracePt t="21717" x="6650038" y="4541838"/>
          <p14:tracePt t="21727" x="6734175" y="4524375"/>
          <p14:tracePt t="21737" x="6824663" y="4508500"/>
          <p14:tracePt t="21747" x="6913563" y="4486275"/>
          <p14:tracePt t="21757" x="7004050" y="4464050"/>
          <p14:tracePt t="21767" x="7081838" y="4429125"/>
          <p14:tracePt t="21777" x="7150100" y="4402138"/>
          <p14:tracePt t="21787" x="7212013" y="4362450"/>
          <p14:tracePt t="21797" x="7267575" y="4316413"/>
          <p14:tracePt t="21807" x="7324725" y="4283075"/>
          <p14:tracePt t="21817" x="7380288" y="4238625"/>
          <p14:tracePt t="21827" x="7424738" y="4198938"/>
          <p14:tracePt t="21837" x="7459663" y="4165600"/>
          <p14:tracePt t="21847" x="7481888" y="4132263"/>
          <p14:tracePt t="21857" x="7504113" y="4086225"/>
          <p14:tracePt t="21867" x="7532688" y="4041775"/>
          <p14:tracePt t="21877" x="7548563" y="3990975"/>
          <p14:tracePt t="21887" x="7570788" y="3940175"/>
          <p14:tracePt t="21897" x="7583488" y="3889375"/>
          <p14:tracePt t="21907" x="7594600" y="3844925"/>
          <p14:tracePt t="21917" x="7616825" y="3794125"/>
          <p14:tracePt t="21927" x="7639050" y="3743325"/>
          <p14:tracePt t="21937" x="7656513" y="3698875"/>
          <p14:tracePt t="21947" x="7683500" y="3643313"/>
          <p14:tracePt t="21957" x="7694613" y="3608388"/>
          <p14:tracePt t="21967" x="7712075" y="3570288"/>
          <p14:tracePt t="21977" x="7723188" y="3530600"/>
          <p14:tracePt t="21987" x="7734300" y="3513138"/>
          <p14:tracePt t="21997" x="7740650" y="3479800"/>
          <p14:tracePt t="22007" x="7756525" y="3440113"/>
          <p14:tracePt t="22017" x="7773988" y="3406775"/>
          <p14:tracePt t="22027" x="7796213" y="3344863"/>
          <p14:tracePt t="22037" x="7818438" y="3287713"/>
          <p14:tracePt t="22047" x="7853363" y="3232150"/>
          <p14:tracePt t="22057" x="7886700" y="3181350"/>
          <p14:tracePt t="22067" x="7920038" y="3136900"/>
          <p14:tracePt t="22077" x="7942263" y="3108325"/>
          <p14:tracePt t="22087" x="7964488" y="3092450"/>
          <p14:tracePt t="22098" x="7970838" y="3092450"/>
          <p14:tracePt t="22107" x="7975600" y="3086100"/>
          <p14:tracePt t="22117" x="7981950" y="3079750"/>
          <p14:tracePt t="22127" x="7986713" y="3079750"/>
          <p14:tracePt t="22137" x="8004175" y="3074988"/>
          <p14:tracePt t="22147" x="8021638" y="3068638"/>
          <p14:tracePt t="22157" x="8061325" y="3057525"/>
          <p14:tracePt t="22167" x="8094663" y="3052763"/>
          <p14:tracePt t="22177" x="8139113" y="3046413"/>
          <p14:tracePt t="22187" x="8178800" y="3046413"/>
          <p14:tracePt t="22197" x="8218488" y="3046413"/>
          <p14:tracePt t="22207" x="8245475" y="3046413"/>
          <p14:tracePt t="22217" x="8262938" y="3046413"/>
          <p14:tracePt t="22227" x="8274050" y="3046413"/>
          <p14:tracePt t="22237" x="8285163" y="3046413"/>
          <p14:tracePt t="22247" x="8291513" y="3046413"/>
          <p14:tracePt t="22257" x="8296275" y="3046413"/>
          <p14:tracePt t="22270" x="8302625" y="3046413"/>
          <p14:tracePt t="22280" x="8302625" y="3052763"/>
          <p14:tracePt t="22586" x="8302625" y="3057525"/>
          <p14:tracePt t="22590" x="8302625" y="3063875"/>
          <p14:tracePt t="22597" x="8296275" y="3068638"/>
          <p14:tracePt t="22607" x="8296275" y="3079750"/>
          <p14:tracePt t="22617" x="8291513" y="3097213"/>
          <p14:tracePt t="22627" x="8285163" y="3108325"/>
          <p14:tracePt t="22637" x="8280400" y="3119438"/>
          <p14:tracePt t="22647" x="8280400" y="3125788"/>
          <p14:tracePt t="22657" x="8280400" y="3130550"/>
          <p14:tracePt t="22667" x="8274050" y="3136900"/>
          <p14:tracePt t="22677" x="8274050" y="3141663"/>
          <p14:tracePt t="22687" x="8269288" y="3159125"/>
          <p14:tracePt t="22697" x="8262938" y="3170238"/>
          <p14:tracePt t="22707" x="8262938" y="3187700"/>
          <p14:tracePt t="22717" x="8251825" y="3209925"/>
          <p14:tracePt t="22727" x="8240713" y="3227388"/>
          <p14:tracePt t="22737" x="8223250" y="3243263"/>
          <p14:tracePt t="22747" x="8207375" y="3254375"/>
          <p14:tracePt t="22757" x="8183563" y="3265488"/>
          <p14:tracePt t="22767" x="8167688" y="3265488"/>
          <p14:tracePt t="22777" x="8156575" y="3271838"/>
          <p14:tracePt t="22787" x="8150225" y="3271838"/>
          <p14:tracePt t="22797" x="8145463" y="3271838"/>
          <p14:tracePt t="22808" x="8139113" y="3271838"/>
          <p14:tracePt t="22822" x="8134350" y="3271838"/>
          <p14:tracePt t="22842" x="8128000" y="3271838"/>
          <p14:tracePt t="22866" x="8128000" y="3265488"/>
          <p14:tracePt t="22870" x="8128000" y="3260725"/>
          <p14:tracePt t="22877" x="8128000" y="3249613"/>
          <p14:tracePt t="22887" x="8128000" y="3232150"/>
          <p14:tracePt t="22897" x="8128000" y="3203575"/>
          <p14:tracePt t="22907" x="8128000" y="3176588"/>
          <p14:tracePt t="22917" x="8128000" y="3148013"/>
          <p14:tracePt t="22927" x="8139113" y="3125788"/>
          <p14:tracePt t="22937" x="8145463" y="3103563"/>
          <p14:tracePt t="22947" x="8150225" y="3092450"/>
          <p14:tracePt t="22957" x="8156575" y="3079750"/>
          <p14:tracePt t="22967" x="8161338" y="3074988"/>
          <p14:tracePt t="22977" x="8161338" y="3068638"/>
          <p14:tracePt t="23004" x="8161338" y="3063875"/>
          <p14:tracePt t="23014" x="8167688" y="3063875"/>
          <p14:tracePt t="23387" x="8167688" y="3068638"/>
          <p14:tracePt t="23396" x="8172450" y="3068638"/>
          <p14:tracePt t="23400" x="8172450" y="3074988"/>
          <p14:tracePt t="23407" x="8178800" y="3074988"/>
          <p14:tracePt t="23417" x="8178800" y="3079750"/>
          <p14:tracePt t="23427" x="8183563" y="3092450"/>
          <p14:tracePt t="23437" x="8194675" y="3097213"/>
          <p14:tracePt t="23447" x="8201025" y="3103563"/>
          <p14:tracePt t="23462" x="8207375" y="3103563"/>
          <p14:tracePt t="23472" x="8207375" y="3108325"/>
          <p14:tracePt t="23496" x="8212138" y="3108325"/>
          <p14:tracePt t="23498" x="8212138" y="3114675"/>
          <p14:tracePt t="23508" x="8218488" y="3114675"/>
          <p14:tracePt t="23517" x="8229600" y="3114675"/>
          <p14:tracePt t="23527" x="8245475" y="3114675"/>
          <p14:tracePt t="23537" x="8256588" y="3114675"/>
          <p14:tracePt t="23556" x="8262938" y="3114675"/>
          <p14:tracePt t="23586" x="8269288" y="3114675"/>
          <p14:tracePt t="23728" x="8269288" y="3119438"/>
          <p14:tracePt t="23732" x="8274050" y="3119438"/>
          <p14:tracePt t="23737" x="8274050" y="3125788"/>
          <p14:tracePt t="23747" x="8285163" y="3159125"/>
          <p14:tracePt t="23757" x="8307388" y="3192463"/>
          <p14:tracePt t="23767" x="8358188" y="3265488"/>
          <p14:tracePt t="23777" x="8402638" y="3333750"/>
          <p14:tracePt t="23787" x="8470900" y="3417888"/>
          <p14:tracePt t="23797" x="8526463" y="3495675"/>
          <p14:tracePt t="23807" x="8594725" y="3575050"/>
          <p14:tracePt t="23817" x="8656638" y="3648075"/>
          <p14:tracePt t="23827" x="8712200" y="3716338"/>
          <p14:tracePt t="23837" x="8796338" y="3805238"/>
          <p14:tracePt t="23847" x="8886825" y="3889375"/>
          <p14:tracePt t="23857" x="8977313" y="3979863"/>
          <p14:tracePt t="23867" x="9066213" y="4075113"/>
          <p14:tracePt t="23877" x="9150350" y="4154488"/>
          <p14:tracePt t="23887" x="9240838" y="4238625"/>
          <p14:tracePt t="23897" x="9364663" y="4333875"/>
          <p14:tracePt t="23907" x="9488488" y="4413250"/>
          <p14:tracePt t="23917" x="9594850" y="4486275"/>
          <p14:tracePt t="23927" x="9707563" y="4537075"/>
          <p14:tracePt t="23937" x="9813925" y="4575175"/>
          <p14:tracePt t="23947" x="9915525" y="4610100"/>
          <p14:tracePt t="23957" x="10039350" y="4632325"/>
          <p14:tracePt t="23967" x="10167938" y="4659313"/>
          <p14:tracePt t="23977" x="10298113" y="4672013"/>
          <p14:tracePt t="23987" x="10387013" y="4687888"/>
          <p14:tracePt t="23997" x="10472738" y="4687888"/>
          <p14:tracePt t="24007" x="10545763" y="4687888"/>
          <p14:tracePt t="24017" x="10594975" y="4694238"/>
          <p14:tracePt t="24027" x="10612438" y="4694238"/>
          <p14:tracePt t="24046" x="10618788" y="4694238"/>
          <p14:tracePt t="24148" x="10618788" y="4687888"/>
          <p14:tracePt t="24152" x="10606088" y="4683125"/>
          <p14:tracePt t="24157" x="10594975" y="4672013"/>
          <p14:tracePt t="24167" x="10545763" y="4621213"/>
          <p14:tracePt t="24177" x="10460038" y="4552950"/>
          <p14:tracePt t="24187" x="10331450" y="4464050"/>
          <p14:tracePt t="24197" x="10185400" y="4351338"/>
          <p14:tracePt t="24207" x="9999663" y="4221163"/>
          <p14:tracePt t="24217" x="9820275" y="4103688"/>
          <p14:tracePt t="24227" x="9663113" y="3990975"/>
          <p14:tracePt t="24237" x="9550400" y="3906838"/>
          <p14:tracePt t="24247" x="9477375" y="3851275"/>
          <p14:tracePt t="24257" x="9420225" y="3811588"/>
          <p14:tracePt t="24267" x="9358313" y="3760788"/>
          <p14:tracePt t="24277" x="9274175" y="3687763"/>
          <p14:tracePt t="24287" x="9174163" y="3603625"/>
          <p14:tracePt t="24297" x="9077325" y="3519488"/>
          <p14:tracePt t="24307" x="8988425" y="3435350"/>
          <p14:tracePt t="24317" x="8920163" y="3373438"/>
          <p14:tracePt t="24327" x="8880475" y="3333750"/>
          <p14:tracePt t="24337" x="8869363" y="3322638"/>
          <p14:tracePt t="24347" x="8864600" y="3316288"/>
          <p14:tracePt t="24370" x="8858250" y="3316288"/>
          <p14:tracePt t="24422" x="8853488" y="3316288"/>
          <p14:tracePt t="24448" x="8847138" y="3316288"/>
          <p14:tracePt t="24454" x="8842375" y="3316288"/>
          <p14:tracePt t="24458" x="8836025" y="3316288"/>
          <p14:tracePt t="24467" x="8813800" y="3316288"/>
          <p14:tracePt t="24477" x="8774113" y="3316288"/>
          <p14:tracePt t="24487" x="8729663" y="3316288"/>
          <p14:tracePt t="24497" x="8685213" y="3316288"/>
          <p14:tracePt t="24507" x="8639175" y="3322638"/>
          <p14:tracePt t="24517" x="8623300" y="3322638"/>
          <p14:tracePt t="24532" x="8616950" y="3322638"/>
          <p14:tracePt t="24660" x="8616950" y="3327400"/>
          <p14:tracePt t="24664" x="8616950" y="3333750"/>
          <p14:tracePt t="24668" x="8616950" y="3338513"/>
          <p14:tracePt t="24677" x="8623300" y="3362325"/>
          <p14:tracePt t="24687" x="8645525" y="3400425"/>
          <p14:tracePt t="24697" x="8678863" y="3479800"/>
          <p14:tracePt t="24707" x="8718550" y="3575050"/>
          <p14:tracePt t="24717" x="8769350" y="3687763"/>
          <p14:tracePt t="24727" x="8831263" y="3800475"/>
          <p14:tracePt t="24737" x="8909050" y="3929063"/>
          <p14:tracePt t="24747" x="8999538" y="4064000"/>
          <p14:tracePt t="24757" x="9101138" y="4194175"/>
          <p14:tracePt t="24767" x="9185275" y="4305300"/>
          <p14:tracePt t="24777" x="9269413" y="4395788"/>
          <p14:tracePt t="24787" x="9336088" y="4468813"/>
          <p14:tracePt t="24797" x="9386888" y="4524375"/>
          <p14:tracePt t="24807" x="9420225" y="4564063"/>
          <p14:tracePt t="24817" x="9448800" y="4592638"/>
          <p14:tracePt t="24827" x="9459913" y="4610100"/>
          <p14:tracePt t="24837" x="9466263" y="4614863"/>
          <p14:tracePt t="24847" x="9466263" y="4621213"/>
          <p14:tracePt t="24920" x="9466263" y="4614863"/>
          <p14:tracePt t="24922" x="9466263" y="4610100"/>
          <p14:tracePt t="24927" x="9459913" y="4598988"/>
          <p14:tracePt t="24937" x="9437688" y="4537075"/>
          <p14:tracePt t="24947" x="9375775" y="4413250"/>
          <p14:tracePt t="24957" x="9280525" y="4216400"/>
          <p14:tracePt t="24967" x="9178925" y="4030663"/>
          <p14:tracePt t="24977" x="9088438" y="3827463"/>
          <p14:tracePt t="24987" x="9021763" y="3665538"/>
          <p14:tracePt t="24997" x="8977313" y="3546475"/>
          <p14:tracePt t="25007" x="8953500" y="3479800"/>
          <p14:tracePt t="25017" x="8937625" y="3435350"/>
          <p14:tracePt t="25027" x="8931275" y="3417888"/>
          <p14:tracePt t="25037" x="8931275" y="3406775"/>
          <p14:tracePt t="25047" x="8926513" y="3395663"/>
          <p14:tracePt t="25057" x="8926513" y="3389313"/>
          <p14:tracePt t="25067" x="8926513" y="3384550"/>
          <p14:tracePt t="25077" x="8926513" y="3373438"/>
          <p14:tracePt t="25087" x="8931275" y="3362325"/>
          <p14:tracePt t="25098" x="8931275" y="3355975"/>
          <p14:tracePt t="25107" x="8937625" y="3349625"/>
          <p14:tracePt t="25118" x="8942388" y="3349625"/>
          <p14:tracePt t="25127" x="8966200" y="3349625"/>
          <p14:tracePt t="25137" x="9021763" y="3378200"/>
          <p14:tracePt t="25147" x="9117013" y="3440113"/>
          <p14:tracePt t="25157" x="9236075" y="3524250"/>
          <p14:tracePt t="25167" x="9371013" y="3625850"/>
          <p14:tracePt t="25177" x="9510713" y="3721100"/>
          <p14:tracePt t="25187" x="9628188" y="3800475"/>
          <p14:tracePt t="25197" x="9752013" y="3867150"/>
          <p14:tracePt t="25207" x="9853613" y="3913188"/>
          <p14:tracePt t="25217" x="9932988" y="3940175"/>
          <p14:tracePt t="25227" x="9994900" y="3951288"/>
          <p14:tracePt t="25237" x="10050463" y="3962400"/>
          <p14:tracePt t="25247" x="10090150" y="3968750"/>
          <p14:tracePt t="25257" x="10112375" y="3968750"/>
          <p14:tracePt t="25267" x="10117138" y="3968750"/>
          <p14:tracePt t="25277" x="10123488" y="3968750"/>
          <p14:tracePt t="25330" x="10117138" y="3968750"/>
          <p14:tracePt t="25334" x="10106025" y="3962400"/>
          <p14:tracePt t="25337" x="10106025" y="3957638"/>
          <p14:tracePt t="25347" x="10050463" y="3940175"/>
          <p14:tracePt t="25357" x="9955213" y="3900488"/>
          <p14:tracePt t="25367" x="9774238" y="3827463"/>
          <p14:tracePt t="25377" x="9566275" y="3749675"/>
          <p14:tracePt t="25387" x="9353550" y="3670300"/>
          <p14:tracePt t="25397" x="9150350" y="3575050"/>
          <p14:tracePt t="25407" x="9021763" y="3508375"/>
          <p14:tracePt t="25417" x="8959850" y="3462338"/>
          <p14:tracePt t="25427" x="8915400" y="3417888"/>
          <p14:tracePt t="25437" x="8864600" y="3355975"/>
          <p14:tracePt t="25447" x="8813800" y="3260725"/>
          <p14:tracePt t="25457" x="8740775" y="3108325"/>
          <p14:tracePt t="25467" x="8645525" y="2906713"/>
          <p14:tracePt t="25477" x="8566150" y="2687638"/>
          <p14:tracePt t="25487" x="8482013" y="2455863"/>
          <p14:tracePt t="25497" x="8420100" y="2247900"/>
          <p14:tracePt t="25507" x="8397875" y="2097088"/>
          <p14:tracePt t="25517" x="8397875" y="2017713"/>
          <p14:tracePt t="25527" x="8391525" y="1973263"/>
          <p14:tracePt t="25537" x="8386763" y="1962150"/>
          <p14:tracePt t="25562" x="8386763" y="1955800"/>
          <p14:tracePt t="25622" x="8386763" y="1962150"/>
          <p14:tracePt t="25626" x="8386763" y="1966913"/>
          <p14:tracePt t="25630" x="8386763" y="1973263"/>
          <p14:tracePt t="25637" x="8386763" y="1978025"/>
          <p14:tracePt t="25647" x="8397875" y="2006600"/>
          <p14:tracePt t="25657" x="8426450" y="2057400"/>
          <p14:tracePt t="25667" x="8459788" y="2147888"/>
          <p14:tracePt t="25677" x="8515350" y="2282825"/>
          <p14:tracePt t="25687" x="8605838" y="2479675"/>
          <p14:tracePt t="25697" x="8701088" y="2687638"/>
          <p14:tracePt t="25707" x="8791575" y="2871788"/>
          <p14:tracePt t="25717" x="8864600" y="3024188"/>
          <p14:tracePt t="25727" x="8920163" y="3130550"/>
          <p14:tracePt t="25737" x="8948738" y="3192463"/>
          <p14:tracePt t="25747" x="8977313" y="3249613"/>
          <p14:tracePt t="25757" x="9004300" y="3287713"/>
          <p14:tracePt t="25767" x="9028113" y="3322638"/>
          <p14:tracePt t="25777" x="9050338" y="3355975"/>
          <p14:tracePt t="25787" x="9077325" y="3384550"/>
          <p14:tracePt t="25797" x="9094788" y="3400425"/>
          <p14:tracePt t="25807" x="9101138" y="3406775"/>
          <p14:tracePt t="25818" x="9105900" y="3406775"/>
          <p14:tracePt t="25827" x="9112250" y="3406775"/>
          <p14:tracePt t="25837" x="9167813" y="3389313"/>
          <p14:tracePt t="25847" x="9280525" y="3338513"/>
          <p14:tracePt t="25857" x="9477375" y="3271838"/>
          <p14:tracePt t="25867" x="9696450" y="3209925"/>
          <p14:tracePt t="25877" x="9937750" y="3152775"/>
          <p14:tracePt t="25887" x="10174288" y="3108325"/>
          <p14:tracePt t="25897" x="10393363" y="3074988"/>
          <p14:tracePt t="25907" x="10590213" y="3052763"/>
          <p14:tracePt t="25917" x="10718800" y="3041650"/>
          <p14:tracePt t="25927" x="10820400" y="3041650"/>
          <p14:tracePt t="25937" x="10893425" y="3041650"/>
          <p14:tracePt t="25947" x="10944225" y="3046413"/>
          <p14:tracePt t="25957" x="10961688" y="3052763"/>
          <p14:tracePt t="25967" x="10972800" y="3057525"/>
          <p14:tracePt t="25977" x="10977563" y="3057525"/>
          <p14:tracePt t="25998" x="10983913" y="3057525"/>
          <p14:tracePt t="30646" x="10983913" y="3052763"/>
          <p14:tracePt t="30648" x="10983913" y="3046413"/>
          <p14:tracePt t="30657" x="10977563" y="3041650"/>
          <p14:tracePt t="30667" x="10972800" y="3041650"/>
          <p14:tracePt t="30677" x="10966450" y="3035300"/>
          <p14:tracePt t="30687" x="10966450" y="3030538"/>
          <p14:tracePt t="30697" x="10955338" y="3024188"/>
          <p14:tracePt t="30707" x="10888663" y="3006725"/>
          <p14:tracePt t="30717" x="10753725" y="2979738"/>
          <p14:tracePt t="30727" x="10510838" y="2940050"/>
          <p14:tracePt t="30737" x="10298113" y="2900363"/>
          <p14:tracePt t="30747" x="10090150" y="2895600"/>
          <p14:tracePt t="30757" x="9825038" y="2928938"/>
          <p14:tracePt t="30767" x="9499600" y="3013075"/>
          <p14:tracePt t="30777" x="9094788" y="3181350"/>
          <p14:tracePt t="30787" x="8566150" y="3451225"/>
          <p14:tracePt t="30797" x="7953375" y="3805238"/>
          <p14:tracePt t="30807" x="7335838" y="4148138"/>
          <p14:tracePt t="30817" x="6789738" y="4440238"/>
          <p14:tracePt t="30827" x="6307138" y="4705350"/>
          <p14:tracePt t="30837" x="5930900" y="4924425"/>
          <p14:tracePt t="30847" x="5626100" y="5087938"/>
          <p14:tracePt t="30857" x="5362575" y="5194300"/>
          <p14:tracePt t="30867" x="5148263" y="5267325"/>
          <p14:tracePt t="30877" x="5008563" y="5318125"/>
          <p14:tracePt t="30887" x="4929188" y="5340350"/>
          <p14:tracePt t="30897" x="4895850" y="5340350"/>
          <p14:tracePt t="30907" x="4884738" y="5345113"/>
          <p14:tracePt t="30917" x="4878388" y="5345113"/>
          <p14:tracePt t="30927" x="4873625" y="5345113"/>
          <p14:tracePt t="30937" x="4840288" y="5318125"/>
          <p14:tracePt t="30947" x="4772025" y="5260975"/>
          <p14:tracePt t="30957" x="4670425" y="5194300"/>
          <p14:tracePt t="30967" x="4530725" y="5114925"/>
          <p14:tracePt t="30977" x="4384675" y="5048250"/>
          <p14:tracePt t="30987" x="4187825" y="4964113"/>
          <p14:tracePt t="30997" x="3968750" y="4884738"/>
          <p14:tracePt t="31007" x="3714750" y="4778375"/>
          <p14:tracePt t="31017" x="3457575" y="4648200"/>
          <p14:tracePt t="31027" x="3249613" y="4524375"/>
          <p14:tracePt t="31037" x="3130550" y="4424363"/>
          <p14:tracePt t="31047" x="3079750" y="4351338"/>
          <p14:tracePt t="31057" x="3063875" y="4289425"/>
          <p14:tracePt t="31067" x="3046413" y="4221163"/>
          <p14:tracePt t="31077" x="3028950" y="4137025"/>
          <p14:tracePt t="31087" x="3006725" y="4041775"/>
          <p14:tracePt t="31098" x="2984500" y="3924300"/>
          <p14:tracePt t="31107" x="2955925" y="3760788"/>
          <p14:tracePt t="31117" x="2944813" y="3563938"/>
          <p14:tracePt t="31127" x="2940050" y="3362325"/>
          <p14:tracePt t="31137" x="2940050" y="3187700"/>
          <p14:tracePt t="31147" x="2962275" y="3024188"/>
          <p14:tracePt t="31157" x="2995613" y="2900363"/>
          <p14:tracePt t="31167" x="3041650" y="2798763"/>
          <p14:tracePt t="31177" x="3068638" y="2720975"/>
          <p14:tracePt t="31187" x="3103563" y="2663825"/>
          <p14:tracePt t="31197" x="3125788" y="2614613"/>
          <p14:tracePt t="31207" x="3136900" y="2590800"/>
          <p14:tracePt t="31217" x="3141663" y="2590800"/>
          <p14:tracePt t="31227" x="3141663" y="2586038"/>
          <p14:tracePt t="31246" x="3148013" y="2586038"/>
          <p14:tracePt t="31248" x="3148013" y="2590800"/>
          <p14:tracePt t="31257" x="3159125" y="2625725"/>
          <p14:tracePt t="31267" x="3187700" y="2703513"/>
          <p14:tracePt t="31277" x="3214688" y="2776538"/>
          <p14:tracePt t="31287" x="3249613" y="2844800"/>
          <p14:tracePt t="31297" x="3282950" y="2906713"/>
          <p14:tracePt t="31307" x="3322638" y="2962275"/>
          <p14:tracePt t="31317" x="3355975" y="3019425"/>
          <p14:tracePt t="31327" x="3384550" y="3063875"/>
          <p14:tracePt t="31337" x="3406775" y="3103563"/>
          <p14:tracePt t="31347" x="3429000" y="3136900"/>
          <p14:tracePt t="31357" x="3446463" y="3152775"/>
          <p14:tracePt t="31367" x="3462338" y="3170238"/>
          <p14:tracePt t="31377" x="3484563" y="3192463"/>
          <p14:tracePt t="31387" x="3502025" y="3209925"/>
          <p14:tracePt t="31397" x="3519488" y="3214688"/>
          <p14:tracePt t="31407" x="3541713" y="3232150"/>
          <p14:tracePt t="31417" x="3586163" y="3265488"/>
          <p14:tracePt t="31427" x="3641725" y="3305175"/>
          <p14:tracePt t="31437" x="3687763" y="3338513"/>
          <p14:tracePt t="31447" x="3727450" y="3367088"/>
          <p14:tracePt t="31457" x="3732213" y="3373438"/>
          <p14:tracePt t="31467" x="3738563" y="3378200"/>
          <p14:tracePt t="31477" x="3743325" y="3378200"/>
          <p14:tracePt t="31487" x="3749675" y="3378200"/>
          <p14:tracePt t="31497" x="3754438" y="3378200"/>
          <p14:tracePt t="31507" x="3760788" y="3378200"/>
          <p14:tracePt t="31544" x="3765550" y="3378200"/>
          <p14:tracePt t="31582" x="3771900" y="3378200"/>
          <p14:tracePt t="31596" x="3771900" y="3373438"/>
          <p14:tracePt t="31610" x="3771900" y="3367088"/>
          <p14:tracePt t="31614" x="3771900" y="3362325"/>
          <p14:tracePt t="31620" x="3771900" y="3355975"/>
          <p14:tracePt t="31627" x="3771900" y="3344863"/>
          <p14:tracePt t="31637" x="3771900" y="3327400"/>
          <p14:tracePt t="31647" x="3771900" y="3305175"/>
          <p14:tracePt t="31657" x="3771900" y="3282950"/>
          <p14:tracePt t="31667" x="3776663" y="3254375"/>
          <p14:tracePt t="31677" x="3776663" y="3209925"/>
          <p14:tracePt t="31687" x="3776663" y="3170238"/>
          <p14:tracePt t="31697" x="3776663" y="3125788"/>
          <p14:tracePt t="31707" x="3776663" y="3068638"/>
          <p14:tracePt t="31717" x="3776663" y="3013075"/>
          <p14:tracePt t="31727" x="3776663" y="2951163"/>
          <p14:tracePt t="31737" x="3771900" y="2895600"/>
          <p14:tracePt t="31747" x="3760788" y="2844800"/>
          <p14:tracePt t="31757" x="3749675" y="2798763"/>
          <p14:tracePt t="31767" x="3738563" y="2765425"/>
          <p14:tracePt t="31777" x="3732213" y="2743200"/>
          <p14:tracePt t="31787" x="3721100" y="2720975"/>
          <p14:tracePt t="31797" x="3709988" y="2698750"/>
          <p14:tracePt t="31807" x="3687763" y="2663825"/>
          <p14:tracePt t="31817" x="3659188" y="2625725"/>
          <p14:tracePt t="31827" x="3619500" y="2574925"/>
          <p14:tracePt t="31837" x="3568700" y="2517775"/>
          <p14:tracePt t="31847" x="3495675" y="2451100"/>
          <p14:tracePt t="31857" x="3433763" y="2400300"/>
          <p14:tracePt t="31867" x="3378200" y="2360613"/>
          <p14:tracePt t="31877" x="3327400" y="2327275"/>
          <p14:tracePt t="31887" x="3305175" y="2316163"/>
          <p14:tracePt t="31897" x="3282950" y="2305050"/>
          <p14:tracePt t="31907" x="3271838" y="2298700"/>
          <p14:tracePt t="31917" x="3260725" y="2293938"/>
          <p14:tracePt t="31927" x="3249613" y="2282825"/>
          <p14:tracePt t="31937" x="3225800" y="2276475"/>
          <p14:tracePt t="31947" x="3198813" y="2271713"/>
          <p14:tracePt t="31957" x="3163888" y="2259013"/>
          <p14:tracePt t="31967" x="3141663" y="2254250"/>
          <p14:tracePt t="31977" x="3114675" y="2254250"/>
          <p14:tracePt t="31987" x="3090863" y="2254250"/>
          <p14:tracePt t="31997" x="3068638" y="2254250"/>
          <p14:tracePt t="32007" x="3041650" y="2259013"/>
          <p14:tracePt t="32017" x="3013075" y="2265363"/>
          <p14:tracePt t="32027" x="2968625" y="2276475"/>
          <p14:tracePt t="32037" x="2922588" y="2298700"/>
          <p14:tracePt t="32047" x="2878138" y="2316163"/>
          <p14:tracePt t="32057" x="2833688" y="2344738"/>
          <p14:tracePt t="32067" x="2798763" y="2366963"/>
          <p14:tracePt t="32077" x="2760663" y="2393950"/>
          <p14:tracePt t="32087" x="2709863" y="2428875"/>
          <p14:tracePt t="32098" x="2625725" y="2473325"/>
          <p14:tracePt t="32098" x="2613025" y="2484438"/>
          <p14:tracePt t="32107" x="2552700" y="2506663"/>
          <p14:tracePt t="32117" x="2473325" y="2535238"/>
          <p14:tracePt t="32127" x="2411413" y="2557463"/>
          <p14:tracePt t="32137" x="2366963" y="2574925"/>
          <p14:tracePt t="32147" x="2349500" y="2586038"/>
          <p14:tracePt t="32157" x="2338388" y="2590800"/>
          <p14:tracePt t="32178" x="2338388" y="2597150"/>
          <p14:tracePt t="32180" x="2332038" y="2597150"/>
          <p14:tracePt t="32192" x="2332038" y="2601913"/>
          <p14:tracePt t="32208" x="2332038" y="2608263"/>
          <p14:tracePt t="32214" x="2332038" y="2614613"/>
          <p14:tracePt t="32218" x="2327275" y="2619375"/>
          <p14:tracePt t="32227" x="2327275" y="2636838"/>
          <p14:tracePt t="32237" x="2320925" y="2663825"/>
          <p14:tracePt t="32247" x="2320925" y="2698750"/>
          <p14:tracePt t="32257" x="2320925" y="2736850"/>
          <p14:tracePt t="32267" x="2327275" y="2771775"/>
          <p14:tracePt t="32277" x="2344738" y="2816225"/>
          <p14:tracePt t="32287" x="2360613" y="2860675"/>
          <p14:tracePt t="32297" x="2389188" y="2917825"/>
          <p14:tracePt t="32307" x="2439988" y="2984500"/>
          <p14:tracePt t="32317" x="2484438" y="3046413"/>
          <p14:tracePt t="32327" x="2535238" y="3108325"/>
          <p14:tracePt t="32337" x="2590800" y="3165475"/>
          <p14:tracePt t="32347" x="2652713" y="3221038"/>
          <p14:tracePt t="32357" x="2709863" y="3271838"/>
          <p14:tracePt t="32367" x="2765425" y="3322638"/>
          <p14:tracePt t="32377" x="2816225" y="3367088"/>
          <p14:tracePt t="32387" x="2860675" y="3400425"/>
          <p14:tracePt t="32397" x="2922588" y="3429000"/>
          <p14:tracePt t="32407" x="2984500" y="3451225"/>
          <p14:tracePt t="32417" x="3046413" y="3462338"/>
          <p14:tracePt t="32427" x="3119438" y="3462338"/>
          <p14:tracePt t="32437" x="3187700" y="3462338"/>
          <p14:tracePt t="32447" x="3265488" y="3440113"/>
          <p14:tracePt t="32457" x="3344863" y="3411538"/>
          <p14:tracePt t="32467" x="3406775" y="3384550"/>
          <p14:tracePt t="32477" x="3451225" y="3367088"/>
          <p14:tracePt t="32487" x="3484563" y="3344863"/>
          <p14:tracePt t="32497" x="3502025" y="3338513"/>
          <p14:tracePt t="32507" x="3519488" y="3322638"/>
          <p14:tracePt t="32517" x="3535363" y="3305175"/>
          <p14:tracePt t="32527" x="3557588" y="3287713"/>
          <p14:tracePt t="32537" x="3579813" y="3260725"/>
          <p14:tracePt t="32547" x="3597275" y="3227388"/>
          <p14:tracePt t="32557" x="3625850" y="3181350"/>
          <p14:tracePt t="32567" x="3648075" y="3136900"/>
          <p14:tracePt t="32577" x="3676650" y="3092450"/>
          <p14:tracePt t="32587" x="3698875" y="3057525"/>
          <p14:tracePt t="32597" x="3714750" y="3030538"/>
          <p14:tracePt t="32607" x="3732213" y="3006725"/>
          <p14:tracePt t="32617" x="3738563" y="2984500"/>
          <p14:tracePt t="32627" x="3743325" y="2957513"/>
          <p14:tracePt t="32637" x="3749675" y="2928938"/>
          <p14:tracePt t="32647" x="3749675" y="2900363"/>
          <p14:tracePt t="32657" x="3749675" y="2860675"/>
          <p14:tracePt t="32667" x="3749675" y="2827338"/>
          <p14:tracePt t="32677" x="3743325" y="2787650"/>
          <p14:tracePt t="32687" x="3732213" y="2749550"/>
          <p14:tracePt t="32697" x="3721100" y="2714625"/>
          <p14:tracePt t="32707" x="3698875" y="2676525"/>
          <p14:tracePt t="32717" x="3687763" y="2636838"/>
          <p14:tracePt t="32727" x="3665538" y="2608263"/>
          <p14:tracePt t="32737" x="3648075" y="2574925"/>
          <p14:tracePt t="32747" x="3625850" y="2546350"/>
          <p14:tracePt t="32757" x="3592513" y="2517775"/>
          <p14:tracePt t="32767" x="3568700" y="2495550"/>
          <p14:tracePt t="32777" x="3541713" y="2479675"/>
          <p14:tracePt t="32787" x="3524250" y="2462213"/>
          <p14:tracePt t="32797" x="3502025" y="2451100"/>
          <p14:tracePt t="32807" x="3479800" y="2439988"/>
          <p14:tracePt t="32817" x="3451225" y="2422525"/>
          <p14:tracePt t="32827" x="3411538" y="2400300"/>
          <p14:tracePt t="32837" x="3360738" y="2371725"/>
          <p14:tracePt t="32847" x="3305175" y="2344738"/>
          <p14:tracePt t="32857" x="3249613" y="2327275"/>
          <p14:tracePt t="32867" x="3203575" y="2305050"/>
          <p14:tracePt t="32877" x="3170238" y="2293938"/>
          <p14:tracePt t="32887" x="3141663" y="2287588"/>
          <p14:tracePt t="32897" x="3119438" y="2282825"/>
          <p14:tracePt t="32907" x="3103563" y="2282825"/>
          <p14:tracePt t="32917" x="3086100" y="2282825"/>
          <p14:tracePt t="32927" x="3068638" y="2282825"/>
          <p14:tracePt t="32937" x="3041650" y="2282825"/>
          <p14:tracePt t="32947" x="3001963" y="2293938"/>
          <p14:tracePt t="32957" x="2968625" y="2305050"/>
          <p14:tracePt t="32967" x="2922588" y="2333625"/>
          <p14:tracePt t="32977" x="2878138" y="2360613"/>
          <p14:tracePt t="32987" x="2833688" y="2406650"/>
          <p14:tracePt t="32997" x="2771775" y="2462213"/>
          <p14:tracePt t="33007" x="2709863" y="2528888"/>
          <p14:tracePt t="33017" x="2652713" y="2586038"/>
          <p14:tracePt t="33027" x="2601913" y="2647950"/>
          <p14:tracePt t="33037" x="2563813" y="2692400"/>
          <p14:tracePt t="33047" x="2528888" y="2736850"/>
          <p14:tracePt t="33057" x="2513013" y="2771775"/>
          <p14:tracePt t="33067" x="2501900" y="2794000"/>
          <p14:tracePt t="33077" x="2495550" y="2816225"/>
          <p14:tracePt t="33087" x="2484438" y="2838450"/>
          <p14:tracePt t="33098" x="2478088" y="2860675"/>
          <p14:tracePt t="33107" x="2466975" y="2889250"/>
          <p14:tracePt t="33117" x="2455863" y="2917825"/>
          <p14:tracePt t="33127" x="2444750" y="2951163"/>
          <p14:tracePt t="33137" x="2433638" y="2979738"/>
          <p14:tracePt t="33147" x="2428875" y="3013075"/>
          <p14:tracePt t="33157" x="2428875" y="3041650"/>
          <p14:tracePt t="33167" x="2428875" y="3068638"/>
          <p14:tracePt t="33177" x="2428875" y="3092450"/>
          <p14:tracePt t="33187" x="2428875" y="3114675"/>
          <p14:tracePt t="33197" x="2428875" y="3125788"/>
          <p14:tracePt t="33207" x="2433638" y="3130550"/>
          <p14:tracePt t="33217" x="2439988" y="3148013"/>
          <p14:tracePt t="33227" x="2444750" y="3165475"/>
          <p14:tracePt t="33237" x="2455863" y="3181350"/>
          <p14:tracePt t="33247" x="2484438" y="3209925"/>
          <p14:tracePt t="33257" x="2513013" y="3238500"/>
          <p14:tracePt t="33267" x="2563813" y="3265488"/>
          <p14:tracePt t="33277" x="2630488" y="3287713"/>
          <p14:tracePt t="33287" x="2703513" y="3311525"/>
          <p14:tracePt t="33297" x="2765425" y="3322638"/>
          <p14:tracePt t="33307" x="2816225" y="3322638"/>
          <p14:tracePt t="33317" x="2855913" y="3322638"/>
          <p14:tracePt t="33327" x="2871788" y="3322638"/>
          <p14:tracePt t="33337" x="2889250" y="3322638"/>
          <p14:tracePt t="33347" x="2895600" y="3322638"/>
          <p14:tracePt t="33362" x="2900363" y="3322638"/>
          <p14:tracePt t="33370" x="2900363" y="3316288"/>
          <p14:tracePt t="33377" x="2900363" y="3311525"/>
          <p14:tracePt t="33387" x="2911475" y="3305175"/>
          <p14:tracePt t="33397" x="2911475" y="3287713"/>
          <p14:tracePt t="33407" x="2922588" y="3260725"/>
          <p14:tracePt t="33417" x="2933700" y="3214688"/>
          <p14:tracePt t="33427" x="2944813" y="3165475"/>
          <p14:tracePt t="33437" x="2955925" y="3119438"/>
          <p14:tracePt t="33447" x="2955925" y="3068638"/>
          <p14:tracePt t="33457" x="2955925" y="3019425"/>
          <p14:tracePt t="33467" x="2955925" y="2973388"/>
          <p14:tracePt t="33477" x="2955925" y="2933700"/>
          <p14:tracePt t="33487" x="2955925" y="2900363"/>
          <p14:tracePt t="33497" x="2955925" y="2878138"/>
          <p14:tracePt t="33507" x="2955925" y="2849563"/>
          <p14:tracePt t="33517" x="2955925" y="2833688"/>
          <p14:tracePt t="33527" x="2951163" y="2809875"/>
          <p14:tracePt t="33537" x="2944813" y="2787650"/>
          <p14:tracePt t="33547" x="2940050" y="2776538"/>
          <p14:tracePt t="33557" x="2940050" y="2771775"/>
          <p14:tracePt t="33567" x="2940050" y="2765425"/>
          <p14:tracePt t="33577" x="2940050" y="2760663"/>
          <p14:tracePt t="33587" x="2933700" y="2754313"/>
          <p14:tracePt t="33597" x="2933700" y="2749550"/>
          <p14:tracePt t="33612" x="2933700" y="2743200"/>
          <p14:tracePt t="34228" x="2933700" y="2749550"/>
          <p14:tracePt t="34242" x="2933700" y="2754313"/>
          <p14:tracePt t="34248" x="2928938" y="2754313"/>
          <p14:tracePt t="34254" x="2928938" y="2760663"/>
          <p14:tracePt t="34258" x="2928938" y="2765425"/>
          <p14:tracePt t="34267" x="2928938" y="2776538"/>
          <p14:tracePt t="34277" x="2928938" y="2794000"/>
          <p14:tracePt t="34287" x="2928938" y="2809875"/>
          <p14:tracePt t="34297" x="2928938" y="2838450"/>
          <p14:tracePt t="34307" x="2940050" y="2884488"/>
          <p14:tracePt t="34317" x="2944813" y="2928938"/>
          <p14:tracePt t="34327" x="2951163" y="2968625"/>
          <p14:tracePt t="34337" x="2955925" y="3013075"/>
          <p14:tracePt t="34347" x="2962275" y="3057525"/>
          <p14:tracePt t="34357" x="2968625" y="3103563"/>
          <p14:tracePt t="34367" x="2979738" y="3141663"/>
          <p14:tracePt t="34377" x="2995613" y="3181350"/>
          <p14:tracePt t="34387" x="3013075" y="3221038"/>
          <p14:tracePt t="34397" x="3024188" y="3243263"/>
          <p14:tracePt t="34407" x="3028950" y="3265488"/>
          <p14:tracePt t="34417" x="3035300" y="3294063"/>
          <p14:tracePt t="34427" x="3041650" y="3316288"/>
          <p14:tracePt t="34437" x="3046413" y="3333750"/>
          <p14:tracePt t="34447" x="3052763" y="3355975"/>
          <p14:tracePt t="34457" x="3057525" y="3373438"/>
          <p14:tracePt t="34467" x="3057525" y="3389313"/>
          <p14:tracePt t="34477" x="3063875" y="3411538"/>
          <p14:tracePt t="34487" x="3068638" y="3429000"/>
          <p14:tracePt t="34497" x="3074988" y="3451225"/>
          <p14:tracePt t="34507" x="3079750" y="3473450"/>
          <p14:tracePt t="34517" x="3090863" y="3502025"/>
          <p14:tracePt t="34527" x="3097213" y="3519488"/>
          <p14:tracePt t="34537" x="3103563" y="3541713"/>
          <p14:tracePt t="34547" x="3103563" y="3552825"/>
          <p14:tracePt t="34557" x="3108325" y="3570288"/>
          <p14:tracePt t="34567" x="3114675" y="3586163"/>
          <p14:tracePt t="34577" x="3114675" y="3603625"/>
          <p14:tracePt t="34587" x="3119438" y="3625850"/>
          <p14:tracePt t="34597" x="3130550" y="3648075"/>
          <p14:tracePt t="34607" x="3136900" y="3676650"/>
          <p14:tracePt t="34617" x="3148013" y="3705225"/>
          <p14:tracePt t="34627" x="3152775" y="3727450"/>
          <p14:tracePt t="34637" x="3163888" y="3749675"/>
          <p14:tracePt t="34647" x="3176588" y="3771900"/>
          <p14:tracePt t="34657" x="3187700" y="3794125"/>
          <p14:tracePt t="34667" x="3198813" y="3816350"/>
          <p14:tracePt t="34677" x="3214688" y="3844925"/>
          <p14:tracePt t="34687" x="3225800" y="3867150"/>
          <p14:tracePt t="34697" x="3243263" y="3884613"/>
          <p14:tracePt t="34707" x="3260725" y="3913188"/>
          <p14:tracePt t="34717" x="3276600" y="3935413"/>
          <p14:tracePt t="34727" x="3298825" y="3957638"/>
          <p14:tracePt t="34737" x="3316288" y="3979863"/>
          <p14:tracePt t="34747" x="3327400" y="4002088"/>
          <p14:tracePt t="34757" x="3338513" y="4013200"/>
          <p14:tracePt t="34767" x="3344863" y="4019550"/>
          <p14:tracePt t="34777" x="3349625" y="4030663"/>
          <p14:tracePt t="34787" x="3355975" y="4035425"/>
          <p14:tracePt t="34797" x="3367088" y="4041775"/>
          <p14:tracePt t="34807" x="3371850" y="4052888"/>
          <p14:tracePt t="34817" x="3384550" y="4064000"/>
          <p14:tracePt t="34827" x="3395663" y="4075113"/>
          <p14:tracePt t="34837" x="3400425" y="4081463"/>
          <p14:tracePt t="34847" x="3400425" y="4086225"/>
          <p14:tracePt t="34857" x="3406775" y="4086225"/>
          <p14:tracePt t="34867" x="3406775" y="4092575"/>
          <p14:tracePt t="34877" x="3411538" y="4092575"/>
          <p14:tracePt t="34894" x="3411538" y="4097338"/>
          <p14:tracePt t="34920" x="3417888" y="4097338"/>
          <p14:tracePt t="34922" x="3417888" y="4103688"/>
          <p14:tracePt t="34936" x="3417888" y="4108450"/>
          <p14:tracePt t="34938" x="3422650" y="4108450"/>
          <p14:tracePt t="34954" x="3422650" y="4114800"/>
          <p14:tracePt t="34957" x="3429000" y="4114800"/>
          <p14:tracePt t="34967" x="3433763" y="4114800"/>
          <p14:tracePt t="34977" x="3440113" y="4121150"/>
          <p14:tracePt t="34987" x="3451225" y="4125913"/>
          <p14:tracePt t="34997" x="3468688" y="4137025"/>
          <p14:tracePt t="35007" x="3495675" y="4148138"/>
          <p14:tracePt t="35017" x="3530600" y="4165600"/>
          <p14:tracePt t="35027" x="3568700" y="4181475"/>
          <p14:tracePt t="35037" x="3630613" y="4205288"/>
          <p14:tracePt t="35047" x="3709988" y="4227513"/>
          <p14:tracePt t="35057" x="3783013" y="4243388"/>
          <p14:tracePt t="35067" x="3862388" y="4260850"/>
          <p14:tracePt t="35077" x="3935413" y="4271963"/>
          <p14:tracePt t="35087" x="4002088" y="4278313"/>
          <p14:tracePt t="35098" x="4052888" y="4289425"/>
          <p14:tracePt t="35107" x="4092575" y="4289425"/>
          <p14:tracePt t="35117" x="4114800" y="4300538"/>
          <p14:tracePt t="35127" x="4130675" y="4300538"/>
          <p14:tracePt t="35140" x="4137025" y="4300538"/>
          <p14:tracePt t="35174" x="4143375" y="4300538"/>
          <p14:tracePt t="35194" x="4148138" y="4300538"/>
          <p14:tracePt t="35254" x="4154488" y="4300538"/>
          <p14:tracePt t="35270" x="4159250" y="4300538"/>
          <p14:tracePt t="35278" x="4165600" y="4300538"/>
          <p14:tracePt t="35280" x="4170363" y="4300538"/>
          <p14:tracePt t="35287" x="4176713" y="4300538"/>
          <p14:tracePt t="35297" x="4216400" y="4300538"/>
          <p14:tracePt t="35307" x="4249738" y="4300538"/>
          <p14:tracePt t="35317" x="4294188" y="4300538"/>
          <p14:tracePt t="35327" x="4351338" y="4300538"/>
          <p14:tracePt t="35337" x="4406900" y="4305300"/>
          <p14:tracePt t="35347" x="4462463" y="4311650"/>
          <p14:tracePt t="35357" x="4508500" y="4316413"/>
          <p14:tracePt t="35367" x="4548188" y="4316413"/>
          <p14:tracePt t="35377" x="4564063" y="4316413"/>
          <p14:tracePt t="35387" x="4570413" y="4316413"/>
          <p14:tracePt t="35397" x="4586288" y="4316413"/>
          <p14:tracePt t="35407" x="4603750" y="4316413"/>
          <p14:tracePt t="35417" x="4637088" y="4322763"/>
          <p14:tracePt t="35427" x="4681538" y="4329113"/>
          <p14:tracePt t="35437" x="4732338" y="4333875"/>
          <p14:tracePt t="35447" x="4778375" y="4340225"/>
          <p14:tracePt t="35457" x="4816475" y="4344988"/>
          <p14:tracePt t="35467" x="4845050" y="4351338"/>
          <p14:tracePt t="35477" x="4862513" y="4351338"/>
          <p14:tracePt t="35487" x="4873625" y="4356100"/>
          <p14:tracePt t="35497" x="4895850" y="4362450"/>
          <p14:tracePt t="35507" x="4918075" y="4367213"/>
          <p14:tracePt t="35517" x="4957763" y="4378325"/>
          <p14:tracePt t="35527" x="4991100" y="4384675"/>
          <p14:tracePt t="35537" x="5037138" y="4391025"/>
          <p14:tracePt t="35547" x="5081588" y="4406900"/>
          <p14:tracePt t="35557" x="5114925" y="4413250"/>
          <p14:tracePt t="35567" x="5132388" y="4424363"/>
          <p14:tracePt t="35577" x="5137150" y="4424363"/>
          <p14:tracePt t="35587" x="5148263" y="4429125"/>
          <p14:tracePt t="35597" x="5172075" y="4440238"/>
          <p14:tracePt t="35607" x="5216525" y="4451350"/>
          <p14:tracePt t="35617" x="5256213" y="4464050"/>
          <p14:tracePt t="35627" x="5307013" y="4468813"/>
          <p14:tracePt t="35637" x="5356225" y="4479925"/>
          <p14:tracePt t="35647" x="5384800" y="4479925"/>
          <p14:tracePt t="35657" x="5395913" y="4486275"/>
          <p14:tracePt t="35667" x="5402263" y="4486275"/>
          <p14:tracePt t="35692" x="5407025" y="4486275"/>
          <p14:tracePt t="35714" x="5413375" y="4486275"/>
          <p14:tracePt t="35718" x="5418138" y="4486275"/>
          <p14:tracePt t="35720" x="5418138" y="4491038"/>
          <p14:tracePt t="35727" x="5429250" y="4491038"/>
          <p14:tracePt t="35737" x="5446713" y="4497388"/>
          <p14:tracePt t="35747" x="5468938" y="4502150"/>
          <p14:tracePt t="35757" x="5486400" y="4508500"/>
          <p14:tracePt t="35767" x="5491163" y="4508500"/>
          <p14:tracePt t="35777" x="5497513" y="4513263"/>
          <p14:tracePt t="35794" x="5502275" y="4513263"/>
          <p14:tracePt t="35802" x="5502275" y="4519613"/>
          <p14:tracePt t="35808" x="5508625" y="4519613"/>
          <p14:tracePt t="35817" x="5514975" y="4519613"/>
          <p14:tracePt t="35827" x="5530850" y="4524375"/>
          <p14:tracePt t="35837" x="5548313" y="4530725"/>
          <p14:tracePt t="35847" x="5564188" y="4537075"/>
          <p14:tracePt t="35857" x="5581650" y="4541838"/>
          <p14:tracePt t="35867" x="5599113" y="4548188"/>
          <p14:tracePt t="35877" x="5621338" y="4548188"/>
          <p14:tracePt t="35887" x="5654675" y="4559300"/>
          <p14:tracePt t="35897" x="5694363" y="4559300"/>
          <p14:tracePt t="35907" x="5738813" y="4564063"/>
          <p14:tracePt t="35917" x="5800725" y="4570413"/>
          <p14:tracePt t="35927" x="5873750" y="4581525"/>
          <p14:tracePt t="35937" x="5957888" y="4592638"/>
          <p14:tracePt t="35947" x="6037263" y="4598988"/>
          <p14:tracePt t="35957" x="6110288" y="4603750"/>
          <p14:tracePt t="35967" x="6172200" y="4603750"/>
          <p14:tracePt t="35977" x="6216650" y="4603750"/>
          <p14:tracePt t="35987" x="6238875" y="4598988"/>
          <p14:tracePt t="35997" x="6256338" y="4592638"/>
          <p14:tracePt t="36007" x="6278563" y="4581525"/>
          <p14:tracePt t="36017" x="6296025" y="4570413"/>
          <p14:tracePt t="36027" x="6311900" y="4548188"/>
          <p14:tracePt t="36037" x="6340475" y="4508500"/>
          <p14:tracePt t="36047" x="6396038" y="4440238"/>
          <p14:tracePt t="36057" x="6464300" y="4356100"/>
          <p14:tracePt t="36067" x="6554788" y="4249738"/>
          <p14:tracePt t="36077" x="6661150" y="4148138"/>
          <p14:tracePt t="36087" x="6767513" y="4052888"/>
          <p14:tracePt t="36098" x="6851650" y="3979863"/>
          <p14:tracePt t="36107" x="6902450" y="3929063"/>
          <p14:tracePt t="36117" x="6931025" y="3913188"/>
          <p14:tracePt t="36127" x="6942138" y="3900488"/>
          <p14:tracePt t="36137" x="6942138" y="3895725"/>
          <p14:tracePt t="36147" x="6946900" y="3895725"/>
          <p14:tracePt t="36157" x="6946900" y="3889375"/>
          <p14:tracePt t="36167" x="6964363" y="3884613"/>
          <p14:tracePt t="36177" x="6986588" y="3867150"/>
          <p14:tracePt t="36187" x="7015163" y="3851275"/>
          <p14:tracePt t="36197" x="7054850" y="3833813"/>
          <p14:tracePt t="36207" x="7081838" y="3822700"/>
          <p14:tracePt t="36217" x="7105650" y="3816350"/>
          <p14:tracePt t="36227" x="7121525" y="3816350"/>
          <p14:tracePt t="36237" x="7138988" y="3811588"/>
          <p14:tracePt t="36247" x="7161213" y="3805238"/>
          <p14:tracePt t="36257" x="7178675" y="3800475"/>
          <p14:tracePt t="36267" x="7200900" y="3794125"/>
          <p14:tracePt t="36277" x="7234238" y="3778250"/>
          <p14:tracePt t="36287" x="7285038" y="3765550"/>
          <p14:tracePt t="36297" x="7335838" y="3743325"/>
          <p14:tracePt t="36307" x="7375525" y="3727450"/>
          <p14:tracePt t="36317" x="7402513" y="3709988"/>
          <p14:tracePt t="36327" x="7413625" y="3709988"/>
          <p14:tracePt t="36337" x="7419975" y="3705225"/>
          <p14:tracePt t="36347" x="7419975" y="3698875"/>
          <p14:tracePt t="36357" x="7424738" y="3698875"/>
          <p14:tracePt t="36367" x="7431088" y="3687763"/>
          <p14:tracePt t="36377" x="7442200" y="3681413"/>
          <p14:tracePt t="36387" x="7459663" y="3665538"/>
          <p14:tracePt t="36397" x="7475538" y="3648075"/>
          <p14:tracePt t="36407" x="7493000" y="3625850"/>
          <p14:tracePt t="36417" x="7510463" y="3608388"/>
          <p14:tracePt t="36427" x="7526338" y="3597275"/>
          <p14:tracePt t="36437" x="7537450" y="3586163"/>
          <p14:tracePt t="36447" x="7548563" y="3575050"/>
          <p14:tracePt t="36457" x="7559675" y="3557588"/>
          <p14:tracePt t="36467" x="7583488" y="3535363"/>
          <p14:tracePt t="36477" x="7610475" y="3508375"/>
          <p14:tracePt t="36487" x="7643813" y="3479800"/>
          <p14:tracePt t="36497" x="7672388" y="3457575"/>
          <p14:tracePt t="36507" x="7700963" y="3435350"/>
          <p14:tracePt t="36517" x="7712075" y="3422650"/>
          <p14:tracePt t="36527" x="7723188" y="3417888"/>
          <p14:tracePt t="36537" x="7729538" y="3406775"/>
          <p14:tracePt t="36584" x="7734300" y="3406775"/>
          <p14:tracePt t="36590" x="7734300" y="3400425"/>
          <p14:tracePt t="36602" x="7740650" y="3400425"/>
          <p14:tracePt t="36668" x="7740650" y="3395663"/>
          <p14:tracePt t="36672" x="7745413" y="3395663"/>
          <p14:tracePt t="36684" x="7751763" y="3395663"/>
          <p14:tracePt t="36688" x="7756525" y="3395663"/>
          <p14:tracePt t="36697" x="7767638" y="3389313"/>
          <p14:tracePt t="36707" x="7785100" y="3384550"/>
          <p14:tracePt t="36717" x="7802563" y="3384550"/>
          <p14:tracePt t="36727" x="7818438" y="3384550"/>
          <p14:tracePt t="36737" x="7829550" y="3384550"/>
          <p14:tracePt t="36747" x="7835900" y="3384550"/>
          <p14:tracePt t="36757" x="7840663" y="3384550"/>
          <p14:tracePt t="36767" x="7847013" y="3384550"/>
          <p14:tracePt t="36777" x="7858125" y="3384550"/>
          <p14:tracePt t="36787" x="7875588" y="3384550"/>
          <p14:tracePt t="36797" x="7897813" y="3384550"/>
          <p14:tracePt t="36807" x="7931150" y="3384550"/>
          <p14:tracePt t="36817" x="7964488" y="3384550"/>
          <p14:tracePt t="36827" x="7999413" y="3389313"/>
          <p14:tracePt t="36837" x="8021638" y="3389313"/>
          <p14:tracePt t="36847" x="8026400" y="3395663"/>
          <p14:tracePt t="36858" x="8032750" y="3395663"/>
          <p14:tracePt t="36868" x="8037513" y="3395663"/>
          <p14:tracePt t="36877" x="8054975" y="3400425"/>
          <p14:tracePt t="36887" x="8072438" y="3400425"/>
          <p14:tracePt t="36897" x="8088313" y="3400425"/>
          <p14:tracePt t="36907" x="8105775" y="3406775"/>
          <p14:tracePt t="36917" x="8128000" y="3406775"/>
          <p14:tracePt t="36927" x="8167688" y="3406775"/>
          <p14:tracePt t="36937" x="8194675" y="3411538"/>
          <p14:tracePt t="36947" x="8223250" y="3411538"/>
          <p14:tracePt t="36957" x="8229600" y="3417888"/>
          <p14:tracePt t="36980" x="8234363" y="3422650"/>
          <p14:tracePt t="37588" x="8234363" y="3417888"/>
          <p14:tracePt t="37642" x="8229600" y="3417888"/>
          <p14:tracePt t="37806" x="8234363" y="3422650"/>
          <p14:tracePt t="37810" x="8240713" y="3429000"/>
          <p14:tracePt t="37817" x="8251825" y="3440113"/>
          <p14:tracePt t="37827" x="8291513" y="3479800"/>
          <p14:tracePt t="37837" x="8364538" y="3541713"/>
          <p14:tracePt t="37847" x="8437563" y="3625850"/>
          <p14:tracePt t="37857" x="8537575" y="3721100"/>
          <p14:tracePt t="37867" x="8634413" y="3822700"/>
          <p14:tracePt t="37877" x="8678863" y="3884613"/>
          <p14:tracePt t="37887" x="8751888" y="3968750"/>
          <p14:tracePt t="37897" x="8802688" y="4035425"/>
          <p14:tracePt t="37907" x="8836025" y="4075113"/>
          <p14:tracePt t="37917" x="8875713" y="4121150"/>
          <p14:tracePt t="37927" x="8926513" y="4170363"/>
          <p14:tracePt t="37937" x="8977313" y="4221163"/>
          <p14:tracePt t="37947" x="9028113" y="4271963"/>
          <p14:tracePt t="37957" x="9077325" y="4316413"/>
          <p14:tracePt t="37967" x="9123363" y="4356100"/>
          <p14:tracePt t="37977" x="9163050" y="4384675"/>
          <p14:tracePt t="37987" x="9196388" y="4406900"/>
          <p14:tracePt t="37997" x="9218613" y="4424363"/>
          <p14:tracePt t="38007" x="9236075" y="4429125"/>
          <p14:tracePt t="38017" x="9247188" y="4440238"/>
          <p14:tracePt t="38027" x="9291638" y="4451350"/>
          <p14:tracePt t="38037" x="9342438" y="4475163"/>
          <p14:tracePt t="38047" x="9382125" y="4491038"/>
          <p14:tracePt t="38057" x="9431338" y="4508500"/>
          <p14:tracePt t="38067" x="9471025" y="4524375"/>
          <p14:tracePt t="38077" x="9510713" y="4541838"/>
          <p14:tracePt t="38087" x="9550400" y="4552950"/>
          <p14:tracePt t="38098" x="9605963" y="4570413"/>
          <p14:tracePt t="38107" x="9652000" y="4592638"/>
          <p14:tracePt t="38117" x="9696450" y="4610100"/>
          <p14:tracePt t="38127" x="9736138" y="4621213"/>
          <p14:tracePt t="38137" x="9758363" y="4632325"/>
          <p14:tracePt t="38147" x="9774238" y="4637088"/>
          <p14:tracePt t="38157" x="9786938" y="4643438"/>
          <p14:tracePt t="38167" x="9791700" y="4648200"/>
          <p14:tracePt t="38177" x="9798050" y="4654550"/>
          <p14:tracePt t="38187" x="9813925" y="4659313"/>
          <p14:tracePt t="38197" x="9820275" y="4659313"/>
          <p14:tracePt t="38207" x="9825038" y="4665663"/>
          <p14:tracePt t="38230" x="9831388" y="4665663"/>
          <p14:tracePt t="38588" x="9831388" y="4659313"/>
          <p14:tracePt t="38596" x="9831388" y="4654550"/>
          <p14:tracePt t="38598" x="9831388" y="4648200"/>
          <p14:tracePt t="38607" x="9831388" y="4643438"/>
          <p14:tracePt t="38617" x="9825038" y="4625975"/>
          <p14:tracePt t="38627" x="9802813" y="4598988"/>
          <p14:tracePt t="38637" x="9780588" y="4581525"/>
          <p14:tracePt t="38647" x="9752013" y="4564063"/>
          <p14:tracePt t="38657" x="9747250" y="4559300"/>
          <p14:tracePt t="38667" x="9740900" y="4559300"/>
          <p14:tracePt t="38677" x="9707563" y="4564063"/>
          <p14:tracePt t="38687" x="9678988" y="4564063"/>
          <p14:tracePt t="38697" x="9674225" y="4564063"/>
          <p14:tracePt t="38707" x="9667875" y="4564063"/>
          <p14:tracePt t="38728" x="9663113" y="4564063"/>
          <p14:tracePt t="39702" x="9656763" y="4564063"/>
          <p14:tracePt t="39722" x="9663113" y="4570413"/>
          <p14:tracePt t="39724" x="9667875" y="4570413"/>
          <p14:tracePt t="39728" x="9674225" y="4570413"/>
          <p14:tracePt t="39737" x="9678988" y="4570413"/>
          <p14:tracePt t="39747" x="9690100" y="4570413"/>
          <p14:tracePt t="39757" x="9701213" y="4570413"/>
          <p14:tracePt t="39767" x="9763125" y="4586288"/>
          <p14:tracePt t="39777" x="9813925" y="4610100"/>
          <p14:tracePt t="39787" x="9875838" y="4648200"/>
          <p14:tracePt t="39797" x="9909175" y="4676775"/>
          <p14:tracePt t="39807" x="9937750" y="4705350"/>
          <p14:tracePt t="39817" x="9966325" y="4721225"/>
          <p14:tracePt t="39827" x="9982200" y="4738688"/>
          <p14:tracePt t="39837" x="10006013" y="4745038"/>
          <p14:tracePt t="39847" x="10021888" y="4749800"/>
          <p14:tracePt t="39857" x="10039350" y="4756150"/>
          <p14:tracePt t="39867" x="10055225" y="4760913"/>
          <p14:tracePt t="39877" x="10061575" y="4760913"/>
          <p14:tracePt t="39887" x="10072688" y="4767263"/>
          <p14:tracePt t="39897" x="10072688" y="4772025"/>
          <p14:tracePt t="39907" x="10079038" y="4772025"/>
          <p14:tracePt t="39917" x="10079038" y="4778375"/>
          <p14:tracePt t="39927" x="10079038" y="4783138"/>
          <p14:tracePt t="39937" x="10072688" y="4783138"/>
          <p14:tracePt t="39947" x="10067925" y="4783138"/>
          <p14:tracePt t="39958" x="10061575" y="4783138"/>
          <p14:tracePt t="39976" x="10055225" y="4783138"/>
          <p14:tracePt t="39986" x="10055225" y="4778375"/>
          <p14:tracePt t="39988" x="10050463" y="4778375"/>
          <p14:tracePt t="39997" x="10044113" y="4767263"/>
          <p14:tracePt t="40007" x="10039350" y="4749800"/>
          <p14:tracePt t="40017" x="10033000" y="4738688"/>
          <p14:tracePt t="40027" x="10021888" y="4721225"/>
          <p14:tracePt t="40037" x="9999663" y="4694238"/>
          <p14:tracePt t="40047" x="9966325" y="4654550"/>
          <p14:tracePt t="40057" x="9893300" y="4592638"/>
          <p14:tracePt t="40067" x="9831388" y="4530725"/>
          <p14:tracePt t="40077" x="9763125" y="4464050"/>
          <p14:tracePt t="40087" x="9678988" y="4384675"/>
          <p14:tracePt t="40098" x="9594850" y="4294188"/>
          <p14:tracePt t="40107" x="9521825" y="4210050"/>
          <p14:tracePt t="40117" x="9437688" y="4108450"/>
          <p14:tracePt t="40127" x="9324975" y="3979863"/>
          <p14:tracePt t="40137" x="9174163" y="3827463"/>
          <p14:tracePt t="40147" x="9004300" y="3659188"/>
          <p14:tracePt t="40157" x="8864600" y="3502025"/>
          <p14:tracePt t="40167" x="8774113" y="3362325"/>
          <p14:tracePt t="40177" x="8723313" y="3265488"/>
          <p14:tracePt t="40187" x="8707438" y="3198813"/>
          <p14:tracePt t="40197" x="8689975" y="3141663"/>
          <p14:tracePt t="40207" x="8672513" y="3097213"/>
          <p14:tracePt t="40217" x="8667750" y="3079750"/>
          <p14:tracePt t="40227" x="8661400" y="3074988"/>
          <p14:tracePt t="40258" x="8661400" y="3068638"/>
          <p14:tracePt t="40588" x="8661400" y="3063875"/>
          <p14:tracePt t="40590" x="8661400" y="3057525"/>
          <p14:tracePt t="40597" x="8661400" y="3041650"/>
          <p14:tracePt t="40607" x="8661400" y="2990850"/>
          <p14:tracePt t="40617" x="8650288" y="2922588"/>
          <p14:tracePt t="40627" x="8634413" y="2844800"/>
          <p14:tracePt t="40637" x="8616950" y="2776538"/>
          <p14:tracePt t="40647" x="8612188" y="2714625"/>
          <p14:tracePt t="40657" x="8612188" y="2652713"/>
          <p14:tracePt t="40667" x="8612188" y="2590800"/>
          <p14:tracePt t="40677" x="8623300" y="2546350"/>
          <p14:tracePt t="40687" x="8628063" y="2513013"/>
          <p14:tracePt t="40697" x="8628063" y="2495550"/>
          <p14:tracePt t="40707" x="8628063" y="2484438"/>
          <p14:tracePt t="40722" x="8628063" y="2479675"/>
          <p14:tracePt t="40768" x="8628063" y="2473325"/>
          <p14:tracePt t="40812" x="8628063" y="2479675"/>
          <p14:tracePt t="40816" x="8628063" y="2484438"/>
          <p14:tracePt t="40818" x="8628063" y="2490788"/>
          <p14:tracePt t="40827" x="8628063" y="2513013"/>
          <p14:tracePt t="40837" x="8628063" y="2541588"/>
          <p14:tracePt t="40847" x="8628063" y="2574925"/>
          <p14:tracePt t="40857" x="8634413" y="2601913"/>
          <p14:tracePt t="40867" x="8650288" y="2625725"/>
          <p14:tracePt t="40877" x="8672513" y="2647950"/>
          <p14:tracePt t="40887" x="8689975" y="2659063"/>
          <p14:tracePt t="40897" x="8707438" y="2663825"/>
          <p14:tracePt t="40907" x="8723313" y="2670175"/>
          <p14:tracePt t="40917" x="8734425" y="2670175"/>
          <p14:tracePt t="40927" x="8763000" y="2670175"/>
          <p14:tracePt t="40937" x="8802688" y="2670175"/>
          <p14:tracePt t="40947" x="8831263" y="2670175"/>
          <p14:tracePt t="40957" x="8853488" y="2659063"/>
          <p14:tracePt t="40967" x="8858250" y="2659063"/>
          <p14:tracePt t="40977" x="8864600" y="2659063"/>
          <p14:tracePt t="41004" x="8864600" y="2652713"/>
          <p14:tracePt t="41112" x="8864600" y="2659063"/>
          <p14:tracePt t="41116" x="8864600" y="2663825"/>
          <p14:tracePt t="41120" x="8864600" y="2670175"/>
          <p14:tracePt t="41127" x="8864600" y="2681288"/>
          <p14:tracePt t="41137" x="8864600" y="2703513"/>
          <p14:tracePt t="41147" x="8869363" y="2754313"/>
          <p14:tracePt t="41157" x="8869363" y="2798763"/>
          <p14:tracePt t="41167" x="8869363" y="2855913"/>
          <p14:tracePt t="41177" x="8869363" y="2911475"/>
          <p14:tracePt t="41187" x="8869363" y="2984500"/>
          <p14:tracePt t="41197" x="8869363" y="3086100"/>
          <p14:tracePt t="41207" x="8869363" y="3181350"/>
          <p14:tracePt t="41217" x="8869363" y="3282950"/>
          <p14:tracePt t="41227" x="8858250" y="3384550"/>
          <p14:tracePt t="41237" x="8853488" y="3468688"/>
          <p14:tracePt t="41247" x="8853488" y="3541713"/>
          <p14:tracePt t="41257" x="8847138" y="3597275"/>
          <p14:tracePt t="41267" x="8842375" y="3630613"/>
          <p14:tracePt t="41277" x="8842375" y="3659188"/>
          <p14:tracePt t="41287" x="8842375" y="3665538"/>
          <p14:tracePt t="41297" x="8842375" y="3670300"/>
          <p14:tracePt t="41307" x="8842375" y="3676650"/>
          <p14:tracePt t="41350" x="8842375" y="3670300"/>
          <p14:tracePt t="41354" x="8842375" y="3665538"/>
          <p14:tracePt t="41357" x="8842375" y="3654425"/>
          <p14:tracePt t="41367" x="8842375" y="3608388"/>
          <p14:tracePt t="41377" x="8842375" y="3524250"/>
          <p14:tracePt t="41387" x="8842375" y="3440113"/>
          <p14:tracePt t="41397" x="8831263" y="3344863"/>
          <p14:tracePt t="41407" x="8824913" y="3254375"/>
          <p14:tracePt t="41417" x="8824913" y="3170238"/>
          <p14:tracePt t="41427" x="8820150" y="3103563"/>
          <p14:tracePt t="41437" x="8820150" y="3041650"/>
          <p14:tracePt t="41447" x="8813800" y="3006725"/>
          <p14:tracePt t="41457" x="8813800" y="3001963"/>
          <p14:tracePt t="41467" x="8813800" y="2995613"/>
          <p14:tracePt t="41477" x="8813800" y="2990850"/>
          <p14:tracePt t="41494" x="8807450" y="2990850"/>
          <p14:tracePt t="41532" x="8807450" y="2995613"/>
          <p14:tracePt t="41538" x="8807450" y="3001963"/>
          <p14:tracePt t="41542" x="8807450" y="3013075"/>
          <p14:tracePt t="41547" x="8802688" y="3030538"/>
          <p14:tracePt t="41557" x="8802688" y="3079750"/>
          <p14:tracePt t="41567" x="8796338" y="3181350"/>
          <p14:tracePt t="41577" x="8791575" y="3276600"/>
          <p14:tracePt t="41587" x="8791575" y="3395663"/>
          <p14:tracePt t="41597" x="8791575" y="3508375"/>
          <p14:tracePt t="41607" x="8791575" y="3592513"/>
          <p14:tracePt t="41617" x="8791575" y="3648075"/>
          <p14:tracePt t="41627" x="8791575" y="3665538"/>
          <p14:tracePt t="41637" x="8791575" y="3670300"/>
          <p14:tracePt t="41678" x="8796338" y="3670300"/>
          <p14:tracePt t="41680" x="8796338" y="3665538"/>
          <p14:tracePt t="41687" x="8796338" y="3654425"/>
          <p14:tracePt t="41697" x="8807450" y="3603625"/>
          <p14:tracePt t="41707" x="8807450" y="3552825"/>
          <p14:tracePt t="41717" x="8807450" y="3484563"/>
          <p14:tracePt t="41727" x="8807450" y="3417888"/>
          <p14:tracePt t="41737" x="8807450" y="3362325"/>
          <p14:tracePt t="41747" x="8807450" y="3327400"/>
          <p14:tracePt t="41757" x="8807450" y="3322638"/>
          <p14:tracePt t="41770" x="8807450" y="3316288"/>
          <p14:tracePt t="41794" x="8807450" y="3322638"/>
          <p14:tracePt t="41800" x="8807450" y="3327400"/>
          <p14:tracePt t="41804" x="8807450" y="3333750"/>
          <p14:tracePt t="41808" x="8807450" y="3344863"/>
          <p14:tracePt t="41817" x="8807450" y="3378200"/>
          <p14:tracePt t="41827" x="8807450" y="3429000"/>
          <p14:tracePt t="41837" x="8807450" y="3484563"/>
          <p14:tracePt t="41847" x="8813800" y="3552825"/>
          <p14:tracePt t="41857" x="8813800" y="3614738"/>
          <p14:tracePt t="41867" x="8820150" y="3665538"/>
          <p14:tracePt t="41877" x="8820150" y="3698875"/>
          <p14:tracePt t="41887" x="8824913" y="3705225"/>
          <p14:tracePt t="41897" x="8824913" y="3709988"/>
          <p14:tracePt t="41930" x="8824913" y="3705225"/>
          <p14:tracePt t="41934" x="8824913" y="3692525"/>
          <p14:tracePt t="41937" x="8824913" y="3681413"/>
          <p14:tracePt t="41947" x="8824913" y="3608388"/>
          <p14:tracePt t="41957" x="8824913" y="3513138"/>
          <p14:tracePt t="41967" x="8824913" y="3389313"/>
          <p14:tracePt t="41977" x="8824913" y="3265488"/>
          <p14:tracePt t="41987" x="8820150" y="3165475"/>
          <p14:tracePt t="41997" x="8813800" y="3079750"/>
          <p14:tracePt t="42007" x="8813800" y="3024188"/>
          <p14:tracePt t="42017" x="8807450" y="2995613"/>
          <p14:tracePt t="42027" x="8807450" y="2984500"/>
          <p14:tracePt t="42052" x="8802688" y="2984500"/>
          <p14:tracePt t="42056" x="8802688" y="2979738"/>
          <p14:tracePt t="42084" x="8802688" y="2984500"/>
          <p14:tracePt t="42086" x="8802688" y="2990850"/>
          <p14:tracePt t="42092" x="8802688" y="2995613"/>
          <p14:tracePt t="42097" x="8802688" y="3019425"/>
          <p14:tracePt t="42107" x="8802688" y="3086100"/>
          <p14:tracePt t="42117" x="8802688" y="3176588"/>
          <p14:tracePt t="42127" x="8802688" y="3282950"/>
          <p14:tracePt t="42137" x="8796338" y="3384550"/>
          <p14:tracePt t="42147" x="8791575" y="3490913"/>
          <p14:tracePt t="42157" x="8785225" y="3570288"/>
          <p14:tracePt t="42167" x="8785225" y="3625850"/>
          <p14:tracePt t="42177" x="8785225" y="3659188"/>
          <p14:tracePt t="42187" x="8785225" y="3670300"/>
          <p14:tracePt t="42197" x="8785225" y="3676650"/>
          <p14:tracePt t="42236" x="8785225" y="3670300"/>
          <p14:tracePt t="42240" x="8785225" y="3665538"/>
          <p14:tracePt t="42247" x="8785225" y="3648075"/>
          <p14:tracePt t="42257" x="8785225" y="3603625"/>
          <p14:tracePt t="42267" x="8780463" y="3557588"/>
          <p14:tracePt t="42277" x="8780463" y="3513138"/>
          <p14:tracePt t="42287" x="8774113" y="3473450"/>
          <p14:tracePt t="42297" x="8774113" y="3462338"/>
          <p14:tracePt t="42324" x="8774113" y="3457575"/>
          <p14:tracePt t="42366" x="8774113" y="3462338"/>
          <p14:tracePt t="42370" x="8774113" y="3468688"/>
          <p14:tracePt t="42377" x="8774113" y="3473450"/>
          <p14:tracePt t="42387" x="8774113" y="3484563"/>
          <p14:tracePt t="42397" x="8774113" y="3502025"/>
          <p14:tracePt t="42407" x="8774113" y="3513138"/>
          <p14:tracePt t="42417" x="8774113" y="3519488"/>
          <p14:tracePt t="42436" x="8774113" y="3524250"/>
          <p14:tracePt t="42666" x="8774113" y="3530600"/>
          <p14:tracePt t="42668" x="8774113" y="3535363"/>
          <p14:tracePt t="42677" x="8774113" y="3546475"/>
          <p14:tracePt t="42687" x="8774113" y="3563938"/>
          <p14:tracePt t="42697" x="8774113" y="3586163"/>
          <p14:tracePt t="42707" x="8774113" y="3614738"/>
          <p14:tracePt t="42717" x="8774113" y="3630613"/>
          <p14:tracePt t="42727" x="8774113" y="3643313"/>
          <p14:tracePt t="42737" x="8774113" y="3648075"/>
          <p14:tracePt t="42747" x="8774113" y="3654425"/>
          <p14:tracePt t="42778" x="8774113" y="3659188"/>
          <p14:tracePt t="43629" x="8774113" y="3654425"/>
          <p14:tracePt t="56940" x="8774113" y="3648075"/>
          <p14:tracePt t="56944" x="8774113" y="3643313"/>
          <p14:tracePt t="56947" x="8774113" y="3636963"/>
          <p14:tracePt t="56957" x="8763000" y="3575050"/>
          <p14:tracePt t="56967" x="8745538" y="3495675"/>
          <p14:tracePt t="56977" x="8712200" y="3417888"/>
          <p14:tracePt t="56987" x="8685213" y="3349625"/>
          <p14:tracePt t="56997" x="8667750" y="3305175"/>
          <p14:tracePt t="57007" x="8656638" y="3282950"/>
          <p14:tracePt t="57017" x="8650288" y="3265488"/>
          <p14:tracePt t="57027" x="8645525" y="3254375"/>
          <p14:tracePt t="57040" x="8645525" y="3249613"/>
          <p14:tracePt t="57072" x="8645525" y="3243263"/>
          <p14:tracePt t="57248" x="8639175" y="3249613"/>
          <p14:tracePt t="57252" x="8639175" y="3254375"/>
          <p14:tracePt t="57258" x="8639175" y="3260725"/>
          <p14:tracePt t="57267" x="8634413" y="3271838"/>
          <p14:tracePt t="57277" x="8634413" y="3282950"/>
          <p14:tracePt t="57287" x="8634413" y="3294063"/>
          <p14:tracePt t="57297" x="8634413" y="3311525"/>
          <p14:tracePt t="57307" x="8645525" y="3349625"/>
          <p14:tracePt t="57318" x="8661400" y="3384550"/>
          <p14:tracePt t="57327" x="8678863" y="3435350"/>
          <p14:tracePt t="57337" x="8707438" y="3473450"/>
          <p14:tracePt t="57347" x="8734425" y="3513138"/>
          <p14:tracePt t="57357" x="8758238" y="3552825"/>
          <p14:tracePt t="57367" x="8774113" y="3575050"/>
          <p14:tracePt t="57377" x="8785225" y="3592513"/>
          <p14:tracePt t="57387" x="8791575" y="3597275"/>
          <p14:tracePt t="57397" x="8796338" y="3603625"/>
          <p14:tracePt t="57407" x="8796338" y="3608388"/>
          <p14:tracePt t="57424" x="8796338" y="3614738"/>
          <p14:tracePt t="57428" x="8802688" y="3614738"/>
          <p14:tracePt t="57484" x="8802688" y="3608388"/>
          <p14:tracePt t="57486" x="8802688" y="3603625"/>
          <p14:tracePt t="57492" x="8802688" y="3597275"/>
          <p14:tracePt t="57497" x="8796338" y="3592513"/>
          <p14:tracePt t="57507" x="8791575" y="3581400"/>
          <p14:tracePt t="57517" x="8785225" y="3570288"/>
          <p14:tracePt t="57527" x="8785225" y="3563938"/>
          <p14:tracePt t="57537" x="8780463" y="3563938"/>
          <p14:tracePt t="57547" x="8780463" y="3557588"/>
          <p14:tracePt t="57557" x="8780463" y="3552825"/>
          <p14:tracePt t="57567" x="8774113" y="3552825"/>
          <p14:tracePt t="57588" x="8769350" y="3552825"/>
          <p14:tracePt t="57594" x="8763000" y="3552825"/>
          <p14:tracePt t="57604" x="8758238" y="3552825"/>
          <p14:tracePt t="57612" x="8758238" y="3557588"/>
          <p14:tracePt t="57618" x="8751888" y="3557588"/>
          <p14:tracePt t="57628" x="8751888" y="3563938"/>
          <p14:tracePt t="57637" x="8745538" y="3563938"/>
          <p14:tracePt t="57647" x="8740775" y="3570288"/>
          <p14:tracePt t="57657" x="8734425" y="3581400"/>
          <p14:tracePt t="57667" x="8734425" y="3586163"/>
          <p14:tracePt t="57677" x="8729663" y="3592513"/>
          <p14:tracePt t="57687" x="8729663" y="3603625"/>
          <p14:tracePt t="57697" x="8729663" y="3608388"/>
          <p14:tracePt t="57707" x="8729663" y="3614738"/>
          <p14:tracePt t="57728" x="8729663" y="3619500"/>
          <p14:tracePt t="57754" x="8729663" y="3614738"/>
          <p14:tracePt t="57758" x="8723313" y="3608388"/>
          <p14:tracePt t="57760" x="8723313" y="3603625"/>
          <p14:tracePt t="57767" x="8718550" y="3592513"/>
          <p14:tracePt t="57777" x="8718550" y="3563938"/>
          <p14:tracePt t="57787" x="8712200" y="3541713"/>
          <p14:tracePt t="57797" x="8707438" y="3519488"/>
          <p14:tracePt t="57807" x="8707438" y="3502025"/>
          <p14:tracePt t="57817" x="8701088" y="3490913"/>
          <p14:tracePt t="57830" x="8701088" y="3484563"/>
          <p14:tracePt t="57844" x="8696325" y="3484563"/>
          <p14:tracePt t="57882" x="8696325" y="3495675"/>
          <p14:tracePt t="57884" x="8696325" y="3502025"/>
          <p14:tracePt t="57887" x="8696325" y="3508375"/>
          <p14:tracePt t="57897" x="8696325" y="3546475"/>
          <p14:tracePt t="57907" x="8689975" y="3586163"/>
          <p14:tracePt t="57917" x="8689975" y="3636963"/>
          <p14:tracePt t="57927" x="8689975" y="3687763"/>
          <p14:tracePt t="57937" x="8689975" y="3721100"/>
          <p14:tracePt t="57947" x="8689975" y="3749675"/>
          <p14:tracePt t="57957" x="8689975" y="3754438"/>
          <p14:tracePt t="57974" x="8689975" y="3760788"/>
          <p14:tracePt t="57988" x="8696325" y="3760788"/>
          <p14:tracePt t="57996" x="8701088" y="3760788"/>
          <p14:tracePt t="57998" x="8701088" y="3754438"/>
          <p14:tracePt t="58007" x="8707438" y="3749675"/>
          <p14:tracePt t="58017" x="8718550" y="3738563"/>
          <p14:tracePt t="58027" x="8718550" y="3727450"/>
          <p14:tracePt t="58037" x="8723313" y="3709988"/>
          <p14:tracePt t="58047" x="8729663" y="3692525"/>
          <p14:tracePt t="58057" x="8729663" y="3687763"/>
          <p14:tracePt t="58067" x="8729663" y="3670300"/>
          <p14:tracePt t="58077" x="8729663" y="3665538"/>
          <p14:tracePt t="58087" x="8729663" y="3648075"/>
          <p14:tracePt t="58098" x="8729663" y="3643313"/>
          <p14:tracePt t="58098" x="8729663" y="3636963"/>
          <p14:tracePt t="58107" x="8729663" y="3625850"/>
          <p14:tracePt t="58117" x="8729663" y="3614738"/>
          <p14:tracePt t="58127" x="8729663" y="3597275"/>
          <p14:tracePt t="58137" x="8729663" y="3570288"/>
          <p14:tracePt t="58147" x="8729663" y="3530600"/>
          <p14:tracePt t="58157" x="8723313" y="3508375"/>
          <p14:tracePt t="58167" x="8723313" y="3495675"/>
          <p14:tracePt t="58177" x="8718550" y="3490913"/>
          <p14:tracePt t="58187" x="8718550" y="3484563"/>
          <p14:tracePt t="58197" x="8712200" y="3484563"/>
          <p14:tracePt t="58240" x="8712200" y="3490913"/>
          <p14:tracePt t="58242" x="8707438" y="3490913"/>
          <p14:tracePt t="58247" x="8707438" y="3502025"/>
          <p14:tracePt t="58257" x="8707438" y="3541713"/>
          <p14:tracePt t="58267" x="8696325" y="3575050"/>
          <p14:tracePt t="58277" x="8689975" y="3619500"/>
          <p14:tracePt t="58287" x="8685213" y="3648075"/>
          <p14:tracePt t="58297" x="8685213" y="3654425"/>
          <p14:tracePt t="58307" x="8685213" y="3659188"/>
          <p14:tracePt t="58332" x="8685213" y="3665538"/>
          <p14:tracePt t="58366" x="8685213" y="3659188"/>
          <p14:tracePt t="58372" x="8685213" y="3654425"/>
          <p14:tracePt t="58378" x="8685213" y="3648075"/>
          <p14:tracePt t="58387" x="8685213" y="3630613"/>
          <p14:tracePt t="58397" x="8685213" y="3608388"/>
          <p14:tracePt t="58407" x="8685213" y="3586163"/>
          <p14:tracePt t="58417" x="8685213" y="3570288"/>
          <p14:tracePt t="58427" x="8685213" y="3552825"/>
          <p14:tracePt t="58452" x="8685213" y="3546475"/>
          <p14:tracePt t="58520" x="8685213" y="3552825"/>
          <p14:tracePt t="58530" x="8689975" y="3552825"/>
          <p14:tracePt t="58544" x="8689975" y="3557588"/>
          <p14:tracePt t="58574" x="8689975" y="3563938"/>
          <p14:tracePt t="58604" x="8689975" y="3557588"/>
          <p14:tracePt t="58614" x="8689975" y="3552825"/>
          <p14:tracePt t="58620" x="8689975" y="3546475"/>
          <p14:tracePt t="58628" x="8689975" y="3541713"/>
          <p14:tracePt t="58632" x="8689975" y="3535363"/>
          <p14:tracePt t="58638" x="8689975" y="3530600"/>
          <p14:tracePt t="58647" x="8689975" y="3524250"/>
          <p14:tracePt t="58657" x="8689975" y="3513138"/>
          <p14:tracePt t="58667" x="8689975" y="3508375"/>
          <p14:tracePt t="58677" x="8689975" y="3502025"/>
          <p14:tracePt t="58687" x="8689975" y="3490913"/>
          <p14:tracePt t="58732" x="8689975" y="3484563"/>
          <p14:tracePt t="58788" x="8689975" y="3490913"/>
          <p14:tracePt t="58790" x="8685213" y="3490913"/>
          <p14:tracePt t="58797" x="8685213" y="3495675"/>
          <p14:tracePt t="58810" x="8678863" y="3502025"/>
          <p14:tracePt t="58820" x="8672513" y="3502025"/>
          <p14:tracePt t="58827" x="8672513" y="3508375"/>
          <p14:tracePt t="58842" x="8672513" y="3513138"/>
          <p14:tracePt t="58872" x="8667750" y="3513138"/>
          <p14:tracePt t="58904" x="8667750" y="3519488"/>
          <p14:tracePt t="59008" x="8667750" y="3524250"/>
          <p14:tracePt t="59018" x="8667750" y="3530600"/>
          <p14:tracePt t="59026" x="8667750" y="3541713"/>
          <p14:tracePt t="59030" x="8667750" y="3546475"/>
          <p14:tracePt t="59037" x="8667750" y="3552825"/>
          <p14:tracePt t="59047" x="8678863" y="3570288"/>
          <p14:tracePt t="59057" x="8678863" y="3581400"/>
          <p14:tracePt t="59067" x="8689975" y="3592513"/>
          <p14:tracePt t="59077" x="8701088" y="3603625"/>
          <p14:tracePt t="59087" x="8712200" y="3614738"/>
          <p14:tracePt t="59098" x="8729663" y="3619500"/>
          <p14:tracePt t="59107" x="8745538" y="3630613"/>
          <p14:tracePt t="59117" x="8758238" y="3630613"/>
          <p14:tracePt t="59127" x="8769350" y="3636963"/>
          <p14:tracePt t="59137" x="8780463" y="3636963"/>
          <p14:tracePt t="59147" x="8791575" y="3643313"/>
          <p14:tracePt t="59157" x="8796338" y="3643313"/>
          <p14:tracePt t="59167" x="8802688" y="3643313"/>
          <p14:tracePt t="59177" x="8807450" y="3643313"/>
          <p14:tracePt t="59187" x="8813800" y="3643313"/>
          <p14:tracePt t="59197" x="8820150" y="3643313"/>
          <p14:tracePt t="59207" x="8824913" y="3643313"/>
          <p14:tracePt t="59217" x="8831263" y="3643313"/>
          <p14:tracePt t="59238" x="8836025" y="3643313"/>
          <p14:tracePt t="59302" x="8831263" y="3643313"/>
          <p14:tracePt t="59310" x="8824913" y="3643313"/>
          <p14:tracePt t="59314" x="8820150" y="3643313"/>
          <p14:tracePt t="59317" x="8813800" y="3643313"/>
          <p14:tracePt t="59327" x="8796338" y="3648075"/>
          <p14:tracePt t="59337" x="8774113" y="3648075"/>
          <p14:tracePt t="59347" x="8751888" y="3654425"/>
          <p14:tracePt t="59357" x="8740775" y="3654425"/>
          <p14:tracePt t="59367" x="8734425" y="3654425"/>
          <p14:tracePt t="59377" x="8729663" y="3654425"/>
          <p14:tracePt t="59488" x="8734425" y="3654425"/>
          <p14:tracePt t="59492" x="8740775" y="3654425"/>
          <p14:tracePt t="59497" x="8745538" y="3654425"/>
          <p14:tracePt t="59507" x="8758238" y="3648075"/>
          <p14:tracePt t="59517" x="8769350" y="3643313"/>
          <p14:tracePt t="59527" x="8774113" y="3643313"/>
          <p14:tracePt t="59537" x="8785225" y="3636963"/>
          <p14:tracePt t="59547" x="8791575" y="3636963"/>
          <p14:tracePt t="59557" x="8796338" y="3636963"/>
          <p14:tracePt t="59567" x="8807450" y="3630613"/>
          <p14:tracePt t="59577" x="8813800" y="3625850"/>
          <p14:tracePt t="59587" x="8824913" y="3619500"/>
          <p14:tracePt t="59597" x="8831263" y="3614738"/>
          <p14:tracePt t="59607" x="8842375" y="3608388"/>
          <p14:tracePt t="59618" x="8847138" y="3608388"/>
          <p14:tracePt t="59627" x="8847138" y="3603625"/>
          <p14:tracePt t="59638" x="8853488" y="3603625"/>
          <p14:tracePt t="59654" x="8853488" y="3597275"/>
          <p14:tracePt t="59708" x="8847138" y="3597275"/>
          <p14:tracePt t="59716" x="8842375" y="3597275"/>
          <p14:tracePt t="59724" x="8836025" y="3597275"/>
          <p14:tracePt t="59730" x="8831263" y="3603625"/>
          <p14:tracePt t="59737" x="8820150" y="3608388"/>
          <p14:tracePt t="59747" x="8802688" y="3614738"/>
          <p14:tracePt t="59757" x="8791575" y="3625850"/>
          <p14:tracePt t="59767" x="8769350" y="3630613"/>
          <p14:tracePt t="59777" x="8751888" y="3636963"/>
          <p14:tracePt t="59787" x="8734425" y="3643313"/>
          <p14:tracePt t="59797" x="8718550" y="3648075"/>
          <p14:tracePt t="59807" x="8712200" y="3648075"/>
          <p14:tracePt t="59817" x="8707438" y="3648075"/>
          <p14:tracePt t="59828" x="8701088" y="3648075"/>
          <p14:tracePt t="59848" x="8701088" y="3654425"/>
          <p14:tracePt t="59860" x="8696325" y="3654425"/>
          <p14:tracePt t="59914" x="8701088" y="3654425"/>
          <p14:tracePt t="59930" x="8707438" y="3654425"/>
          <p14:tracePt t="59938" x="8712200" y="3654425"/>
          <p14:tracePt t="59942" x="8718550" y="3654425"/>
          <p14:tracePt t="59947" x="8723313" y="3654425"/>
          <p14:tracePt t="59957" x="8745538" y="3648075"/>
          <p14:tracePt t="59967" x="8785225" y="3636963"/>
          <p14:tracePt t="59977" x="8831263" y="3625850"/>
          <p14:tracePt t="59987" x="8869363" y="3614738"/>
          <p14:tracePt t="59997" x="8897938" y="3614738"/>
          <p14:tracePt t="60010" x="8897938" y="3608388"/>
          <p14:tracePt t="60017" x="8904288" y="3608388"/>
          <p14:tracePt t="60098" x="8904288" y="3603625"/>
          <p14:tracePt t="60100" x="8897938" y="3603625"/>
          <p14:tracePt t="60108" x="8893175" y="3603625"/>
          <p14:tracePt t="60117" x="8886825" y="3603625"/>
          <p14:tracePt t="60127" x="8880475" y="3597275"/>
          <p14:tracePt t="60174" x="8875713" y="3597275"/>
          <p14:tracePt t="60232" x="8880475" y="3597275"/>
          <p14:tracePt t="60244" x="8886825" y="3597275"/>
          <p14:tracePt t="60250" x="8893175" y="3597275"/>
          <p14:tracePt t="60254" x="8893175" y="3592513"/>
          <p14:tracePt t="60258" x="8897938" y="3592513"/>
          <p14:tracePt t="60267" x="8909050" y="3592513"/>
          <p14:tracePt t="60277" x="8920163" y="3592513"/>
          <p14:tracePt t="60287" x="8937625" y="3592513"/>
          <p14:tracePt t="60297" x="8948738" y="3592513"/>
          <p14:tracePt t="60307" x="8966200" y="3592513"/>
          <p14:tracePt t="60318" x="8982075" y="3592513"/>
          <p14:tracePt t="60334" x="8988425" y="3597275"/>
          <p14:tracePt t="60362" x="8988425" y="3603625"/>
          <p14:tracePt t="60370" x="8988425" y="3608388"/>
          <p14:tracePt t="60376" x="8982075" y="3608388"/>
          <p14:tracePt t="60378" x="8977313" y="3608388"/>
          <p14:tracePt t="60387" x="8959850" y="3614738"/>
          <p14:tracePt t="60397" x="8920163" y="3614738"/>
          <p14:tracePt t="60407" x="8836025" y="3603625"/>
          <p14:tracePt t="60417" x="8723313" y="3575050"/>
          <p14:tracePt t="60427" x="8583613" y="3552825"/>
          <p14:tracePt t="60437" x="8464550" y="3541713"/>
          <p14:tracePt t="60447" x="8369300" y="3541713"/>
          <p14:tracePt t="60457" x="8285163" y="3541713"/>
          <p14:tracePt t="60467" x="8223250" y="3546475"/>
          <p14:tracePt t="60477" x="8207375" y="3552825"/>
          <p14:tracePt t="60488" x="8201025" y="3552825"/>
          <p14:tracePt t="60500" x="8201025" y="3557588"/>
          <p14:tracePt t="60550" x="8207375" y="3557588"/>
          <p14:tracePt t="60554" x="8218488" y="3557588"/>
          <p14:tracePt t="60557" x="8223250" y="3557588"/>
          <p14:tracePt t="60567" x="8302625" y="3552825"/>
          <p14:tracePt t="60577" x="8453438" y="3546475"/>
          <p14:tracePt t="60587" x="8707438" y="3546475"/>
          <p14:tracePt t="60597" x="8953500" y="3546475"/>
          <p14:tracePt t="60607" x="9201150" y="3546475"/>
          <p14:tracePt t="60617" x="9404350" y="3546475"/>
          <p14:tracePt t="60627" x="9550400" y="3546475"/>
          <p14:tracePt t="60637" x="9634538" y="3552825"/>
          <p14:tracePt t="60647" x="9663113" y="3552825"/>
          <p14:tracePt t="60666" x="9667875" y="3552825"/>
          <p14:tracePt t="60680" x="9667875" y="3557588"/>
          <p14:tracePt t="60714" x="9663113" y="3557588"/>
          <p14:tracePt t="60716" x="9656763" y="3557588"/>
          <p14:tracePt t="60718" x="9652000" y="3557588"/>
          <p14:tracePt t="60727" x="9594850" y="3552825"/>
          <p14:tracePt t="60737" x="9466263" y="3530600"/>
          <p14:tracePt t="60747" x="9247188" y="3502025"/>
          <p14:tracePt t="60757" x="8999538" y="3473450"/>
          <p14:tracePt t="60767" x="8734425" y="3451225"/>
          <p14:tracePt t="60777" x="8453438" y="3417888"/>
          <p14:tracePt t="60787" x="8218488" y="3389313"/>
          <p14:tracePt t="60797" x="8072438" y="3384550"/>
          <p14:tracePt t="60807" x="8015288" y="3378200"/>
          <p14:tracePt t="60817" x="8004175" y="3378200"/>
          <p14:tracePt t="60852" x="8004175" y="3373438"/>
          <p14:tracePt t="60868" x="8010525" y="3367088"/>
          <p14:tracePt t="60874" x="8015288" y="3367088"/>
          <p14:tracePt t="60877" x="8021638" y="3362325"/>
          <p14:tracePt t="60887" x="8054975" y="3338513"/>
          <p14:tracePt t="60897" x="8099425" y="3322638"/>
          <p14:tracePt t="60907" x="8150225" y="3300413"/>
          <p14:tracePt t="60917" x="8212138" y="3282950"/>
          <p14:tracePt t="60927" x="8302625" y="3276600"/>
          <p14:tracePt t="60937" x="8386763" y="3276600"/>
          <p14:tracePt t="60947" x="8477250" y="3305175"/>
          <p14:tracePt t="60957" x="8588375" y="3349625"/>
          <p14:tracePt t="60967" x="8718550" y="3406775"/>
          <p14:tracePt t="60977" x="8847138" y="3468688"/>
          <p14:tracePt t="60987" x="8942388" y="3513138"/>
          <p14:tracePt t="60997" x="9010650" y="3546475"/>
          <p14:tracePt t="61007" x="9043988" y="3563938"/>
          <p14:tracePt t="61017" x="9077325" y="3586163"/>
          <p14:tracePt t="61027" x="9112250" y="3608388"/>
          <p14:tracePt t="61037" x="9128125" y="3625850"/>
          <p14:tracePt t="61047" x="9145588" y="3636963"/>
          <p14:tracePt t="61057" x="9163050" y="3648075"/>
          <p14:tracePt t="61067" x="9178925" y="3654425"/>
          <p14:tracePt t="61077" x="9185275" y="3659188"/>
          <p14:tracePt t="61087" x="9185275" y="3665538"/>
          <p14:tracePt t="61098" x="9190038" y="3670300"/>
          <p14:tracePt t="61130" x="9196388" y="3670300"/>
          <p14:tracePt t="71356" x="9190038" y="3670300"/>
          <p14:tracePt t="71358" x="9190038" y="3676650"/>
          <p14:tracePt t="71368" x="9163050" y="3687763"/>
          <p14:tracePt t="71377" x="9112250" y="3709988"/>
          <p14:tracePt t="71387" x="9010650" y="3727450"/>
          <p14:tracePt t="71397" x="8880475" y="3743325"/>
          <p14:tracePt t="71407" x="8634413" y="3743325"/>
          <p14:tracePt t="71417" x="8302625" y="3743325"/>
          <p14:tracePt t="71427" x="7886700" y="3727450"/>
          <p14:tracePt t="71437" x="7369175" y="3698875"/>
          <p14:tracePt t="71447" x="6858000" y="3670300"/>
          <p14:tracePt t="71457" x="6369050" y="3648075"/>
          <p14:tracePt t="71467" x="5957888" y="3630613"/>
          <p14:tracePt t="71477" x="5614988" y="3586163"/>
          <p14:tracePt t="71487" x="5334000" y="3541713"/>
          <p14:tracePt t="71497" x="5110163" y="3484563"/>
          <p14:tracePt t="71507" x="4924425" y="3435350"/>
          <p14:tracePt t="71517" x="4778375" y="3384550"/>
          <p14:tracePt t="71527" x="4665663" y="3338513"/>
          <p14:tracePt t="71537" x="4570413" y="3294063"/>
          <p14:tracePt t="71547" x="4508500" y="3260725"/>
          <p14:tracePt t="71557" x="4462463" y="3232150"/>
          <p14:tracePt t="71567" x="4440238" y="3214688"/>
          <p14:tracePt t="71577" x="4429125" y="3209925"/>
          <p14:tracePt t="71587" x="4424363" y="3198813"/>
          <p14:tracePt t="71598" x="4418013" y="3198813"/>
          <p14:tracePt t="71607" x="4413250" y="3192463"/>
          <p14:tracePt t="71617" x="4400550" y="3181350"/>
          <p14:tracePt t="71627" x="4378325" y="3165475"/>
          <p14:tracePt t="71637" x="4351338" y="3141663"/>
          <p14:tracePt t="71647" x="4322763" y="3125788"/>
          <p14:tracePt t="71657" x="4283075" y="3097213"/>
          <p14:tracePt t="71667" x="4232275" y="3068638"/>
          <p14:tracePt t="71677" x="4143375" y="3030538"/>
          <p14:tracePt t="71688" x="4046538" y="2990850"/>
          <p14:tracePt t="71698" x="3922713" y="2951163"/>
          <p14:tracePt t="71707" x="3771900" y="2917825"/>
          <p14:tracePt t="71717" x="3619500" y="2878138"/>
          <p14:tracePt t="71727" x="3506788" y="2844800"/>
          <p14:tracePt t="71737" x="3457575" y="2827338"/>
          <p14:tracePt t="71750" x="3457575" y="2822575"/>
          <p14:tracePt t="71757" x="3451225" y="2822575"/>
          <p14:tracePt t="71767" x="3451225" y="2816225"/>
          <p14:tracePt t="71777" x="3451225" y="2809875"/>
          <p14:tracePt t="71787" x="3451225" y="2798763"/>
          <p14:tracePt t="71802" x="3451225" y="2794000"/>
          <p14:tracePt t="71824" x="3451225" y="2787650"/>
          <p14:tracePt t="71840" x="3451225" y="2782888"/>
          <p14:tracePt t="71844" x="3446463" y="2782888"/>
          <p14:tracePt t="86684" x="3446463" y="2776538"/>
          <p14:tracePt t="86686" x="3446463" y="2771775"/>
          <p14:tracePt t="86688" x="3451225" y="2765425"/>
          <p14:tracePt t="86697" x="3473450" y="2720975"/>
          <p14:tracePt t="86707" x="3513138" y="2636838"/>
          <p14:tracePt t="86717" x="3546475" y="2563813"/>
          <p14:tracePt t="86727" x="3557588" y="2524125"/>
          <p14:tracePt t="86738" x="3563938" y="2517775"/>
          <p14:tracePt t="86786" x="3563938" y="2513013"/>
          <p14:tracePt t="86832" x="3568700" y="2513013"/>
          <p14:tracePt t="86866" x="3568700" y="2517775"/>
          <p14:tracePt t="86868" x="3568700" y="2528888"/>
          <p14:tracePt t="86877" x="3563938" y="2563813"/>
          <p14:tracePt t="86887" x="3552825" y="2619375"/>
          <p14:tracePt t="86897" x="3546475" y="2681288"/>
          <p14:tracePt t="86907" x="3535363" y="2736850"/>
          <p14:tracePt t="86917" x="3535363" y="2776538"/>
          <p14:tracePt t="86927" x="3535363" y="2805113"/>
          <p14:tracePt t="86937" x="3530600" y="2822575"/>
          <p14:tracePt t="86947" x="3530600" y="2844800"/>
          <p14:tracePt t="86957" x="3530600" y="2855913"/>
          <p14:tracePt t="86967" x="3530600" y="2871788"/>
          <p14:tracePt t="86977" x="3535363" y="2889250"/>
          <p14:tracePt t="86987" x="3541713" y="2911475"/>
          <p14:tracePt t="86998" x="3557588" y="2951163"/>
          <p14:tracePt t="86998" x="3563938" y="2957513"/>
          <p14:tracePt t="87007" x="3579813" y="3001963"/>
          <p14:tracePt t="87017" x="3608388" y="3052763"/>
          <p14:tracePt t="87027" x="3636963" y="3097213"/>
          <p14:tracePt t="87037" x="3654425" y="3119438"/>
          <p14:tracePt t="87047" x="3654425" y="3125788"/>
          <p14:tracePt t="87092" x="3659188" y="3125788"/>
          <p14:tracePt t="87100" x="3659188" y="3130550"/>
          <p14:tracePt t="87138" x="3665538" y="3130550"/>
          <p14:tracePt t="87230" x="3670300" y="3130550"/>
          <p14:tracePt t="87236" x="3676650" y="3125788"/>
          <p14:tracePt t="87240" x="3681413" y="3125788"/>
          <p14:tracePt t="87247" x="3687763" y="3114675"/>
          <p14:tracePt t="87257" x="3698875" y="3108325"/>
          <p14:tracePt t="87267" x="3714750" y="3092450"/>
          <p14:tracePt t="87277" x="3743325" y="3063875"/>
          <p14:tracePt t="87287" x="3771900" y="3041650"/>
          <p14:tracePt t="87297" x="3794125" y="3019425"/>
          <p14:tracePt t="87307" x="3822700" y="2990850"/>
          <p14:tracePt t="87318" x="3862388" y="2962275"/>
          <p14:tracePt t="87318" x="3873500" y="2951163"/>
          <p14:tracePt t="87327" x="3895725" y="2933700"/>
          <p14:tracePt t="87337" x="3922713" y="2917825"/>
          <p14:tracePt t="87347" x="3940175" y="2906713"/>
          <p14:tracePt t="87357" x="3957638" y="2889250"/>
          <p14:tracePt t="87367" x="3962400" y="2884488"/>
          <p14:tracePt t="87378" x="3968750" y="2878138"/>
          <p14:tracePt t="87390" x="3968750" y="2871788"/>
          <p14:tracePt t="87397" x="3968750" y="2867025"/>
          <p14:tracePt t="87426" x="3968750" y="2860675"/>
          <p14:tracePt t="87440" x="3968750" y="2855913"/>
          <p14:tracePt t="87446" x="3968750" y="2849563"/>
          <p14:tracePt t="87448" x="3968750" y="2844800"/>
          <p14:tracePt t="87457" x="3957638" y="2822575"/>
          <p14:tracePt t="87467" x="3917950" y="2760663"/>
          <p14:tracePt t="87477" x="3867150" y="2687638"/>
          <p14:tracePt t="87487" x="3794125" y="2590800"/>
          <p14:tracePt t="87497" x="3703638" y="2495550"/>
          <p14:tracePt t="87507" x="3603625" y="2400300"/>
          <p14:tracePt t="87517" x="3519488" y="2327275"/>
          <p14:tracePt t="87527" x="3446463" y="2271713"/>
          <p14:tracePt t="87537" x="3395663" y="2236788"/>
          <p14:tracePt t="87547" x="3355975" y="2220913"/>
          <p14:tracePt t="87557" x="3311525" y="2192338"/>
          <p14:tracePt t="87567" x="3271838" y="2174875"/>
          <p14:tracePt t="87577" x="3232150" y="2163763"/>
          <p14:tracePt t="87587" x="3203575" y="2152650"/>
          <p14:tracePt t="87597" x="3187700" y="2147888"/>
          <p14:tracePt t="87607" x="3176588" y="2141538"/>
          <p14:tracePt t="87617" x="3163888" y="2141538"/>
          <p14:tracePt t="87627" x="3159125" y="2141538"/>
          <p14:tracePt t="87637" x="3141663" y="2141538"/>
          <p14:tracePt t="87647" x="3130550" y="2141538"/>
          <p14:tracePt t="87657" x="3114675" y="2147888"/>
          <p14:tracePt t="87667" x="3079750" y="2170113"/>
          <p14:tracePt t="87677" x="3046413" y="2192338"/>
          <p14:tracePt t="87687" x="3006725" y="2225675"/>
          <p14:tracePt t="87697" x="2951163" y="2271713"/>
          <p14:tracePt t="87707" x="2889250" y="2320925"/>
          <p14:tracePt t="87717" x="2827338" y="2366963"/>
          <p14:tracePt t="87727" x="2747963" y="2411413"/>
          <p14:tracePt t="87737" x="2670175" y="2451100"/>
          <p14:tracePt t="87747" x="2586038" y="2484438"/>
          <p14:tracePt t="87757" x="2524125" y="2513013"/>
          <p14:tracePt t="87767" x="2473325" y="2541588"/>
          <p14:tracePt t="87777" x="2451100" y="2557463"/>
          <p14:tracePt t="87787" x="2439988" y="2574925"/>
          <p14:tracePt t="87797" x="2428875" y="2579688"/>
          <p14:tracePt t="87807" x="2417763" y="2590800"/>
          <p14:tracePt t="87817" x="2411413" y="2601913"/>
          <p14:tracePt t="87827" x="2405063" y="2608263"/>
          <p14:tracePt t="87837" x="2400300" y="2619375"/>
          <p14:tracePt t="87847" x="2393950" y="2625725"/>
          <p14:tracePt t="87862" x="2393950" y="2630488"/>
          <p14:tracePt t="87874" x="2389188" y="2630488"/>
          <p14:tracePt t="87877" x="2389188" y="2636838"/>
          <p14:tracePt t="87887" x="2389188" y="2647950"/>
          <p14:tracePt t="87897" x="2389188" y="2659063"/>
          <p14:tracePt t="87907" x="2389188" y="2687638"/>
          <p14:tracePt t="87917" x="2400300" y="2714625"/>
          <p14:tracePt t="87927" x="2411413" y="2754313"/>
          <p14:tracePt t="87937" x="2422525" y="2787650"/>
          <p14:tracePt t="87947" x="2439988" y="2822575"/>
          <p14:tracePt t="87957" x="2451100" y="2849563"/>
          <p14:tracePt t="87967" x="2466975" y="2878138"/>
          <p14:tracePt t="87977" x="2501900" y="2906713"/>
          <p14:tracePt t="87987" x="2540000" y="2944813"/>
          <p14:tracePt t="87997" x="2590800" y="2990850"/>
          <p14:tracePt t="88007" x="2641600" y="3024188"/>
          <p14:tracePt t="88017" x="2681288" y="3063875"/>
          <p14:tracePt t="88027" x="2714625" y="3097213"/>
          <p14:tracePt t="88037" x="2754313" y="3136900"/>
          <p14:tracePt t="88047" x="2794000" y="3181350"/>
          <p14:tracePt t="88057" x="2855913" y="3249613"/>
          <p14:tracePt t="88067" x="2906713" y="3305175"/>
          <p14:tracePt t="88077" x="2951163" y="3344863"/>
          <p14:tracePt t="88087" x="2984500" y="3384550"/>
          <p14:tracePt t="88098" x="3017838" y="3411538"/>
          <p14:tracePt t="88107" x="3035300" y="3422650"/>
          <p14:tracePt t="88117" x="3052763" y="3429000"/>
          <p14:tracePt t="88127" x="3057525" y="3435350"/>
          <p14:tracePt t="88137" x="3063875" y="3435350"/>
          <p14:tracePt t="88147" x="3074988" y="3435350"/>
          <p14:tracePt t="88157" x="3108325" y="3435350"/>
          <p14:tracePt t="88167" x="3163888" y="3435350"/>
          <p14:tracePt t="88177" x="3260725" y="3435350"/>
          <p14:tracePt t="88187" x="3349625" y="3435350"/>
          <p14:tracePt t="88197" x="3440113" y="3417888"/>
          <p14:tracePt t="88207" x="3513138" y="3395663"/>
          <p14:tracePt t="88217" x="3552825" y="3373438"/>
          <p14:tracePt t="88227" x="3586163" y="3338513"/>
          <p14:tracePt t="88237" x="3625850" y="3305175"/>
          <p14:tracePt t="88247" x="3659188" y="3260725"/>
          <p14:tracePt t="88257" x="3692525" y="3221038"/>
          <p14:tracePt t="88267" x="3727450" y="3176588"/>
          <p14:tracePt t="88277" x="3749675" y="3136900"/>
          <p14:tracePt t="88287" x="3765550" y="3108325"/>
          <p14:tracePt t="88297" x="3776663" y="3092450"/>
          <p14:tracePt t="88308" x="3789363" y="3063875"/>
          <p14:tracePt t="88318" x="3794125" y="3041650"/>
          <p14:tracePt t="88327" x="3794125" y="3030538"/>
          <p14:tracePt t="88337" x="3794125" y="3019425"/>
          <p14:tracePt t="88347" x="3794125" y="3013075"/>
          <p14:tracePt t="88357" x="3794125" y="3006725"/>
          <p14:tracePt t="88367" x="3783013" y="2995613"/>
          <p14:tracePt t="88378" x="3765550" y="2973388"/>
          <p14:tracePt t="88387" x="3749675" y="2957513"/>
          <p14:tracePt t="88397" x="3714750" y="2933700"/>
          <p14:tracePt t="88407" x="3676650" y="2906713"/>
          <p14:tracePt t="88417" x="3630613" y="2884488"/>
          <p14:tracePt t="88427" x="3579813" y="2855913"/>
          <p14:tracePt t="88437" x="3530600" y="2833688"/>
          <p14:tracePt t="88447" x="3490913" y="2809875"/>
          <p14:tracePt t="88457" x="3457575" y="2794000"/>
          <p14:tracePt t="88467" x="3422650" y="2787650"/>
          <p14:tracePt t="88477" x="3384550" y="2765425"/>
          <p14:tracePt t="88487" x="3344863" y="2749550"/>
          <p14:tracePt t="88497" x="3294063" y="2720975"/>
          <p14:tracePt t="88507" x="3243263" y="2698750"/>
          <p14:tracePt t="88517" x="3187700" y="2670175"/>
          <p14:tracePt t="88527" x="3119438" y="2636838"/>
          <p14:tracePt t="88537" x="3046413" y="2608263"/>
          <p14:tracePt t="88547" x="2979738" y="2574925"/>
          <p14:tracePt t="88557" x="2900363" y="2535238"/>
          <p14:tracePt t="88567" x="2798763" y="2495550"/>
          <p14:tracePt t="88577" x="2709863" y="2451100"/>
          <p14:tracePt t="88587" x="2625725" y="2417763"/>
          <p14:tracePt t="88597" x="2568575" y="2400300"/>
          <p14:tracePt t="88607" x="2552700" y="2393950"/>
          <p14:tracePt t="88617" x="2546350" y="2393950"/>
          <p14:tracePt t="88652" x="2540000" y="2393950"/>
          <p14:tracePt t="88656" x="2535238" y="2393950"/>
          <p14:tracePt t="88660" x="2535238" y="2400300"/>
          <p14:tracePt t="88667" x="2528888" y="2406650"/>
          <p14:tracePt t="88677" x="2513013" y="2433638"/>
          <p14:tracePt t="88687" x="2484438" y="2473325"/>
          <p14:tracePt t="88697" x="2462213" y="2528888"/>
          <p14:tracePt t="88707" x="2433638" y="2619375"/>
          <p14:tracePt t="88717" x="2422525" y="2720975"/>
          <p14:tracePt t="88727" x="2405063" y="2838450"/>
          <p14:tracePt t="88737" x="2393950" y="2957513"/>
          <p14:tracePt t="88747" x="2393950" y="3063875"/>
          <p14:tracePt t="88757" x="2393950" y="3159125"/>
          <p14:tracePt t="88767" x="2393950" y="3238500"/>
          <p14:tracePt t="88777" x="2400300" y="3327400"/>
          <p14:tracePt t="88787" x="2411413" y="3417888"/>
          <p14:tracePt t="88797" x="2417763" y="3513138"/>
          <p14:tracePt t="88807" x="2417763" y="3603625"/>
          <p14:tracePt t="88817" x="2417763" y="3692525"/>
          <p14:tracePt t="88827" x="2400300" y="3783013"/>
          <p14:tracePt t="88837" x="2378075" y="3867150"/>
          <p14:tracePt t="88847" x="2360613" y="3940175"/>
          <p14:tracePt t="88857" x="2344738" y="4013200"/>
          <p14:tracePt t="88867" x="2332038" y="4081463"/>
          <p14:tracePt t="88877" x="2327275" y="4148138"/>
          <p14:tracePt t="88887" x="2327275" y="4205288"/>
          <p14:tracePt t="88897" x="2327275" y="4256088"/>
          <p14:tracePt t="88907" x="2327275" y="4300538"/>
          <p14:tracePt t="88917" x="2327275" y="4344988"/>
          <p14:tracePt t="88927" x="2327275" y="4391025"/>
          <p14:tracePt t="88937" x="2332038" y="4429125"/>
          <p14:tracePt t="88947" x="2338388" y="4468813"/>
          <p14:tracePt t="88957" x="2349500" y="4513263"/>
          <p14:tracePt t="88967" x="2360613" y="4564063"/>
          <p14:tracePt t="88977" x="2382838" y="4621213"/>
          <p14:tracePt t="88987" x="2411413" y="4694238"/>
          <p14:tracePt t="88997" x="2439988" y="4760913"/>
          <p14:tracePt t="89007" x="2462213" y="4818063"/>
          <p14:tracePt t="89017" x="2490788" y="4867275"/>
          <p14:tracePt t="89027" x="2513013" y="4906963"/>
          <p14:tracePt t="89037" x="2552700" y="4953000"/>
          <p14:tracePt t="89047" x="2590800" y="4997450"/>
          <p14:tracePt t="89057" x="2630488" y="5041900"/>
          <p14:tracePt t="89067" x="2674938" y="5087938"/>
          <p14:tracePt t="89077" x="2714625" y="5121275"/>
          <p14:tracePt t="89087" x="2732088" y="5143500"/>
          <p14:tracePt t="89098" x="2743200" y="5154613"/>
          <p14:tracePt t="89118" x="2743200" y="5160963"/>
          <p14:tracePt t="89138" x="2747963" y="5160963"/>
          <p14:tracePt t="89202" x="2754313" y="5160963"/>
          <p14:tracePt t="89204" x="2760663" y="5160963"/>
          <p14:tracePt t="89208" x="2771775" y="5160963"/>
          <p14:tracePt t="89217" x="2844800" y="5172075"/>
          <p14:tracePt t="89227" x="3013075" y="5205413"/>
          <p14:tracePt t="89237" x="3232150" y="5249863"/>
          <p14:tracePt t="89247" x="3502025" y="5307013"/>
          <p14:tracePt t="89257" x="3783013" y="5384800"/>
          <p14:tracePt t="89267" x="4046538" y="5453063"/>
          <p14:tracePt t="89277" x="4271963" y="5508625"/>
          <p14:tracePt t="89287" x="4418013" y="5541963"/>
          <p14:tracePt t="89297" x="4491038" y="5553075"/>
          <p14:tracePt t="89307" x="4524375" y="5565775"/>
          <p14:tracePt t="89317" x="4541838" y="5565775"/>
          <p14:tracePt t="89327" x="4552950" y="5565775"/>
          <p14:tracePt t="89337" x="4559300" y="5565775"/>
          <p14:tracePt t="89352" x="4564063" y="5565775"/>
          <p14:tracePt t="89364" x="4570413" y="5565775"/>
          <p14:tracePt t="89370" x="4570413" y="5559425"/>
          <p14:tracePt t="89380" x="4570413" y="5553075"/>
          <p14:tracePt t="89387" x="4570413" y="5548313"/>
          <p14:tracePt t="89397" x="4575175" y="5530850"/>
          <p14:tracePt t="89407" x="4575175" y="5486400"/>
          <p14:tracePt t="89417" x="4586288" y="5453063"/>
          <p14:tracePt t="89427" x="4592638" y="5407025"/>
          <p14:tracePt t="89437" x="4603750" y="5362575"/>
          <p14:tracePt t="89447" x="4608513" y="5329238"/>
          <p14:tracePt t="89457" x="4614863" y="5295900"/>
          <p14:tracePt t="89467" x="4621213" y="5256213"/>
          <p14:tracePt t="89477" x="4625975" y="5227638"/>
          <p14:tracePt t="89487" x="4625975" y="5183188"/>
          <p14:tracePt t="89497" x="4621213" y="5132388"/>
          <p14:tracePt t="89507" x="4603750" y="5041900"/>
          <p14:tracePt t="89517" x="4586288" y="4941888"/>
          <p14:tracePt t="89527" x="4570413" y="4829175"/>
          <p14:tracePt t="89537" x="4552950" y="4710113"/>
          <p14:tracePt t="89547" x="4530725" y="4581525"/>
          <p14:tracePt t="89557" x="4513263" y="4468813"/>
          <p14:tracePt t="89567" x="4491038" y="4367213"/>
          <p14:tracePt t="89577" x="4457700" y="4256088"/>
          <p14:tracePt t="89587" x="4413250" y="4137025"/>
          <p14:tracePt t="89597" x="4362450" y="4019550"/>
          <p14:tracePt t="89607" x="4294188" y="3895725"/>
          <p14:tracePt t="89617" x="4238625" y="3789363"/>
          <p14:tracePt t="89627" x="4192588" y="3698875"/>
          <p14:tracePt t="89638" x="4154488" y="3630613"/>
          <p14:tracePt t="89647" x="4125913" y="3586163"/>
          <p14:tracePt t="89657" x="4097338" y="3546475"/>
          <p14:tracePt t="89667" x="4070350" y="3508375"/>
          <p14:tracePt t="89677" x="4041775" y="3462338"/>
          <p14:tracePt t="89687" x="4019550" y="3429000"/>
          <p14:tracePt t="89697" x="3997325" y="3395663"/>
          <p14:tracePt t="89707" x="3990975" y="3378200"/>
          <p14:tracePt t="89717" x="3979863" y="3355975"/>
          <p14:tracePt t="89727" x="3973513" y="3344863"/>
          <p14:tracePt t="89737" x="3973513" y="3333750"/>
          <p14:tracePt t="89747" x="3973513" y="3322638"/>
          <p14:tracePt t="89757" x="3968750" y="3311525"/>
          <p14:tracePt t="89767" x="3968750" y="3294063"/>
          <p14:tracePt t="89777" x="3957638" y="3276600"/>
          <p14:tracePt t="89787" x="3946525" y="3249613"/>
          <p14:tracePt t="89797" x="3929063" y="3221038"/>
          <p14:tracePt t="89807" x="3906838" y="3181350"/>
          <p14:tracePt t="89817" x="3873500" y="3141663"/>
          <p14:tracePt t="89827" x="3833813" y="3097213"/>
          <p14:tracePt t="89837" x="3776663" y="3041650"/>
          <p14:tracePt t="89847" x="3709988" y="2984500"/>
          <p14:tracePt t="89857" x="3641725" y="2928938"/>
          <p14:tracePt t="89867" x="3557588" y="2871788"/>
          <p14:tracePt t="89877" x="3484563" y="2822575"/>
          <p14:tracePt t="89887" x="3395663" y="2771775"/>
          <p14:tracePt t="89897" x="3322638" y="2736850"/>
          <p14:tracePt t="89907" x="3265488" y="2720975"/>
          <p14:tracePt t="89917" x="3238500" y="2709863"/>
          <p14:tracePt t="89927" x="3214688" y="2703513"/>
          <p14:tracePt t="89937" x="3192463" y="2703513"/>
          <p14:tracePt t="89947" x="3181350" y="2703513"/>
          <p14:tracePt t="89957" x="3163888" y="2703513"/>
          <p14:tracePt t="89967" x="3148013" y="2703513"/>
          <p14:tracePt t="89977" x="3130550" y="2703513"/>
          <p14:tracePt t="89987" x="3103563" y="2720975"/>
          <p14:tracePt t="89997" x="3063875" y="2743200"/>
          <p14:tracePt t="90007" x="3001963" y="2787650"/>
          <p14:tracePt t="90017" x="2928938" y="2849563"/>
          <p14:tracePt t="90027" x="2855913" y="2928938"/>
          <p14:tracePt t="90037" x="2765425" y="3024188"/>
          <p14:tracePt t="90047" x="2681288" y="3125788"/>
          <p14:tracePt t="90057" x="2601913" y="3232150"/>
          <p14:tracePt t="90067" x="2540000" y="3333750"/>
          <p14:tracePt t="90078" x="2501900" y="3435350"/>
          <p14:tracePt t="90087" x="2466975" y="3524250"/>
          <p14:tracePt t="90098" x="2451100" y="3614738"/>
          <p14:tracePt t="90107" x="2439988" y="3670300"/>
          <p14:tracePt t="90117" x="2428875" y="3732213"/>
          <p14:tracePt t="90127" x="2417763" y="3789363"/>
          <p14:tracePt t="90137" x="2405063" y="3844925"/>
          <p14:tracePt t="90147" x="2393950" y="3900488"/>
          <p14:tracePt t="90157" x="2382838" y="3957638"/>
          <p14:tracePt t="90167" x="2371725" y="4019550"/>
          <p14:tracePt t="90178" x="2366963" y="4092575"/>
          <p14:tracePt t="90187" x="2366963" y="4148138"/>
          <p14:tracePt t="90197" x="2366963" y="4198938"/>
          <p14:tracePt t="90207" x="2366963" y="4249738"/>
          <p14:tracePt t="90218" x="2366963" y="4283075"/>
          <p14:tracePt t="90218" x="2366963" y="4289425"/>
          <p14:tracePt t="90228" x="2371725" y="4322763"/>
          <p14:tracePt t="90238" x="2389188" y="4373563"/>
          <p14:tracePt t="90247" x="2400300" y="4424363"/>
          <p14:tracePt t="90257" x="2428875" y="4491038"/>
          <p14:tracePt t="90267" x="2455863" y="4570413"/>
          <p14:tracePt t="90278" x="2490788" y="4637088"/>
          <p14:tracePt t="90288" x="2517775" y="4687888"/>
          <p14:tracePt t="90297" x="2557463" y="4738688"/>
          <p14:tracePt t="90307" x="2608263" y="4778375"/>
          <p14:tracePt t="90317" x="2670175" y="4811713"/>
          <p14:tracePt t="90328" x="2747963" y="4851400"/>
          <p14:tracePt t="90337" x="2838450" y="4891088"/>
          <p14:tracePt t="90347" x="2944813" y="4929188"/>
          <p14:tracePt t="90357" x="3041650" y="4968875"/>
          <p14:tracePt t="90367" x="3130550" y="5002213"/>
          <p14:tracePt t="90377" x="3214688" y="5026025"/>
          <p14:tracePt t="90387" x="3305175" y="5041900"/>
          <p14:tracePt t="90397" x="3411538" y="5059363"/>
          <p14:tracePt t="90407" x="3552825" y="5076825"/>
          <p14:tracePt t="90417" x="3732213" y="5092700"/>
          <p14:tracePt t="90427" x="3889375" y="5099050"/>
          <p14:tracePt t="90437" x="4030663" y="5099050"/>
          <p14:tracePt t="90447" x="4148138" y="5081588"/>
          <p14:tracePt t="90457" x="4243388" y="5048250"/>
          <p14:tracePt t="90467" x="4316413" y="5008563"/>
          <p14:tracePt t="90477" x="4367213" y="4946650"/>
          <p14:tracePt t="90487" x="4400550" y="4884738"/>
          <p14:tracePt t="90498" x="4429125" y="4794250"/>
          <p14:tracePt t="90507" x="4457700" y="4694238"/>
          <p14:tracePt t="90517" x="4491038" y="4552950"/>
          <p14:tracePt t="90527" x="4530725" y="4391025"/>
          <p14:tracePt t="90537" x="4564063" y="4221163"/>
          <p14:tracePt t="90547" x="4592638" y="4059238"/>
          <p14:tracePt t="90557" x="4614863" y="3917950"/>
          <p14:tracePt t="90567" x="4614863" y="3783013"/>
          <p14:tracePt t="90577" x="4614863" y="3665538"/>
          <p14:tracePt t="90587" x="4608513" y="3546475"/>
          <p14:tracePt t="90597" x="4592638" y="3446463"/>
          <p14:tracePt t="90608" x="4575175" y="3367088"/>
          <p14:tracePt t="90617" x="4559300" y="3287713"/>
          <p14:tracePt t="90627" x="4541838" y="3227388"/>
          <p14:tracePt t="90637" x="4524375" y="3187700"/>
          <p14:tracePt t="90647" x="4508500" y="3152775"/>
          <p14:tracePt t="90657" x="4497388" y="3130550"/>
          <p14:tracePt t="90668" x="4479925" y="3114675"/>
          <p14:tracePt t="90677" x="4468813" y="3092450"/>
          <p14:tracePt t="90687" x="4451350" y="3074988"/>
          <p14:tracePt t="90697" x="4440238" y="3057525"/>
          <p14:tracePt t="90707" x="4424363" y="3046413"/>
          <p14:tracePt t="90717" x="4400550" y="3030538"/>
          <p14:tracePt t="90727" x="4373563" y="3006725"/>
          <p14:tracePt t="90737" x="4338638" y="2984500"/>
          <p14:tracePt t="90747" x="4300538" y="2968625"/>
          <p14:tracePt t="90757" x="4260850" y="2951163"/>
          <p14:tracePt t="90767" x="4216400" y="2940050"/>
          <p14:tracePt t="90777" x="4170363" y="2928938"/>
          <p14:tracePt t="90787" x="4114800" y="2928938"/>
          <p14:tracePt t="90797" x="4035425" y="2928938"/>
          <p14:tracePt t="90807" x="3946525" y="2928938"/>
          <p14:tracePt t="90817" x="3844925" y="2922588"/>
          <p14:tracePt t="90827" x="3732213" y="2922588"/>
          <p14:tracePt t="90837" x="3603625" y="2928938"/>
          <p14:tracePt t="90847" x="3495675" y="2940050"/>
          <p14:tracePt t="90857" x="3411538" y="2962275"/>
          <p14:tracePt t="90867" x="3338513" y="2984500"/>
          <p14:tracePt t="90877" x="3276600" y="3030538"/>
          <p14:tracePt t="90887" x="3214688" y="3068638"/>
          <p14:tracePt t="90897" x="3159125" y="3119438"/>
          <p14:tracePt t="90907" x="3108325" y="3181350"/>
          <p14:tracePt t="90917" x="3068638" y="3238500"/>
          <p14:tracePt t="90927" x="3035300" y="3311525"/>
          <p14:tracePt t="90937" x="3006725" y="3389313"/>
          <p14:tracePt t="90947" x="2973388" y="3473450"/>
          <p14:tracePt t="90957" x="2940050" y="3570288"/>
          <p14:tracePt t="90967" x="2895600" y="3659188"/>
          <p14:tracePt t="90977" x="2849563" y="3754438"/>
          <p14:tracePt t="90987" x="2798763" y="3851275"/>
          <p14:tracePt t="90997" x="2754313" y="3946525"/>
          <p14:tracePt t="91007" x="2703513" y="4041775"/>
          <p14:tracePt t="91017" x="2681288" y="4132263"/>
          <p14:tracePt t="91027" x="2674938" y="4216400"/>
          <p14:tracePt t="91037" x="2674938" y="4289425"/>
          <p14:tracePt t="91047" x="2674938" y="4351338"/>
          <p14:tracePt t="91057" x="2674938" y="4391025"/>
          <p14:tracePt t="91067" x="2674938" y="4406900"/>
          <p14:tracePt t="91077" x="2674938" y="4424363"/>
          <p14:tracePt t="91087" x="2681288" y="4429125"/>
          <p14:tracePt t="91108" x="2681288" y="4435475"/>
          <p14:tracePt t="91398" x="2681288" y="4440238"/>
          <p14:tracePt t="91400" x="2687638" y="4440238"/>
          <p14:tracePt t="91408" x="2698750" y="4446588"/>
          <p14:tracePt t="91417" x="2732088" y="4479925"/>
          <p14:tracePt t="91427" x="2798763" y="4519613"/>
          <p14:tracePt t="91438" x="2889250" y="4564063"/>
          <p14:tracePt t="91438" x="2906713" y="4575175"/>
          <p14:tracePt t="91447" x="3017838" y="4625975"/>
          <p14:tracePt t="91457" x="3203575" y="4687888"/>
          <p14:tracePt t="91467" x="3395663" y="4738688"/>
          <p14:tracePt t="91477" x="3603625" y="4778375"/>
          <p14:tracePt t="91487" x="3789363" y="4800600"/>
          <p14:tracePt t="91497" x="3973513" y="4822825"/>
          <p14:tracePt t="91507" x="4154488" y="4840288"/>
          <p14:tracePt t="91517" x="4338638" y="4862513"/>
          <p14:tracePt t="91527" x="4524375" y="4884738"/>
          <p14:tracePt t="91537" x="4687888" y="4906963"/>
          <p14:tracePt t="91547" x="4811713" y="4906963"/>
          <p14:tracePt t="91557" x="4913313" y="4906963"/>
          <p14:tracePt t="91567" x="4986338" y="4906963"/>
          <p14:tracePt t="91577" x="5048250" y="4906963"/>
          <p14:tracePt t="91587" x="5081588" y="4906963"/>
          <p14:tracePt t="91597" x="5110163" y="4906963"/>
          <p14:tracePt t="91607" x="5143500" y="4906963"/>
          <p14:tracePt t="91617" x="5187950" y="4906963"/>
          <p14:tracePt t="91627" x="5249863" y="4913313"/>
          <p14:tracePt t="91637" x="5322888" y="4918075"/>
          <p14:tracePt t="91647" x="5395913" y="4918075"/>
          <p14:tracePt t="91657" x="5464175" y="4918075"/>
          <p14:tracePt t="91667" x="5537200" y="4924425"/>
          <p14:tracePt t="91677" x="5610225" y="4924425"/>
          <p14:tracePt t="91687" x="5683250" y="4935538"/>
          <p14:tracePt t="91697" x="5749925" y="4941888"/>
          <p14:tracePt t="91707" x="5800725" y="4946650"/>
          <p14:tracePt t="91717" x="5834063" y="4953000"/>
          <p14:tracePt t="91727" x="5840413" y="4953000"/>
          <p14:tracePt t="91737" x="5845175" y="4953000"/>
          <p14:tracePt t="91758" x="5851525" y="4953000"/>
          <p14:tracePt t="91772" x="5857875" y="4953000"/>
          <p14:tracePt t="91782" x="5862638" y="4946650"/>
          <p14:tracePt t="91788" x="5868988" y="4946650"/>
          <p14:tracePt t="91794" x="5868988" y="4941888"/>
          <p14:tracePt t="91797" x="5873750" y="4941888"/>
          <p14:tracePt t="91807" x="5884863" y="4929188"/>
          <p14:tracePt t="91817" x="5895975" y="4918075"/>
          <p14:tracePt t="91827" x="5924550" y="4891088"/>
          <p14:tracePt t="91837" x="5953125" y="4862513"/>
          <p14:tracePt t="91847" x="5991225" y="4829175"/>
          <p14:tracePt t="91857" x="6065838" y="4772025"/>
          <p14:tracePt t="91867" x="6138863" y="4721225"/>
          <p14:tracePt t="91877" x="6216650" y="4676775"/>
          <p14:tracePt t="91887" x="6296025" y="4637088"/>
          <p14:tracePt t="91897" x="6357938" y="4610100"/>
          <p14:tracePt t="91907" x="6373813" y="4598988"/>
          <p14:tracePt t="91917" x="6391275" y="4592638"/>
          <p14:tracePt t="91927" x="6396038" y="4586288"/>
          <p14:tracePt t="91937" x="6402388" y="4581525"/>
          <p14:tracePt t="91947" x="6419850" y="4575175"/>
          <p14:tracePt t="91957" x="6453188" y="4559300"/>
          <p14:tracePt t="91967" x="6486525" y="4537075"/>
          <p14:tracePt t="91977" x="6530975" y="4519613"/>
          <p14:tracePt t="91987" x="6588125" y="4497388"/>
          <p14:tracePt t="91997" x="6643688" y="4468813"/>
          <p14:tracePt t="92007" x="6700838" y="4446588"/>
          <p14:tracePt t="92017" x="6751638" y="4424363"/>
          <p14:tracePt t="92027" x="6800850" y="4395788"/>
          <p14:tracePt t="92038" x="6835775" y="4378325"/>
          <p14:tracePt t="92047" x="6851650" y="4367213"/>
          <p14:tracePt t="92057" x="6869113" y="4344988"/>
          <p14:tracePt t="92067" x="6897688" y="4322763"/>
          <p14:tracePt t="92077" x="6931025" y="4289425"/>
          <p14:tracePt t="92087" x="6975475" y="4221163"/>
          <p14:tracePt t="92097" x="7032625" y="4154488"/>
          <p14:tracePt t="92107" x="7077075" y="4092575"/>
          <p14:tracePt t="92117" x="7116763" y="4024313"/>
          <p14:tracePt t="92127" x="7150100" y="3957638"/>
          <p14:tracePt t="92137" x="7172325" y="3900488"/>
          <p14:tracePt t="92147" x="7194550" y="3838575"/>
          <p14:tracePt t="92157" x="7212013" y="3778250"/>
          <p14:tracePt t="92168" x="7234238" y="3716338"/>
          <p14:tracePt t="92178" x="7256463" y="3654425"/>
          <p14:tracePt t="92188" x="7273925" y="3603625"/>
          <p14:tracePt t="92197" x="7296150" y="3546475"/>
          <p14:tracePt t="92207" x="7313613" y="3502025"/>
          <p14:tracePt t="92217" x="7340600" y="3457575"/>
          <p14:tracePt t="92227" x="7362825" y="3417888"/>
          <p14:tracePt t="92237" x="7386638" y="3378200"/>
          <p14:tracePt t="92247" x="7413625" y="3349625"/>
          <p14:tracePt t="92257" x="7453313" y="3311525"/>
          <p14:tracePt t="92267" x="7497763" y="3271838"/>
          <p14:tracePt t="92277" x="7554913" y="3238500"/>
          <p14:tracePt t="92287" x="7621588" y="3198813"/>
          <p14:tracePt t="92297" x="7700963" y="3159125"/>
          <p14:tracePt t="92307" x="7791450" y="3125788"/>
          <p14:tracePt t="92317" x="7880350" y="3092450"/>
          <p14:tracePt t="92327" x="7975600" y="3068638"/>
          <p14:tracePt t="92337" x="8048625" y="3052763"/>
          <p14:tracePt t="92347" x="8110538" y="3041650"/>
          <p14:tracePt t="92358" x="8150225" y="3030538"/>
          <p14:tracePt t="92367" x="8172450" y="3030538"/>
          <p14:tracePt t="92377" x="8189913" y="3030538"/>
          <p14:tracePt t="92387" x="8201025" y="3030538"/>
          <p14:tracePt t="92397" x="8218488" y="3030538"/>
          <p14:tracePt t="92407" x="8251825" y="3035300"/>
          <p14:tracePt t="92417" x="8291513" y="3046413"/>
          <p14:tracePt t="92427" x="8324850" y="3068638"/>
          <p14:tracePt t="92437" x="8380413" y="3097213"/>
          <p14:tracePt t="92447" x="8442325" y="3141663"/>
          <p14:tracePt t="92457" x="8515350" y="3192463"/>
          <p14:tracePt t="92467" x="8577263" y="3249613"/>
          <p14:tracePt t="92477" x="8639175" y="3300413"/>
          <p14:tracePt t="92487" x="8696325" y="3362325"/>
          <p14:tracePt t="92497" x="8751888" y="3435350"/>
          <p14:tracePt t="92507" x="8807450" y="3508375"/>
          <p14:tracePt t="92517" x="8853488" y="3592513"/>
          <p14:tracePt t="92527" x="8880475" y="3665538"/>
          <p14:tracePt t="92537" x="8904288" y="3738563"/>
          <p14:tracePt t="92547" x="8915400" y="3811588"/>
          <p14:tracePt t="92557" x="8926513" y="3873500"/>
          <p14:tracePt t="92567" x="8926513" y="3929063"/>
          <p14:tracePt t="92577" x="8926513" y="3986213"/>
          <p14:tracePt t="92587" x="8926513" y="4024313"/>
          <p14:tracePt t="92597" x="8926513" y="4052888"/>
          <p14:tracePt t="92607" x="8926513" y="4064000"/>
          <p14:tracePt t="92617" x="8926513" y="4075113"/>
          <p14:tracePt t="92634" x="8926513" y="4081463"/>
          <p14:tracePt t="92696" x="8926513" y="4075113"/>
          <p14:tracePt t="92698" x="8926513" y="4070350"/>
          <p14:tracePt t="92707" x="8909050" y="4030663"/>
          <p14:tracePt t="92718" x="8858250" y="3935413"/>
          <p14:tracePt t="92718" x="8842375" y="3906838"/>
          <p14:tracePt t="92727" x="8774113" y="3794125"/>
          <p14:tracePt t="92738" x="8685213" y="3654425"/>
          <p14:tracePt t="92747" x="8623300" y="3530600"/>
          <p14:tracePt t="92757" x="8566150" y="3429000"/>
          <p14:tracePt t="92767" x="8515350" y="3327400"/>
          <p14:tracePt t="92777" x="8470900" y="3243263"/>
          <p14:tracePt t="92787" x="8431213" y="3152775"/>
          <p14:tracePt t="92797" x="8380413" y="3057525"/>
          <p14:tracePt t="92807" x="8342313" y="2968625"/>
          <p14:tracePt t="92817" x="8296275" y="2871788"/>
          <p14:tracePt t="92827" x="8256588" y="2798763"/>
          <p14:tracePt t="92837" x="8245475" y="2760663"/>
          <p14:tracePt t="92847" x="8240713" y="2736850"/>
          <p14:tracePt t="92858" x="8234363" y="2725738"/>
          <p14:tracePt t="92858" x="8234363" y="2720975"/>
          <p14:tracePt t="92870" x="8234363" y="2714625"/>
          <p14:tracePt t="92877" x="8229600" y="2714625"/>
          <p14:tracePt t="92888" x="8229600" y="2709863"/>
          <p14:tracePt t="92970" x="8234363" y="2714625"/>
          <p14:tracePt t="92974" x="8234363" y="2720975"/>
          <p14:tracePt t="92977" x="8234363" y="2725738"/>
          <p14:tracePt t="92987" x="8245475" y="2760663"/>
          <p14:tracePt t="92997" x="8269288" y="2809875"/>
          <p14:tracePt t="93007" x="8285163" y="2871788"/>
          <p14:tracePt t="93017" x="8313738" y="2933700"/>
          <p14:tracePt t="93027" x="8329613" y="2984500"/>
          <p14:tracePt t="93037" x="8358188" y="3041650"/>
          <p14:tracePt t="93047" x="8375650" y="3097213"/>
          <p14:tracePt t="93057" x="8397875" y="3152775"/>
          <p14:tracePt t="93067" x="8420100" y="3214688"/>
          <p14:tracePt t="93077" x="8448675" y="3276600"/>
          <p14:tracePt t="93087" x="8477250" y="3362325"/>
          <p14:tracePt t="93097" x="8499475" y="3429000"/>
          <p14:tracePt t="93107" x="8521700" y="3495675"/>
          <p14:tracePt t="93117" x="8537575" y="3557588"/>
          <p14:tracePt t="93127" x="8561388" y="3630613"/>
          <p14:tracePt t="93137" x="8588375" y="3709988"/>
          <p14:tracePt t="93147" x="8612188" y="3789363"/>
          <p14:tracePt t="93157" x="8634413" y="3878263"/>
          <p14:tracePt t="93167" x="8661400" y="3962400"/>
          <p14:tracePt t="93177" x="8685213" y="4048125"/>
          <p14:tracePt t="93188" x="8701088" y="4114800"/>
          <p14:tracePt t="93197" x="8712200" y="4170363"/>
          <p14:tracePt t="93207" x="8718550" y="4205288"/>
          <p14:tracePt t="93217" x="8723313" y="4216400"/>
          <p14:tracePt t="93244" x="8723313" y="4221163"/>
          <p14:tracePt t="93260" x="8723313" y="4216400"/>
          <p14:tracePt t="93264" x="8723313" y="4210050"/>
          <p14:tracePt t="93267" x="8723313" y="4205288"/>
          <p14:tracePt t="93277" x="8701088" y="4143375"/>
          <p14:tracePt t="93287" x="8667750" y="4041775"/>
          <p14:tracePt t="93297" x="8616950" y="3913188"/>
          <p14:tracePt t="93307" x="8572500" y="3783013"/>
          <p14:tracePt t="93317" x="8537575" y="3636963"/>
          <p14:tracePt t="93327" x="8488363" y="3462338"/>
          <p14:tracePt t="93337" x="8442325" y="3276600"/>
          <p14:tracePt t="93347" x="8408988" y="3114675"/>
          <p14:tracePt t="93357" x="8369300" y="2968625"/>
          <p14:tracePt t="93367" x="8347075" y="2844800"/>
          <p14:tracePt t="93377" x="8329613" y="2760663"/>
          <p14:tracePt t="93387" x="8318500" y="2698750"/>
          <p14:tracePt t="93397" x="8313738" y="2670175"/>
          <p14:tracePt t="93407" x="8313738" y="2659063"/>
          <p14:tracePt t="93417" x="8313738" y="2652713"/>
          <p14:tracePt t="93436" x="8313738" y="2647950"/>
          <p14:tracePt t="93482" x="8313738" y="2652713"/>
          <p14:tracePt t="93488" x="8313738" y="2659063"/>
          <p14:tracePt t="93492" x="8318500" y="2663825"/>
          <p14:tracePt t="93497" x="8318500" y="2676525"/>
          <p14:tracePt t="93507" x="8342313" y="2720975"/>
          <p14:tracePt t="93517" x="8358188" y="2776538"/>
          <p14:tracePt t="93527" x="8397875" y="2867025"/>
          <p14:tracePt t="93537" x="8426450" y="2951163"/>
          <p14:tracePt t="93547" x="8453438" y="3046413"/>
          <p14:tracePt t="93557" x="8482013" y="3148013"/>
          <p14:tracePt t="93567" x="8504238" y="3254375"/>
          <p14:tracePt t="93577" x="8521700" y="3362325"/>
          <p14:tracePt t="93587" x="8537575" y="3457575"/>
          <p14:tracePt t="93597" x="8550275" y="3535363"/>
          <p14:tracePt t="93607" x="8561388" y="3608388"/>
          <p14:tracePt t="93617" x="8577263" y="3665538"/>
          <p14:tracePt t="93627" x="8583613" y="3709988"/>
          <p14:tracePt t="93637" x="8588375" y="3732213"/>
          <p14:tracePt t="93647" x="8588375" y="3749675"/>
          <p14:tracePt t="93657" x="8588375" y="3754438"/>
          <p14:tracePt t="93667" x="8594725" y="3754438"/>
          <p14:tracePt t="93686" x="8594725" y="3760788"/>
          <p14:tracePt t="93708" x="8594725" y="3754438"/>
          <p14:tracePt t="93712" x="8594725" y="3749675"/>
          <p14:tracePt t="93717" x="8588375" y="3738563"/>
          <p14:tracePt t="93727" x="8577263" y="3692525"/>
          <p14:tracePt t="93737" x="8550275" y="3608388"/>
          <p14:tracePt t="93747" x="8521700" y="3513138"/>
          <p14:tracePt t="93757" x="8482013" y="3389313"/>
          <p14:tracePt t="93767" x="8437563" y="3232150"/>
          <p14:tracePt t="93777" x="8380413" y="3035300"/>
          <p14:tracePt t="93787" x="8318500" y="2838450"/>
          <p14:tracePt t="93797" x="8251825" y="2641600"/>
          <p14:tracePt t="93807" x="8201025" y="2490788"/>
          <p14:tracePt t="93817" x="8161338" y="2382838"/>
          <p14:tracePt t="93827" x="8145463" y="2344738"/>
          <p14:tracePt t="93837" x="8139113" y="2333625"/>
          <p14:tracePt t="93847" x="8134350" y="2327275"/>
          <p14:tracePt t="93857" x="8134350" y="2320925"/>
          <p14:tracePt t="93874" x="8134350" y="2316163"/>
          <p14:tracePt t="93924" x="8134350" y="2320925"/>
          <p14:tracePt t="93926" x="8134350" y="2327275"/>
          <p14:tracePt t="93932" x="8139113" y="2333625"/>
          <p14:tracePt t="93937" x="8139113" y="2349500"/>
          <p14:tracePt t="93947" x="8156575" y="2406650"/>
          <p14:tracePt t="93957" x="8183563" y="2495550"/>
          <p14:tracePt t="93968" x="8212138" y="2597150"/>
          <p14:tracePt t="93977" x="8251825" y="2725738"/>
          <p14:tracePt t="93987" x="8302625" y="2871788"/>
          <p14:tracePt t="93998" x="8353425" y="3024188"/>
          <p14:tracePt t="93998" x="8364538" y="3052763"/>
          <p14:tracePt t="94007" x="8402638" y="3176588"/>
          <p14:tracePt t="94017" x="8464550" y="3322638"/>
          <p14:tracePt t="94027" x="8515350" y="3468688"/>
          <p14:tracePt t="94037" x="8572500" y="3619500"/>
          <p14:tracePt t="94047" x="8623300" y="3765550"/>
          <p14:tracePt t="94057" x="8667750" y="3900488"/>
          <p14:tracePt t="94067" x="8696325" y="4019550"/>
          <p14:tracePt t="94078" x="8707438" y="4114800"/>
          <p14:tracePt t="94087" x="8718550" y="4187825"/>
          <p14:tracePt t="94098" x="8718550" y="4256088"/>
          <p14:tracePt t="94107" x="8729663" y="4294188"/>
          <p14:tracePt t="94117" x="8734425" y="4322763"/>
          <p14:tracePt t="94127" x="8740775" y="4340225"/>
          <p14:tracePt t="94137" x="8740775" y="4344988"/>
          <p14:tracePt t="94147" x="8740775" y="4351338"/>
          <p14:tracePt t="94172" x="8740775" y="4344988"/>
          <p14:tracePt t="94176" x="8740775" y="4340225"/>
          <p14:tracePt t="94178" x="8740775" y="4329113"/>
          <p14:tracePt t="94187" x="8734425" y="4278313"/>
          <p14:tracePt t="94197" x="8712200" y="4148138"/>
          <p14:tracePt t="94207" x="8661400" y="3935413"/>
          <p14:tracePt t="94217" x="8616950" y="3732213"/>
          <p14:tracePt t="94227" x="8572500" y="3530600"/>
          <p14:tracePt t="94237" x="8521700" y="3327400"/>
          <p14:tracePt t="94247" x="8477250" y="3103563"/>
          <p14:tracePt t="94257" x="8431213" y="2878138"/>
          <p14:tracePt t="94267" x="8402638" y="2687638"/>
          <p14:tracePt t="94277" x="8391525" y="2541588"/>
          <p14:tracePt t="94287" x="8386763" y="2444750"/>
          <p14:tracePt t="94297" x="8386763" y="2378075"/>
          <p14:tracePt t="94307" x="8386763" y="2360613"/>
          <p14:tracePt t="94322" x="8386763" y="2355850"/>
          <p14:tracePt t="94384" x="8391525" y="2366963"/>
          <p14:tracePt t="94386" x="8391525" y="2371725"/>
          <p14:tracePt t="94388" x="8391525" y="2378075"/>
          <p14:tracePt t="94398" x="8408988" y="2417763"/>
          <p14:tracePt t="94407" x="8448675" y="2513013"/>
          <p14:tracePt t="94417" x="8493125" y="2630488"/>
          <p14:tracePt t="94427" x="8543925" y="2765425"/>
          <p14:tracePt t="94437" x="8588375" y="2906713"/>
          <p14:tracePt t="94448" x="8634413" y="3052763"/>
          <p14:tracePt t="94457" x="8685213" y="3203575"/>
          <p14:tracePt t="94467" x="8712200" y="3327400"/>
          <p14:tracePt t="94477" x="8729663" y="3422650"/>
          <p14:tracePt t="94487" x="8740775" y="3502025"/>
          <p14:tracePt t="94497" x="8745538" y="3557588"/>
          <p14:tracePt t="94507" x="8751888" y="3586163"/>
          <p14:tracePt t="94517" x="8751888" y="3608388"/>
          <p14:tracePt t="94527" x="8751888" y="3614738"/>
          <p14:tracePt t="94537" x="8751888" y="3619500"/>
          <p14:tracePt t="94550" x="8751888" y="3625850"/>
          <p14:tracePt t="94592" x="8751888" y="3619500"/>
          <p14:tracePt t="94598" x="8751888" y="3614738"/>
          <p14:tracePt t="94604" x="8751888" y="3608388"/>
          <p14:tracePt t="94608" x="8751888" y="3603625"/>
          <p14:tracePt t="94617" x="8751888" y="3592513"/>
          <p14:tracePt t="94627" x="8751888" y="3581400"/>
          <p14:tracePt t="94637" x="8745538" y="3563938"/>
          <p14:tracePt t="94647" x="8745538" y="3557588"/>
          <p14:tracePt t="94680" x="8745538" y="3552825"/>
          <p14:tracePt t="94752" x="8745538" y="3557588"/>
          <p14:tracePt t="94798" x="8745538" y="3563938"/>
          <p14:tracePt t="97536" x="8740775" y="3563938"/>
          <p14:tracePt t="97538" x="8734425" y="3563938"/>
          <p14:tracePt t="97547" x="8667750" y="3575050"/>
          <p14:tracePt t="97557" x="8442325" y="3643313"/>
          <p14:tracePt t="97568" x="8128000" y="3716338"/>
          <p14:tracePt t="97577" x="7723188" y="3771900"/>
          <p14:tracePt t="97587" x="7273925" y="3800475"/>
          <p14:tracePt t="97597" x="6862763" y="3783013"/>
          <p14:tracePt t="97607" x="6486525" y="3727450"/>
          <p14:tracePt t="97617" x="6165850" y="3654425"/>
          <p14:tracePt t="97627" x="5895975" y="3570288"/>
          <p14:tracePt t="97637" x="5676900" y="3495675"/>
          <p14:tracePt t="97648" x="5519738" y="3429000"/>
          <p14:tracePt t="97657" x="5424488" y="3378200"/>
          <p14:tracePt t="97667" x="5367338" y="3338513"/>
          <p14:tracePt t="97677" x="5329238" y="3300413"/>
          <p14:tracePt t="97687" x="5294313" y="3254375"/>
          <p14:tracePt t="97697" x="5260975" y="3203575"/>
          <p14:tracePt t="97707" x="5227638" y="3148013"/>
          <p14:tracePt t="97718" x="5205413" y="3097213"/>
          <p14:tracePt t="97727" x="5199063" y="3074988"/>
          <p14:tracePt t="97738" x="5194300" y="3068638"/>
          <p14:tracePt t="97747" x="5194300" y="3057525"/>
          <p14:tracePt t="97757" x="5187950" y="3046413"/>
          <p14:tracePt t="97767" x="5183188" y="3035300"/>
          <p14:tracePt t="97777" x="5176838" y="3024188"/>
          <p14:tracePt t="97787" x="5172075" y="3019425"/>
          <p14:tracePt t="97797" x="5172075" y="3013075"/>
          <p14:tracePt t="97807" x="5172075" y="3006725"/>
          <p14:tracePt t="97817" x="5165725" y="3006725"/>
          <p14:tracePt t="97830" x="5165725" y="3001963"/>
          <p14:tracePt t="97837" x="5159375" y="3001963"/>
          <p14:tracePt t="97847" x="5137150" y="2995613"/>
          <p14:tracePt t="97857" x="5081588" y="2979738"/>
          <p14:tracePt t="97867" x="4968875" y="2962275"/>
          <p14:tracePt t="97877" x="4783138" y="2962275"/>
          <p14:tracePt t="97887" x="4524375" y="2962275"/>
          <p14:tracePt t="97897" x="4221163" y="2962275"/>
          <p14:tracePt t="97907" x="3906838" y="2973388"/>
          <p14:tracePt t="97917" x="3630613" y="2990850"/>
          <p14:tracePt t="97927" x="3429000" y="3001963"/>
          <p14:tracePt t="97937" x="3333750" y="3001963"/>
          <p14:tracePt t="97947" x="3305175" y="3006725"/>
          <p14:tracePt t="97964" x="3298825" y="3006725"/>
          <p14:tracePt t="98056" x="3298825" y="3001963"/>
          <p14:tracePt t="98064" x="3298825" y="2995613"/>
          <p14:tracePt t="98070" x="3298825" y="2990850"/>
          <p14:tracePt t="98082" x="3298825" y="2984500"/>
          <p14:tracePt t="98094" x="3298825" y="2979738"/>
          <p14:tracePt t="98098" x="3298825" y="2973388"/>
          <p14:tracePt t="98107" x="3305175" y="2951163"/>
          <p14:tracePt t="98117" x="3305175" y="2911475"/>
          <p14:tracePt t="98127" x="3311525" y="2849563"/>
          <p14:tracePt t="98137" x="3311525" y="2760663"/>
          <p14:tracePt t="98147" x="3305175" y="2698750"/>
          <p14:tracePt t="98157" x="3298825" y="2652713"/>
          <p14:tracePt t="98168" x="3294063" y="2630488"/>
          <p14:tracePt t="98178" x="3287713" y="2625725"/>
          <p14:tracePt t="98188" x="3282950" y="2619375"/>
          <p14:tracePt t="98197" x="3276600" y="2619375"/>
          <p14:tracePt t="98207" x="3271838" y="2619375"/>
          <p14:tracePt t="98217" x="3254375" y="2608263"/>
          <p14:tracePt t="98227" x="3221038" y="2601913"/>
          <p14:tracePt t="98237" x="3187700" y="2601913"/>
          <p14:tracePt t="98248" x="3136900" y="2601913"/>
          <p14:tracePt t="98257" x="3086100" y="2619375"/>
          <p14:tracePt t="98267" x="2990850" y="2647950"/>
          <p14:tracePt t="98277" x="2906713" y="2687638"/>
          <p14:tracePt t="98288" x="2816225" y="2732088"/>
          <p14:tracePt t="98297" x="2725738" y="2782888"/>
          <p14:tracePt t="98307" x="2659063" y="2833688"/>
          <p14:tracePt t="98318" x="2608263" y="2889250"/>
          <p14:tracePt t="98327" x="2574925" y="2933700"/>
          <p14:tracePt t="98337" x="2563813" y="2951163"/>
          <p14:tracePt t="98347" x="2557463" y="2968625"/>
          <p14:tracePt t="98357" x="2557463" y="2973388"/>
          <p14:tracePt t="98378" x="2563813" y="2973388"/>
          <p14:tracePt t="98380" x="2568575" y="2973388"/>
          <p14:tracePt t="98387" x="2586038" y="2973388"/>
          <p14:tracePt t="98397" x="2636838" y="2962275"/>
          <p14:tracePt t="98407" x="2736850" y="2940050"/>
          <p14:tracePt t="98417" x="2849563" y="2917825"/>
          <p14:tracePt t="98427" x="2973388" y="2889250"/>
          <p14:tracePt t="98437" x="3074988" y="2867025"/>
          <p14:tracePt t="98447" x="3148013" y="2844800"/>
          <p14:tracePt t="98457" x="3192463" y="2822575"/>
          <p14:tracePt t="98467" x="3203575" y="2809875"/>
          <p14:tracePt t="98490" x="3209925" y="2809875"/>
          <p14:tracePt t="98644" x="3214688" y="2809875"/>
          <p14:tracePt t="98646" x="3221038" y="2809875"/>
          <p14:tracePt t="98648" x="3225800" y="2809875"/>
          <p14:tracePt t="98657" x="3305175" y="2809875"/>
          <p14:tracePt t="98668" x="3541713" y="2816225"/>
          <p14:tracePt t="98677" x="3895725" y="2878138"/>
          <p14:tracePt t="98687" x="4479925" y="2962275"/>
          <p14:tracePt t="98697" x="5283200" y="3092450"/>
          <p14:tracePt t="98707" x="6176963" y="3198813"/>
          <p14:tracePt t="98717" x="7065963" y="3294063"/>
          <p14:tracePt t="98727" x="7835900" y="3355975"/>
          <p14:tracePt t="98737" x="8510588" y="3417888"/>
          <p14:tracePt t="98747" x="8999538" y="3462338"/>
          <p14:tracePt t="98757" x="9398000" y="3508375"/>
          <p14:tracePt t="98767" x="9678988" y="3546475"/>
          <p14:tracePt t="98777" x="9791700" y="3563938"/>
          <p14:tracePt t="98787" x="9798050" y="3563938"/>
          <p14:tracePt t="98797" x="9802813" y="3563938"/>
          <p14:tracePt t="98816" x="9798050" y="3563938"/>
          <p14:tracePt t="98820" x="9786938" y="3563938"/>
          <p14:tracePt t="98827" x="9763125" y="3557588"/>
          <p14:tracePt t="98837" x="9729788" y="3546475"/>
          <p14:tracePt t="98847" x="9678988" y="3530600"/>
          <p14:tracePt t="98857" x="9623425" y="3508375"/>
          <p14:tracePt t="98867" x="9555163" y="3490913"/>
          <p14:tracePt t="98877" x="9521825" y="3479800"/>
          <p14:tracePt t="98887" x="9517063" y="3479800"/>
          <p14:tracePt t="98897" x="9499600" y="3473450"/>
          <p14:tracePt t="98907" x="9482138" y="3468688"/>
          <p14:tracePt t="98917" x="9444038" y="3451225"/>
          <p14:tracePt t="98927" x="9364663" y="3429000"/>
          <p14:tracePt t="98938" x="9263063" y="3400425"/>
          <p14:tracePt t="98947" x="9112250" y="3362325"/>
          <p14:tracePt t="98957" x="8897938" y="3322638"/>
          <p14:tracePt t="98967" x="8685213" y="3287713"/>
          <p14:tracePt t="98977" x="8504238" y="3265488"/>
          <p14:tracePt t="98987" x="8380413" y="3260725"/>
          <p14:tracePt t="98997" x="8329613" y="3260725"/>
          <p14:tracePt t="99007" x="8318500" y="3260725"/>
          <p14:tracePt t="99020" x="8313738" y="3260725"/>
          <p14:tracePt t="99042" x="8307388" y="3260725"/>
          <p14:tracePt t="99052" x="8307388" y="3254375"/>
          <p14:tracePt t="99054" x="8307388" y="3249613"/>
          <p14:tracePt t="99060" x="8307388" y="3243263"/>
          <p14:tracePt t="99067" x="8302625" y="3238500"/>
          <p14:tracePt t="99077" x="8291513" y="3214688"/>
          <p14:tracePt t="99087" x="8274050" y="3181350"/>
          <p14:tracePt t="99098" x="8251825" y="3136900"/>
          <p14:tracePt t="99107" x="8234363" y="3103563"/>
          <p14:tracePt t="99117" x="8207375" y="3046413"/>
          <p14:tracePt t="99127" x="8161338" y="2962275"/>
          <p14:tracePt t="99138" x="8121650" y="2889250"/>
          <p14:tracePt t="99147" x="8077200" y="2809875"/>
          <p14:tracePt t="99157" x="8043863" y="2743200"/>
          <p14:tracePt t="99167" x="8021638" y="2692400"/>
          <p14:tracePt t="99177" x="8015288" y="2676525"/>
          <p14:tracePt t="99187" x="8010525" y="2663825"/>
          <p14:tracePt t="99197" x="8010525" y="2652713"/>
          <p14:tracePt t="99210" x="8010525" y="2647950"/>
          <p14:tracePt t="99262" x="8015288" y="2647950"/>
          <p14:tracePt t="99264" x="8021638" y="2647950"/>
          <p14:tracePt t="99267" x="8026400" y="2647950"/>
          <p14:tracePt t="99278" x="8099425" y="2670175"/>
          <p14:tracePt t="99287" x="8218488" y="2720975"/>
          <p14:tracePt t="99297" x="8386763" y="2794000"/>
          <p14:tracePt t="99307" x="8566150" y="2878138"/>
          <p14:tracePt t="99318" x="8729663" y="2957513"/>
          <p14:tracePt t="99327" x="8858250" y="3019425"/>
          <p14:tracePt t="99337" x="8977313" y="3086100"/>
          <p14:tracePt t="99347" x="9077325" y="3148013"/>
          <p14:tracePt t="99357" x="9150350" y="3203575"/>
          <p14:tracePt t="99367" x="9212263" y="3260725"/>
          <p14:tracePt t="99377" x="9258300" y="3316288"/>
          <p14:tracePt t="99388" x="9296400" y="3378200"/>
          <p14:tracePt t="99397" x="9324975" y="3451225"/>
          <p14:tracePt t="99407" x="9347200" y="3519488"/>
          <p14:tracePt t="99417" x="9353550" y="3597275"/>
          <p14:tracePt t="99427" x="9353550" y="3670300"/>
          <p14:tracePt t="99437" x="9353550" y="3749675"/>
          <p14:tracePt t="99447" x="9342438" y="3833813"/>
          <p14:tracePt t="99457" x="9309100" y="3913188"/>
          <p14:tracePt t="99467" x="9263063" y="3990975"/>
          <p14:tracePt t="99477" x="9218613" y="4052888"/>
          <p14:tracePt t="99487" x="9167813" y="4121150"/>
          <p14:tracePt t="99498" x="9117013" y="4170363"/>
          <p14:tracePt t="99507" x="9066213" y="4221163"/>
          <p14:tracePt t="99517" x="9015413" y="4260850"/>
          <p14:tracePt t="99527" x="8977313" y="4289425"/>
          <p14:tracePt t="99537" x="8942388" y="4311650"/>
          <p14:tracePt t="99547" x="8920163" y="4316413"/>
          <p14:tracePt t="99557" x="8904288" y="4322763"/>
          <p14:tracePt t="99567" x="8893175" y="4329113"/>
          <p14:tracePt t="99578" x="8886825" y="4329113"/>
          <p14:tracePt t="99624" x="8880475" y="4329113"/>
          <p14:tracePt t="99658" x="8880475" y="4322763"/>
          <p14:tracePt t="99688" x="8880475" y="4316413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5A40B-977C-45C0-8B08-8B22F683B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E1A6A-6EB4-C146-0C08-430835A11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Neuron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A65FD-9B28-5D1B-02D9-532D3D7D3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26" name="Picture 2" descr="picture of a neuron, with an arrow pointing to the myelin sheath">
            <a:extLst>
              <a:ext uri="{FF2B5EF4-FFF2-40B4-BE49-F238E27FC236}">
                <a16:creationId xmlns:a16="http://schemas.microsoft.com/office/drawing/2014/main" id="{24F808B9-737E-C555-054C-AC1BF6E6CF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174" y="1825625"/>
            <a:ext cx="7814628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F26B7AF-DFE1-F47D-A91B-FDB34363E16E}"/>
              </a:ext>
            </a:extLst>
          </p:cNvPr>
          <p:cNvSpPr/>
          <p:nvPr/>
        </p:nvSpPr>
        <p:spPr>
          <a:xfrm>
            <a:off x="2499360" y="1593669"/>
            <a:ext cx="1393371" cy="825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3C5282-FCAF-5806-AD2C-F62FE3A99303}"/>
              </a:ext>
            </a:extLst>
          </p:cNvPr>
          <p:cNvSpPr/>
          <p:nvPr/>
        </p:nvSpPr>
        <p:spPr>
          <a:xfrm>
            <a:off x="4454435" y="2878183"/>
            <a:ext cx="1393371" cy="825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974BD3-AB8B-82A8-E40B-9ED6BC52A79F}"/>
              </a:ext>
            </a:extLst>
          </p:cNvPr>
          <p:cNvSpPr/>
          <p:nvPr/>
        </p:nvSpPr>
        <p:spPr>
          <a:xfrm>
            <a:off x="5847806" y="2465320"/>
            <a:ext cx="1393371" cy="825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43EF28-95B8-E340-A833-66381D3374A3}"/>
              </a:ext>
            </a:extLst>
          </p:cNvPr>
          <p:cNvSpPr/>
          <p:nvPr/>
        </p:nvSpPr>
        <p:spPr>
          <a:xfrm>
            <a:off x="7493725" y="1528354"/>
            <a:ext cx="2198915" cy="825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BA7849-830F-43D0-1AD6-1BEF84F238FF}"/>
              </a:ext>
            </a:extLst>
          </p:cNvPr>
          <p:cNvSpPr/>
          <p:nvPr/>
        </p:nvSpPr>
        <p:spPr>
          <a:xfrm>
            <a:off x="7789818" y="4916783"/>
            <a:ext cx="1902822" cy="412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C98F5E-5032-B23A-3AF6-FB460EC88F2F}"/>
              </a:ext>
            </a:extLst>
          </p:cNvPr>
          <p:cNvSpPr/>
          <p:nvPr/>
        </p:nvSpPr>
        <p:spPr>
          <a:xfrm>
            <a:off x="1624807" y="5582193"/>
            <a:ext cx="2338251" cy="4503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0331A0-0230-BD51-5659-D753A532D408}"/>
              </a:ext>
            </a:extLst>
          </p:cNvPr>
          <p:cNvSpPr/>
          <p:nvPr/>
        </p:nvSpPr>
        <p:spPr>
          <a:xfrm>
            <a:off x="4480052" y="5000343"/>
            <a:ext cx="875720" cy="48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2EB086-A36E-CEFD-165A-778AE1DB946F}"/>
              </a:ext>
            </a:extLst>
          </p:cNvPr>
          <p:cNvSpPr/>
          <p:nvPr/>
        </p:nvSpPr>
        <p:spPr>
          <a:xfrm>
            <a:off x="3198382" y="1970110"/>
            <a:ext cx="45719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6895C3-9A8B-49AA-3411-5BBD4FD5B728}"/>
              </a:ext>
            </a:extLst>
          </p:cNvPr>
          <p:cNvSpPr/>
          <p:nvPr/>
        </p:nvSpPr>
        <p:spPr>
          <a:xfrm rot="2287212">
            <a:off x="4235590" y="3147546"/>
            <a:ext cx="128051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4B6838-848C-DB6A-2C6A-58E09D42F467}"/>
              </a:ext>
            </a:extLst>
          </p:cNvPr>
          <p:cNvSpPr/>
          <p:nvPr/>
        </p:nvSpPr>
        <p:spPr>
          <a:xfrm rot="20716212">
            <a:off x="6712668" y="3090011"/>
            <a:ext cx="230776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6CE964-035C-F206-29FA-64D5D485B3F2}"/>
              </a:ext>
            </a:extLst>
          </p:cNvPr>
          <p:cNvSpPr/>
          <p:nvPr/>
        </p:nvSpPr>
        <p:spPr>
          <a:xfrm>
            <a:off x="8575764" y="2443772"/>
            <a:ext cx="137160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154116-BF03-4CED-0EB2-001A8EEEF6C4}"/>
              </a:ext>
            </a:extLst>
          </p:cNvPr>
          <p:cNvSpPr/>
          <p:nvPr/>
        </p:nvSpPr>
        <p:spPr>
          <a:xfrm rot="19606105">
            <a:off x="4484669" y="4401555"/>
            <a:ext cx="139771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D58565-0D34-4361-9849-15C4AC8A2CD0}"/>
              </a:ext>
            </a:extLst>
          </p:cNvPr>
          <p:cNvSpPr/>
          <p:nvPr/>
        </p:nvSpPr>
        <p:spPr>
          <a:xfrm rot="2162665">
            <a:off x="2835545" y="4826345"/>
            <a:ext cx="101151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40B80E-3977-A71F-C202-DAA173B4D355}"/>
              </a:ext>
            </a:extLst>
          </p:cNvPr>
          <p:cNvSpPr/>
          <p:nvPr/>
        </p:nvSpPr>
        <p:spPr>
          <a:xfrm rot="17974438">
            <a:off x="7351127" y="4298101"/>
            <a:ext cx="143565" cy="1112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80F371-2FEA-281D-C1CE-EB4780DB9393}"/>
              </a:ext>
            </a:extLst>
          </p:cNvPr>
          <p:cNvSpPr txBox="1"/>
          <p:nvPr/>
        </p:nvSpPr>
        <p:spPr>
          <a:xfrm>
            <a:off x="8712924" y="905691"/>
            <a:ext cx="2790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</a:t>
            </a:r>
            <a:r>
              <a:rPr lang="en-US" dirty="0"/>
              <a:t>: insulates axon; prevents electrical signals from escaping (creates faster signals)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25A375-2767-F4DF-06DD-017CE8B0A6E7}"/>
              </a:ext>
            </a:extLst>
          </p:cNvPr>
          <p:cNvSpPr txBox="1"/>
          <p:nvPr/>
        </p:nvSpPr>
        <p:spPr>
          <a:xfrm>
            <a:off x="8729387" y="3000135"/>
            <a:ext cx="27902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White Matter</a:t>
            </a:r>
            <a:r>
              <a:rPr lang="en-US" dirty="0"/>
              <a:t>: neural tissue that is myelinated; usually involved in signal transmission</a:t>
            </a:r>
          </a:p>
          <a:p>
            <a:endParaRPr lang="en-US" b="1" dirty="0"/>
          </a:p>
          <a:p>
            <a:r>
              <a:rPr lang="en-US" b="1" dirty="0"/>
              <a:t>Gray Matter</a:t>
            </a:r>
            <a:r>
              <a:rPr lang="en-US" dirty="0"/>
              <a:t>: neural tissue that is unmyelinated; brain functions</a:t>
            </a:r>
          </a:p>
        </p:txBody>
      </p:sp>
    </p:spTree>
    <p:extLst>
      <p:ext uri="{BB962C8B-B14F-4D97-AF65-F5344CB8AC3E}">
        <p14:creationId xmlns:p14="http://schemas.microsoft.com/office/powerpoint/2010/main" val="3317963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919"/>
    </mc:Choice>
    <mc:Fallback xmlns="">
      <p:transition spd="slow" advTm="104919"/>
    </mc:Fallback>
  </mc:AlternateContent>
  <p:extLst>
    <p:ext uri="{3A86A75C-4F4B-4683-9AE1-C65F6400EC91}">
      <p14:laserTraceLst xmlns:p14="http://schemas.microsoft.com/office/powerpoint/2010/main">
        <p14:tracePtLst>
          <p14:tracePt t="5059" x="8875713" y="4316413"/>
          <p14:tracePt t="5060" x="8869363" y="4316413"/>
          <p14:tracePt t="5066" x="8864600" y="4322763"/>
          <p14:tracePt t="5074" x="8842375" y="4340225"/>
          <p14:tracePt t="5074" x="8824913" y="4344988"/>
          <p14:tracePt t="5084" x="8769350" y="4384675"/>
          <p14:tracePt t="5094" x="8678863" y="4429125"/>
          <p14:tracePt t="5104" x="8537575" y="4475163"/>
          <p14:tracePt t="5114" x="8324850" y="4530725"/>
          <p14:tracePt t="5124" x="8088313" y="4592638"/>
          <p14:tracePt t="5134" x="7807325" y="4672013"/>
          <p14:tracePt t="5144" x="7521575" y="4778375"/>
          <p14:tracePt t="5154" x="7240588" y="4879975"/>
          <p14:tracePt t="5155" x="7189788" y="4902200"/>
          <p14:tracePt t="5164" x="6992938" y="4986338"/>
          <p14:tracePt t="5174" x="6767513" y="5087938"/>
          <p14:tracePt t="5184" x="6559550" y="5165725"/>
          <p14:tracePt t="5194" x="6362700" y="5238750"/>
          <p14:tracePt t="5204" x="6176963" y="5295900"/>
          <p14:tracePt t="5214" x="6008688" y="5340350"/>
          <p14:tracePt t="5214" x="5980113" y="5345113"/>
          <p14:tracePt t="5224" x="5868988" y="5362575"/>
          <p14:tracePt t="5234" x="5756275" y="5362575"/>
          <p14:tracePt t="5244" x="5694363" y="5357813"/>
          <p14:tracePt t="5254" x="5632450" y="5322888"/>
          <p14:tracePt t="5264" x="5588000" y="5272088"/>
          <p14:tracePt t="5274" x="5526088" y="5205413"/>
          <p14:tracePt t="5284" x="5453063" y="5114925"/>
          <p14:tracePt t="5294" x="5362575" y="5014913"/>
          <p14:tracePt t="5294" x="5340350" y="4991100"/>
          <p14:tracePt t="5304" x="5267325" y="4913313"/>
          <p14:tracePt t="5314" x="5176838" y="4840288"/>
          <p14:tracePt t="5324" x="5114925" y="4783138"/>
          <p14:tracePt t="5334" x="5059363" y="4745038"/>
          <p14:tracePt t="5344" x="5002213" y="4716463"/>
          <p14:tracePt t="5354" x="4957763" y="4694238"/>
          <p14:tracePt t="5364" x="4906963" y="4672013"/>
          <p14:tracePt t="5374" x="4867275" y="4654550"/>
          <p14:tracePt t="5384" x="4840288" y="4643438"/>
          <p14:tracePt t="5394" x="4816475" y="4643438"/>
          <p14:tracePt t="5404" x="4794250" y="4637088"/>
          <p14:tracePt t="5414" x="4783138" y="4637088"/>
          <p14:tracePt t="5424" x="4772025" y="4637088"/>
          <p14:tracePt t="5448" x="4767263" y="4637088"/>
          <p14:tracePt t="5450" x="4767263" y="4632325"/>
          <p14:tracePt t="5454" x="4760913" y="4625975"/>
          <p14:tracePt t="5464" x="4749800" y="4614863"/>
          <p14:tracePt t="5474" x="4727575" y="4581525"/>
          <p14:tracePt t="5484" x="4705350" y="4552950"/>
          <p14:tracePt t="5494" x="4681538" y="4530725"/>
          <p14:tracePt t="5504" x="4659313" y="4508500"/>
          <p14:tracePt t="5514" x="4643438" y="4497388"/>
          <p14:tracePt t="5524" x="4625975" y="4479925"/>
          <p14:tracePt t="5534" x="4614863" y="4457700"/>
          <p14:tracePt t="5544" x="4597400" y="4435475"/>
          <p14:tracePt t="5554" x="4581525" y="4413250"/>
          <p14:tracePt t="5564" x="4570413" y="4395788"/>
          <p14:tracePt t="5574" x="4564063" y="4391025"/>
          <p14:tracePt t="5584" x="4552950" y="4378325"/>
          <p14:tracePt t="5594" x="4541838" y="4367213"/>
          <p14:tracePt t="5604" x="4513263" y="4351338"/>
          <p14:tracePt t="5614" x="4491038" y="4340225"/>
          <p14:tracePt t="5624" x="4462463" y="4329113"/>
          <p14:tracePt t="5634" x="4440238" y="4311650"/>
          <p14:tracePt t="5644" x="4424363" y="4305300"/>
          <p14:tracePt t="5654" x="4418013" y="4300538"/>
          <p14:tracePt t="5666" x="4413250" y="4300538"/>
          <p14:tracePt t="5698" x="4406900" y="4300538"/>
          <p14:tracePt t="5728" x="4400550" y="4300538"/>
          <p14:tracePt t="5738" x="4395788" y="4300538"/>
          <p14:tracePt t="5740" x="4395788" y="4305300"/>
          <p14:tracePt t="5748" x="4389438" y="4305300"/>
          <p14:tracePt t="5754" x="4384675" y="4311650"/>
          <p14:tracePt t="5764" x="4378325" y="4316413"/>
          <p14:tracePt t="5774" x="4373563" y="4316413"/>
          <p14:tracePt t="5784" x="4373563" y="4322763"/>
          <p14:tracePt t="5794" x="4367213" y="4329113"/>
          <p14:tracePt t="5820" x="4367213" y="4333875"/>
          <p14:tracePt t="5848" x="4362450" y="4333875"/>
          <p14:tracePt t="6105" x="4367213" y="4340225"/>
          <p14:tracePt t="6116" x="4373563" y="4340225"/>
          <p14:tracePt t="6122" x="4378325" y="4340225"/>
          <p14:tracePt t="6126" x="4384675" y="4340225"/>
          <p14:tracePt t="6134" x="4389438" y="4340225"/>
          <p14:tracePt t="6144" x="4400550" y="4344988"/>
          <p14:tracePt t="6154" x="4418013" y="4351338"/>
          <p14:tracePt t="6164" x="4429125" y="4356100"/>
          <p14:tracePt t="6174" x="4440238" y="4362450"/>
          <p14:tracePt t="6184" x="4451350" y="4367213"/>
          <p14:tracePt t="6194" x="4462463" y="4378325"/>
          <p14:tracePt t="6204" x="4479925" y="4384675"/>
          <p14:tracePt t="6214" x="4491038" y="4391025"/>
          <p14:tracePt t="6224" x="4497388" y="4402138"/>
          <p14:tracePt t="6234" x="4508500" y="4402138"/>
          <p14:tracePt t="6244" x="4519613" y="4406900"/>
          <p14:tracePt t="6254" x="4535488" y="4413250"/>
          <p14:tracePt t="6264" x="4559300" y="4424363"/>
          <p14:tracePt t="6274" x="4575175" y="4429125"/>
          <p14:tracePt t="6284" x="4592638" y="4435475"/>
          <p14:tracePt t="6294" x="4597400" y="4440238"/>
          <p14:tracePt t="6304" x="4603750" y="4440238"/>
          <p14:tracePt t="6721" x="4608513" y="4440238"/>
          <p14:tracePt t="6811" x="4614863" y="4440238"/>
          <p14:tracePt t="6812" x="4614863" y="4446588"/>
          <p14:tracePt t="6818" x="4621213" y="4451350"/>
          <p14:tracePt t="6826" x="4625975" y="4457700"/>
          <p14:tracePt t="6834" x="4632325" y="4464050"/>
          <p14:tracePt t="6844" x="4643438" y="4468813"/>
          <p14:tracePt t="6854" x="4648200" y="4479925"/>
          <p14:tracePt t="6864" x="4670425" y="4491038"/>
          <p14:tracePt t="6874" x="4705350" y="4508500"/>
          <p14:tracePt t="6884" x="4738688" y="4524375"/>
          <p14:tracePt t="6894" x="4789488" y="4541838"/>
          <p14:tracePt t="6894" x="4794250" y="4548188"/>
          <p14:tracePt t="6904" x="4829175" y="4559300"/>
          <p14:tracePt t="6914" x="4856163" y="4564063"/>
          <p14:tracePt t="6924" x="4878388" y="4570413"/>
          <p14:tracePt t="6934" x="4895850" y="4575175"/>
          <p14:tracePt t="6944" x="4902200" y="4575175"/>
          <p14:tracePt t="6954" x="4906963" y="4575175"/>
          <p14:tracePt t="6964" x="4918075" y="4575175"/>
          <p14:tracePt t="6974" x="4924425" y="4575175"/>
          <p14:tracePt t="6992" x="4929188" y="4575175"/>
          <p14:tracePt t="7000" x="4935538" y="4581525"/>
          <p14:tracePt t="7004" x="4940300" y="4581525"/>
          <p14:tracePt t="7014" x="4968875" y="4586288"/>
          <p14:tracePt t="7024" x="4997450" y="4592638"/>
          <p14:tracePt t="7034" x="5037138" y="4598988"/>
          <p14:tracePt t="7044" x="5064125" y="4603750"/>
          <p14:tracePt t="7054" x="5103813" y="4610100"/>
          <p14:tracePt t="7064" x="5137150" y="4621213"/>
          <p14:tracePt t="7074" x="5172075" y="4625975"/>
          <p14:tracePt t="7084" x="5210175" y="4637088"/>
          <p14:tracePt t="7094" x="5249863" y="4648200"/>
          <p14:tracePt t="7104" x="5267325" y="4654550"/>
          <p14:tracePt t="7114" x="5278438" y="4659313"/>
          <p14:tracePt t="7136" x="5283200" y="4659313"/>
          <p14:tracePt t="7166" x="5289550" y="4659313"/>
          <p14:tracePt t="7180" x="5289550" y="4665663"/>
          <p14:tracePt t="7182" x="5294313" y="4665663"/>
          <p14:tracePt t="7188" x="5300663" y="4665663"/>
          <p14:tracePt t="7194" x="5307013" y="4672013"/>
          <p14:tracePt t="7204" x="5318125" y="4676775"/>
          <p14:tracePt t="7214" x="5322888" y="4683125"/>
          <p14:tracePt t="7226" x="5329238" y="4683125"/>
          <p14:tracePt t="7234" x="5329238" y="4687888"/>
          <p14:tracePt t="7244" x="5334000" y="4687888"/>
          <p14:tracePt t="7254" x="5340350" y="4694238"/>
          <p14:tracePt t="7264" x="5345113" y="4694238"/>
          <p14:tracePt t="7274" x="5356225" y="4705350"/>
          <p14:tracePt t="7284" x="5367338" y="4710113"/>
          <p14:tracePt t="7294" x="5380038" y="4716463"/>
          <p14:tracePt t="7304" x="5391150" y="4727575"/>
          <p14:tracePt t="7314" x="5407025" y="4733925"/>
          <p14:tracePt t="7324" x="5418138" y="4738688"/>
          <p14:tracePt t="7334" x="5435600" y="4745038"/>
          <p14:tracePt t="7344" x="5453063" y="4749800"/>
          <p14:tracePt t="7354" x="5475288" y="4756150"/>
          <p14:tracePt t="7364" x="5514975" y="4767263"/>
          <p14:tracePt t="7374" x="5541963" y="4772025"/>
          <p14:tracePt t="7384" x="5564188" y="4783138"/>
          <p14:tracePt t="7394" x="5588000" y="4789488"/>
          <p14:tracePt t="7404" x="5614988" y="4794250"/>
          <p14:tracePt t="7414" x="5643563" y="4800600"/>
          <p14:tracePt t="7424" x="5683250" y="4811713"/>
          <p14:tracePt t="7434" x="5722938" y="4818063"/>
          <p14:tracePt t="7444" x="5761038" y="4822825"/>
          <p14:tracePt t="7454" x="5783263" y="4822825"/>
          <p14:tracePt t="7464" x="5807075" y="4829175"/>
          <p14:tracePt t="7474" x="5822950" y="4829175"/>
          <p14:tracePt t="7484" x="5834063" y="4833938"/>
          <p14:tracePt t="7494" x="5840413" y="4833938"/>
          <p14:tracePt t="7518" x="5840413" y="4840288"/>
          <p14:tracePt t="7524" x="5845175" y="4840288"/>
          <p14:tracePt t="7530" x="5851525" y="4840288"/>
          <p14:tracePt t="7534" x="5857875" y="4840288"/>
          <p14:tracePt t="7544" x="5880100" y="4840288"/>
          <p14:tracePt t="7554" x="5924550" y="4840288"/>
          <p14:tracePt t="7564" x="5980113" y="4840288"/>
          <p14:tracePt t="7574" x="6042025" y="4840288"/>
          <p14:tracePt t="7584" x="6115050" y="4840288"/>
          <p14:tracePt t="7584" x="6126163" y="4840288"/>
          <p14:tracePt t="7594" x="6176963" y="4833938"/>
          <p14:tracePt t="7604" x="6234113" y="4818063"/>
          <p14:tracePt t="7614" x="6289675" y="4800600"/>
          <p14:tracePt t="7624" x="6340475" y="4783138"/>
          <p14:tracePt t="7634" x="6391275" y="4756150"/>
          <p14:tracePt t="7644" x="6446838" y="4733925"/>
          <p14:tracePt t="7654" x="6497638" y="4716463"/>
          <p14:tracePt t="7664" x="6542088" y="4699000"/>
          <p14:tracePt t="7674" x="6588125" y="4687888"/>
          <p14:tracePt t="7684" x="6632575" y="4672013"/>
          <p14:tracePt t="7694" x="6683375" y="4654550"/>
          <p14:tracePt t="7704" x="6727825" y="4637088"/>
          <p14:tracePt t="7714" x="6778625" y="4625975"/>
          <p14:tracePt t="7724" x="6807200" y="4610100"/>
          <p14:tracePt t="7734" x="6840538" y="4598988"/>
          <p14:tracePt t="7744" x="6869113" y="4586288"/>
          <p14:tracePt t="7754" x="6884988" y="4581525"/>
          <p14:tracePt t="7764" x="6891338" y="4575175"/>
          <p14:tracePt t="7774" x="6897688" y="4570413"/>
          <p14:tracePt t="7784" x="6908800" y="4564063"/>
          <p14:tracePt t="7794" x="6924675" y="4548188"/>
          <p14:tracePt t="7804" x="6959600" y="4519613"/>
          <p14:tracePt t="7814" x="7015163" y="4479925"/>
          <p14:tracePt t="7824" x="7088188" y="4424363"/>
          <p14:tracePt t="7834" x="7150100" y="4378325"/>
          <p14:tracePt t="7844" x="7194550" y="4333875"/>
          <p14:tracePt t="7854" x="7240588" y="4294188"/>
          <p14:tracePt t="7854" x="7240588" y="4289425"/>
          <p14:tracePt t="7864" x="7262813" y="4260850"/>
          <p14:tracePt t="7874" x="7285038" y="4227513"/>
          <p14:tracePt t="7884" x="7307263" y="4198938"/>
          <p14:tracePt t="7894" x="7318375" y="4176713"/>
          <p14:tracePt t="7904" x="7329488" y="4154488"/>
          <p14:tracePt t="7904" x="7335838" y="4148138"/>
          <p14:tracePt t="7914" x="7346950" y="4132263"/>
          <p14:tracePt t="7924" x="7362825" y="4103688"/>
          <p14:tracePt t="7934" x="7380288" y="4081463"/>
          <p14:tracePt t="7944" x="7386638" y="4064000"/>
          <p14:tracePt t="7954" x="7402513" y="4048125"/>
          <p14:tracePt t="7964" x="7408863" y="4035425"/>
          <p14:tracePt t="7974" x="7419975" y="4030663"/>
          <p14:tracePt t="7984" x="7419975" y="4024313"/>
          <p14:tracePt t="7994" x="7431088" y="4019550"/>
          <p14:tracePt t="8004" x="7435850" y="4013200"/>
          <p14:tracePt t="8014" x="7442200" y="4008438"/>
          <p14:tracePt t="8024" x="7453313" y="3997325"/>
          <p14:tracePt t="8034" x="7464425" y="3986213"/>
          <p14:tracePt t="8044" x="7481888" y="3968750"/>
          <p14:tracePt t="8054" x="7504113" y="3946525"/>
          <p14:tracePt t="8064" x="7526338" y="3913188"/>
          <p14:tracePt t="8074" x="7548563" y="3889375"/>
          <p14:tracePt t="8084" x="7566025" y="3862388"/>
          <p14:tracePt t="8094" x="7577138" y="3833813"/>
          <p14:tracePt t="8104" x="7594600" y="3805238"/>
          <p14:tracePt t="8114" x="7610475" y="3783013"/>
          <p14:tracePt t="8124" x="7621588" y="3754438"/>
          <p14:tracePt t="8134" x="7639050" y="3727450"/>
          <p14:tracePt t="8144" x="7643813" y="3709988"/>
          <p14:tracePt t="8154" x="7656513" y="3692525"/>
          <p14:tracePt t="8164" x="7656513" y="3687763"/>
          <p14:tracePt t="8174" x="7661275" y="3676650"/>
          <p14:tracePt t="8188" x="7661275" y="3670300"/>
          <p14:tracePt t="8208" x="7661275" y="3665538"/>
          <p14:tracePt t="8230" x="7661275" y="3659188"/>
          <p14:tracePt t="8240" x="7667625" y="3659188"/>
          <p14:tracePt t="8248" x="7667625" y="3654425"/>
          <p14:tracePt t="8268" x="7667625" y="3648075"/>
          <p14:tracePt t="8278" x="7667625" y="3643313"/>
          <p14:tracePt t="8284" x="7667625" y="3636963"/>
          <p14:tracePt t="8290" x="7672388" y="3630613"/>
          <p14:tracePt t="8296" x="7672388" y="3625850"/>
          <p14:tracePt t="8304" x="7678738" y="3625850"/>
          <p14:tracePt t="8316" x="7678738" y="3619500"/>
          <p14:tracePt t="8484" x="7678738" y="3625850"/>
          <p14:tracePt t="8500" x="7678738" y="3630613"/>
          <p14:tracePt t="8504" x="7678738" y="3636963"/>
          <p14:tracePt t="8512" x="7678738" y="3643313"/>
          <p14:tracePt t="8516" x="7672388" y="3654425"/>
          <p14:tracePt t="8524" x="7672388" y="3659188"/>
          <p14:tracePt t="8534" x="7672388" y="3676650"/>
          <p14:tracePt t="8534" x="7667625" y="3676650"/>
          <p14:tracePt t="8544" x="7667625" y="3687763"/>
          <p14:tracePt t="8554" x="7661275" y="3705225"/>
          <p14:tracePt t="8564" x="7650163" y="3727450"/>
          <p14:tracePt t="8574" x="7650163" y="3743325"/>
          <p14:tracePt t="8584" x="7643813" y="3754438"/>
          <p14:tracePt t="8594" x="7639050" y="3765550"/>
          <p14:tracePt t="8604" x="7639050" y="3771900"/>
          <p14:tracePt t="8614" x="7639050" y="3778250"/>
          <p14:tracePt t="8624" x="7632700" y="3789363"/>
          <p14:tracePt t="8634" x="7627938" y="3800475"/>
          <p14:tracePt t="8644" x="7621588" y="3811588"/>
          <p14:tracePt t="8654" x="7616825" y="3833813"/>
          <p14:tracePt t="8664" x="7605713" y="3851275"/>
          <p14:tracePt t="8674" x="7588250" y="3884613"/>
          <p14:tracePt t="8684" x="7577138" y="3906838"/>
          <p14:tracePt t="8694" x="7566025" y="3924300"/>
          <p14:tracePt t="8704" x="7566025" y="3935413"/>
          <p14:tracePt t="8714" x="7559675" y="3946525"/>
          <p14:tracePt t="8724" x="7548563" y="3962400"/>
          <p14:tracePt t="8734" x="7537450" y="3973513"/>
          <p14:tracePt t="8744" x="7526338" y="3997325"/>
          <p14:tracePt t="8754" x="7510463" y="4024313"/>
          <p14:tracePt t="8764" x="7481888" y="4059238"/>
          <p14:tracePt t="8774" x="7453313" y="4086225"/>
          <p14:tracePt t="8784" x="7424738" y="4125913"/>
          <p14:tracePt t="8794" x="7391400" y="4165600"/>
          <p14:tracePt t="8804" x="7358063" y="4205288"/>
          <p14:tracePt t="8814" x="7318375" y="4249738"/>
          <p14:tracePt t="8824" x="7285038" y="4289425"/>
          <p14:tracePt t="8834" x="7256463" y="4322763"/>
          <p14:tracePt t="8844" x="7227888" y="4356100"/>
          <p14:tracePt t="8854" x="7194550" y="4391025"/>
          <p14:tracePt t="8864" x="7161213" y="4435475"/>
          <p14:tracePt t="8874" x="7099300" y="4502150"/>
          <p14:tracePt t="8884" x="7032625" y="4564063"/>
          <p14:tracePt t="8894" x="6942138" y="4654550"/>
          <p14:tracePt t="8904" x="6835775" y="4756150"/>
          <p14:tracePt t="8914" x="6705600" y="4867275"/>
          <p14:tracePt t="8924" x="6577013" y="4986338"/>
          <p14:tracePt t="8934" x="6464300" y="5081588"/>
          <p14:tracePt t="8944" x="6357938" y="5160963"/>
          <p14:tracePt t="8954" x="6278563" y="5222875"/>
          <p14:tracePt t="8964" x="6211888" y="5260975"/>
          <p14:tracePt t="8974" x="6161088" y="5289550"/>
          <p14:tracePt t="8984" x="6126163" y="5311775"/>
          <p14:tracePt t="8984" x="6121400" y="5311775"/>
          <p14:tracePt t="8994" x="6110288" y="5311775"/>
          <p14:tracePt t="9004" x="6099175" y="5318125"/>
          <p14:tracePt t="9014" x="6088063" y="5318125"/>
          <p14:tracePt t="9024" x="6081713" y="5318125"/>
          <p14:tracePt t="9034" x="6070600" y="5318125"/>
          <p14:tracePt t="9044" x="6059488" y="5318125"/>
          <p14:tracePt t="9054" x="6019800" y="5311775"/>
          <p14:tracePt t="9064" x="5957888" y="5289550"/>
          <p14:tracePt t="9074" x="5891213" y="5267325"/>
          <p14:tracePt t="9084" x="5818188" y="5249863"/>
          <p14:tracePt t="9094" x="5745163" y="5227638"/>
          <p14:tracePt t="9104" x="5694363" y="5210175"/>
          <p14:tracePt t="9114" x="5654675" y="5199063"/>
          <p14:tracePt t="9124" x="5632450" y="5187950"/>
          <p14:tracePt t="9134" x="5614988" y="5183188"/>
          <p14:tracePt t="9144" x="5588000" y="5172075"/>
          <p14:tracePt t="9154" x="5564188" y="5154613"/>
          <p14:tracePt t="9164" x="5530850" y="5132388"/>
          <p14:tracePt t="9174" x="5486400" y="5110163"/>
          <p14:tracePt t="9184" x="5429250" y="5076825"/>
          <p14:tracePt t="9194" x="5362575" y="5037138"/>
          <p14:tracePt t="9204" x="5300663" y="5002213"/>
          <p14:tracePt t="9214" x="5245100" y="4975225"/>
          <p14:tracePt t="9224" x="5199063" y="4953000"/>
          <p14:tracePt t="9234" x="5143500" y="4929188"/>
          <p14:tracePt t="9244" x="5099050" y="4902200"/>
          <p14:tracePt t="9254" x="5059363" y="4884738"/>
          <p14:tracePt t="9264" x="5019675" y="4862513"/>
          <p14:tracePt t="9274" x="4979988" y="4840288"/>
          <p14:tracePt t="9284" x="4951413" y="4822825"/>
          <p14:tracePt t="9294" x="4924425" y="4800600"/>
          <p14:tracePt t="9304" x="4889500" y="4772025"/>
          <p14:tracePt t="9314" x="4856163" y="4745038"/>
          <p14:tracePt t="9324" x="4822825" y="4716463"/>
          <p14:tracePt t="9334" x="4805363" y="4694238"/>
          <p14:tracePt t="9344" x="4783138" y="4672013"/>
          <p14:tracePt t="9354" x="4760913" y="4654550"/>
          <p14:tracePt t="9354" x="4760913" y="4648200"/>
          <p14:tracePt t="9364" x="4743450" y="4632325"/>
          <p14:tracePt t="9374" x="4721225" y="4614863"/>
          <p14:tracePt t="9384" x="4705350" y="4592638"/>
          <p14:tracePt t="9394" x="4687888" y="4581525"/>
          <p14:tracePt t="9404" x="4670425" y="4564063"/>
          <p14:tracePt t="9414" x="4659313" y="4552950"/>
          <p14:tracePt t="9424" x="4648200" y="4541838"/>
          <p14:tracePt t="9434" x="4637088" y="4530725"/>
          <p14:tracePt t="9444" x="4632325" y="4513263"/>
          <p14:tracePt t="9454" x="4614863" y="4497388"/>
          <p14:tracePt t="9464" x="4608513" y="4479925"/>
          <p14:tracePt t="9474" x="4597400" y="4468813"/>
          <p14:tracePt t="9484" x="4592638" y="4451350"/>
          <p14:tracePt t="9494" x="4586288" y="4435475"/>
          <p14:tracePt t="9504" x="4581525" y="4424363"/>
          <p14:tracePt t="9514" x="4575175" y="4413250"/>
          <p14:tracePt t="9524" x="4570413" y="4402138"/>
          <p14:tracePt t="9534" x="4564063" y="4391025"/>
          <p14:tracePt t="9544" x="4564063" y="4384675"/>
          <p14:tracePt t="9554" x="4559300" y="4384675"/>
          <p14:tracePt t="9564" x="4559300" y="4378325"/>
          <p14:tracePt t="9574" x="4552950" y="4373563"/>
          <p14:tracePt t="9600" x="4552950" y="4367213"/>
          <p14:tracePt t="9715" x="4559300" y="4367213"/>
          <p14:tracePt t="9718" x="4559300" y="4373563"/>
          <p14:tracePt t="9724" x="4564063" y="4373563"/>
          <p14:tracePt t="9734" x="4575175" y="4378325"/>
          <p14:tracePt t="9744" x="4603750" y="4391025"/>
          <p14:tracePt t="9754" x="4637088" y="4402138"/>
          <p14:tracePt t="9764" x="4676775" y="4418013"/>
          <p14:tracePt t="9774" x="4732338" y="4429125"/>
          <p14:tracePt t="9784" x="4800600" y="4446588"/>
          <p14:tracePt t="9794" x="4902200" y="4468813"/>
          <p14:tracePt t="9794" x="4918075" y="4468813"/>
          <p14:tracePt t="9804" x="5008563" y="4486275"/>
          <p14:tracePt t="9814" x="5154613" y="4513263"/>
          <p14:tracePt t="9824" x="5334000" y="4548188"/>
          <p14:tracePt t="9834" x="5502275" y="4575175"/>
          <p14:tracePt t="9844" x="5661025" y="4586288"/>
          <p14:tracePt t="9854" x="5789613" y="4603750"/>
          <p14:tracePt t="9864" x="5884863" y="4610100"/>
          <p14:tracePt t="9864" x="5902325" y="4614863"/>
          <p14:tracePt t="9874" x="5957888" y="4614863"/>
          <p14:tracePt t="9884" x="6019800" y="4621213"/>
          <p14:tracePt t="9894" x="6053138" y="4625975"/>
          <p14:tracePt t="9904" x="6065838" y="4625975"/>
          <p14:tracePt t="9914" x="6070600" y="4625975"/>
          <p14:tracePt t="9941" x="6076950" y="4625975"/>
          <p14:tracePt t="9954" x="6081713" y="4625975"/>
          <p14:tracePt t="9959" x="6088063" y="4621213"/>
          <p14:tracePt t="9964" x="6092825" y="4610100"/>
          <p14:tracePt t="9975" x="6115050" y="4581525"/>
          <p14:tracePt t="9984" x="6138863" y="4552950"/>
          <p14:tracePt t="9994" x="6161088" y="4530725"/>
          <p14:tracePt t="10004" x="6183313" y="4497388"/>
          <p14:tracePt t="10014" x="6211888" y="4468813"/>
          <p14:tracePt t="10024" x="6238875" y="4435475"/>
          <p14:tracePt t="10034" x="6267450" y="4402138"/>
          <p14:tracePt t="10044" x="6311900" y="4362450"/>
          <p14:tracePt t="10054" x="6362700" y="4322763"/>
          <p14:tracePt t="10064" x="6413500" y="4283075"/>
          <p14:tracePt t="10074" x="6464300" y="4256088"/>
          <p14:tracePt t="10084" x="6497638" y="4238625"/>
          <p14:tracePt t="10094" x="6526213" y="4227513"/>
          <p14:tracePt t="10104" x="6542088" y="4227513"/>
          <p14:tracePt t="10114" x="6559550" y="4221163"/>
          <p14:tracePt t="10124" x="6565900" y="4221163"/>
          <p14:tracePt t="10134" x="6577013" y="4221163"/>
          <p14:tracePt t="10144" x="6588125" y="4221163"/>
          <p14:tracePt t="10154" x="6599238" y="4216400"/>
          <p14:tracePt t="10164" x="6610350" y="4216400"/>
          <p14:tracePt t="10174" x="6632575" y="4210050"/>
          <p14:tracePt t="10184" x="6654800" y="4210050"/>
          <p14:tracePt t="10194" x="6683375" y="4210050"/>
          <p14:tracePt t="10204" x="6716713" y="4210050"/>
          <p14:tracePt t="10214" x="6751638" y="4210050"/>
          <p14:tracePt t="10224" x="6773863" y="4210050"/>
          <p14:tracePt t="10234" x="6778625" y="4210050"/>
          <p14:tracePt t="10244" x="6784975" y="4210050"/>
          <p14:tracePt t="10254" x="6789738" y="4210050"/>
          <p14:tracePt t="10264" x="6796088" y="4210050"/>
          <p14:tracePt t="10274" x="6800850" y="4210050"/>
          <p14:tracePt t="10284" x="6807200" y="4210050"/>
          <p14:tracePt t="10294" x="6811963" y="4210050"/>
          <p14:tracePt t="10304" x="6818313" y="4210050"/>
          <p14:tracePt t="10314" x="6829425" y="4205288"/>
          <p14:tracePt t="10324" x="6840538" y="4194175"/>
          <p14:tracePt t="10334" x="6858000" y="4181475"/>
          <p14:tracePt t="10344" x="6880225" y="4159250"/>
          <p14:tracePt t="10354" x="6897688" y="4143375"/>
          <p14:tracePt t="10364" x="6924675" y="4121150"/>
          <p14:tracePt t="10374" x="6970713" y="4081463"/>
          <p14:tracePt t="10384" x="7032625" y="4030663"/>
          <p14:tracePt t="10394" x="7092950" y="3990975"/>
          <p14:tracePt t="10404" x="7150100" y="3957638"/>
          <p14:tracePt t="10414" x="7194550" y="3924300"/>
          <p14:tracePt t="10424" x="7240588" y="3895725"/>
          <p14:tracePt t="10434" x="7262813" y="3878263"/>
          <p14:tracePt t="10444" x="7278688" y="3873500"/>
          <p14:tracePt t="10454" x="7285038" y="3867150"/>
          <p14:tracePt t="10464" x="7289800" y="3867150"/>
          <p14:tracePt t="10484" x="7289800" y="3862388"/>
          <p14:tracePt t="10486" x="7296150" y="3862388"/>
          <p14:tracePt t="10496" x="7296150" y="3856038"/>
          <p14:tracePt t="10506" x="7302500" y="3856038"/>
          <p14:tracePt t="10514" x="7307263" y="3856038"/>
          <p14:tracePt t="10524" x="7307263" y="3851275"/>
          <p14:tracePt t="10534" x="7313613" y="3844925"/>
          <p14:tracePt t="10544" x="7318375" y="3844925"/>
          <p14:tracePt t="10554" x="7318375" y="3838575"/>
          <p14:tracePt t="10572" x="7318375" y="3833813"/>
          <p14:tracePt t="10576" x="7324725" y="3833813"/>
          <p14:tracePt t="13586" x="7324725" y="3838575"/>
          <p14:tracePt t="13590" x="7318375" y="3844925"/>
          <p14:tracePt t="13594" x="7318375" y="3851275"/>
          <p14:tracePt t="13604" x="7296150" y="3895725"/>
          <p14:tracePt t="13614" x="7262813" y="3946525"/>
          <p14:tracePt t="13624" x="7227888" y="4002088"/>
          <p14:tracePt t="13634" x="7183438" y="4052888"/>
          <p14:tracePt t="13644" x="7150100" y="4108450"/>
          <p14:tracePt t="13654" x="7110413" y="4154488"/>
          <p14:tracePt t="13664" x="7065963" y="4198938"/>
          <p14:tracePt t="13674" x="7026275" y="4238625"/>
          <p14:tracePt t="13684" x="6981825" y="4278313"/>
          <p14:tracePt t="13694" x="6897688" y="4329113"/>
          <p14:tracePt t="13704" x="6778625" y="4378325"/>
          <p14:tracePt t="13714" x="6577013" y="4451350"/>
          <p14:tracePt t="13724" x="6329363" y="4519613"/>
          <p14:tracePt t="13734" x="6053138" y="4586288"/>
          <p14:tracePt t="13744" x="5761038" y="4659313"/>
          <p14:tracePt t="13754" x="5486400" y="4727575"/>
          <p14:tracePt t="13764" x="5216525" y="4778375"/>
          <p14:tracePt t="13774" x="4991100" y="4818063"/>
          <p14:tracePt t="13784" x="4805363" y="4822825"/>
          <p14:tracePt t="13794" x="4670425" y="4822825"/>
          <p14:tracePt t="13804" x="4570413" y="4800600"/>
          <p14:tracePt t="13814" x="4508500" y="4772025"/>
          <p14:tracePt t="13824" x="4457700" y="4738688"/>
          <p14:tracePt t="13834" x="4424363" y="4699000"/>
          <p14:tracePt t="13844" x="4406900" y="4672013"/>
          <p14:tracePt t="13854" x="4400550" y="4648200"/>
          <p14:tracePt t="13864" x="4389438" y="4621213"/>
          <p14:tracePt t="13874" x="4389438" y="4575175"/>
          <p14:tracePt t="13885" x="4378325" y="4508500"/>
          <p14:tracePt t="13894" x="4367213" y="4464050"/>
          <p14:tracePt t="13904" x="4362450" y="4440238"/>
          <p14:tracePt t="13914" x="4356100" y="4435475"/>
          <p14:tracePt t="13928" x="4356100" y="4429125"/>
          <p14:tracePt t="13944" x="4356100" y="4424363"/>
          <p14:tracePt t="13962" x="4351338" y="4424363"/>
          <p14:tracePt t="13966" x="4351338" y="4418013"/>
          <p14:tracePt t="13976" x="4351338" y="4413250"/>
          <p14:tracePt t="13984" x="4344988" y="4413250"/>
          <p14:tracePt t="13994" x="4344988" y="4402138"/>
          <p14:tracePt t="14004" x="4344988" y="4391025"/>
          <p14:tracePt t="14014" x="4344988" y="4384675"/>
          <p14:tracePt t="14024" x="4344988" y="4378325"/>
          <p14:tracePt t="14034" x="4351338" y="4373563"/>
          <p14:tracePt t="14044" x="4362450" y="4362450"/>
          <p14:tracePt t="14054" x="4367213" y="4351338"/>
          <p14:tracePt t="14064" x="4378325" y="4333875"/>
          <p14:tracePt t="14074" x="4384675" y="4322763"/>
          <p14:tracePt t="14084" x="4395788" y="4311650"/>
          <p14:tracePt t="14094" x="4400550" y="4300538"/>
          <p14:tracePt t="14104" x="4400550" y="4294188"/>
          <p14:tracePt t="14300" x="4406900" y="4294188"/>
          <p14:tracePt t="14389" x="4413250" y="4294188"/>
          <p14:tracePt t="14396" x="4418013" y="4294188"/>
          <p14:tracePt t="14398" x="4418013" y="4300538"/>
          <p14:tracePt t="14406" x="4418013" y="4305300"/>
          <p14:tracePt t="14414" x="4424363" y="4305300"/>
          <p14:tracePt t="14424" x="4429125" y="4316413"/>
          <p14:tracePt t="14434" x="4440238" y="4329113"/>
          <p14:tracePt t="14444" x="4446588" y="4340225"/>
          <p14:tracePt t="14444" x="4446588" y="4344988"/>
          <p14:tracePt t="14454" x="4457700" y="4356100"/>
          <p14:tracePt t="14464" x="4473575" y="4367213"/>
          <p14:tracePt t="14474" x="4508500" y="4395788"/>
          <p14:tracePt t="14484" x="4530725" y="4418013"/>
          <p14:tracePt t="14494" x="4552950" y="4435475"/>
          <p14:tracePt t="14504" x="4581525" y="4451350"/>
          <p14:tracePt t="14514" x="4603750" y="4468813"/>
          <p14:tracePt t="14524" x="4621213" y="4479925"/>
          <p14:tracePt t="14534" x="4648200" y="4497388"/>
          <p14:tracePt t="14544" x="4681538" y="4519613"/>
          <p14:tracePt t="14554" x="4716463" y="4541838"/>
          <p14:tracePt t="14564" x="4760913" y="4570413"/>
          <p14:tracePt t="14574" x="4840288" y="4614863"/>
          <p14:tracePt t="14584" x="4913313" y="4648200"/>
          <p14:tracePt t="14594" x="4991100" y="4687888"/>
          <p14:tracePt t="14604" x="5059363" y="4716463"/>
          <p14:tracePt t="14614" x="5121275" y="4745038"/>
          <p14:tracePt t="14624" x="5176838" y="4767263"/>
          <p14:tracePt t="14634" x="5232400" y="4789488"/>
          <p14:tracePt t="14644" x="5283200" y="4800600"/>
          <p14:tracePt t="14654" x="5340350" y="4818063"/>
          <p14:tracePt t="14664" x="5384800" y="4829175"/>
          <p14:tracePt t="14674" x="5424488" y="4829175"/>
          <p14:tracePt t="14674" x="5435600" y="4829175"/>
          <p14:tracePt t="14684" x="5480050" y="4829175"/>
          <p14:tracePt t="14694" x="5548313" y="4829175"/>
          <p14:tracePt t="14704" x="5632450" y="4818063"/>
          <p14:tracePt t="14714" x="5710238" y="4806950"/>
          <p14:tracePt t="14724" x="5795963" y="4794250"/>
          <p14:tracePt t="14734" x="5862638" y="4783138"/>
          <p14:tracePt t="14744" x="5924550" y="4778375"/>
          <p14:tracePt t="14754" x="5969000" y="4772025"/>
          <p14:tracePt t="14764" x="6015038" y="4767263"/>
          <p14:tracePt t="14774" x="6037263" y="4767263"/>
          <p14:tracePt t="14784" x="6065838" y="4767263"/>
          <p14:tracePt t="14794" x="6099175" y="4760913"/>
          <p14:tracePt t="14804" x="6143625" y="4756150"/>
          <p14:tracePt t="14814" x="6194425" y="4749800"/>
          <p14:tracePt t="14814" x="6205538" y="4749800"/>
          <p14:tracePt t="14824" x="6245225" y="4745038"/>
          <p14:tracePt t="14834" x="6289675" y="4733925"/>
          <p14:tracePt t="14834" x="6296025" y="4733925"/>
          <p14:tracePt t="14844" x="6323013" y="4727575"/>
          <p14:tracePt t="14854" x="6357938" y="4721225"/>
          <p14:tracePt t="14864" x="6380163" y="4716463"/>
          <p14:tracePt t="14874" x="6391275" y="4710113"/>
          <p14:tracePt t="14885" x="6408738" y="4699000"/>
          <p14:tracePt t="14894" x="6424613" y="4694238"/>
          <p14:tracePt t="14904" x="6446838" y="4683125"/>
          <p14:tracePt t="14914" x="6469063" y="4672013"/>
          <p14:tracePt t="14924" x="6492875" y="4665663"/>
          <p14:tracePt t="14934" x="6519863" y="4654550"/>
          <p14:tracePt t="14944" x="6542088" y="4643438"/>
          <p14:tracePt t="14954" x="6565900" y="4637088"/>
          <p14:tracePt t="14964" x="6588125" y="4625975"/>
          <p14:tracePt t="14974" x="6616700" y="4621213"/>
          <p14:tracePt t="14984" x="6650038" y="4598988"/>
          <p14:tracePt t="14994" x="6689725" y="4570413"/>
          <p14:tracePt t="15004" x="6734175" y="4537075"/>
          <p14:tracePt t="15014" x="6789738" y="4491038"/>
          <p14:tracePt t="15024" x="6873875" y="4435475"/>
          <p14:tracePt t="15034" x="6970713" y="4378325"/>
          <p14:tracePt t="15034" x="6986588" y="4367213"/>
          <p14:tracePt t="15044" x="7077075" y="4329113"/>
          <p14:tracePt t="15054" x="7167563" y="4294188"/>
          <p14:tracePt t="15064" x="7227888" y="4267200"/>
          <p14:tracePt t="15074" x="7278688" y="4243388"/>
          <p14:tracePt t="15084" x="7318375" y="4227513"/>
          <p14:tracePt t="15094" x="7351713" y="4210050"/>
          <p14:tracePt t="15104" x="7369175" y="4198938"/>
          <p14:tracePt t="15114" x="7391400" y="4187825"/>
          <p14:tracePt t="15124" x="7397750" y="4176713"/>
          <p14:tracePt t="15134" x="7408863" y="4170363"/>
          <p14:tracePt t="15150" x="7413625" y="4165600"/>
          <p14:tracePt t="15172" x="7413625" y="4159250"/>
          <p14:tracePt t="15176" x="7419975" y="4154488"/>
          <p14:tracePt t="15184" x="7419975" y="4148138"/>
          <p14:tracePt t="15194" x="7442200" y="4121150"/>
          <p14:tracePt t="15204" x="7459663" y="4092575"/>
          <p14:tracePt t="15214" x="7475538" y="4059238"/>
          <p14:tracePt t="15224" x="7486650" y="4041775"/>
          <p14:tracePt t="15224" x="7486650" y="4035425"/>
          <p14:tracePt t="15234" x="7497763" y="4019550"/>
          <p14:tracePt t="15244" x="7497763" y="4013200"/>
          <p14:tracePt t="15260" x="7504113" y="4008438"/>
          <p14:tracePt t="15273" x="7504113" y="4002088"/>
          <p14:tracePt t="15278" x="7510463" y="3997325"/>
          <p14:tracePt t="15286" x="7510463" y="3990975"/>
          <p14:tracePt t="15294" x="7510463" y="3986213"/>
          <p14:tracePt t="15304" x="7515225" y="3968750"/>
          <p14:tracePt t="15314" x="7521575" y="3946525"/>
          <p14:tracePt t="15324" x="7526338" y="3906838"/>
          <p14:tracePt t="15334" x="7537450" y="3867150"/>
          <p14:tracePt t="15344" x="7548563" y="3822700"/>
          <p14:tracePt t="15354" x="7554913" y="3783013"/>
          <p14:tracePt t="15364" x="7566025" y="3738563"/>
          <p14:tracePt t="15374" x="7577138" y="3698875"/>
          <p14:tracePt t="15384" x="7588250" y="3659188"/>
          <p14:tracePt t="15394" x="7599363" y="3619500"/>
          <p14:tracePt t="15404" x="7605713" y="3592513"/>
          <p14:tracePt t="15404" x="7610475" y="3586163"/>
          <p14:tracePt t="15414" x="7616825" y="3563938"/>
          <p14:tracePt t="15424" x="7621588" y="3541713"/>
          <p14:tracePt t="15434" x="7632700" y="3519488"/>
          <p14:tracePt t="15444" x="7643813" y="3508375"/>
          <p14:tracePt t="15454" x="7643813" y="3502025"/>
          <p14:tracePt t="15468" x="7650163" y="3502025"/>
          <p14:tracePt t="15532" x="7656513" y="3502025"/>
          <p14:tracePt t="15544" x="7661275" y="3502025"/>
          <p14:tracePt t="15548" x="7661275" y="3495675"/>
          <p14:tracePt t="15554" x="7667625" y="3495675"/>
          <p14:tracePt t="15564" x="7678738" y="3495675"/>
          <p14:tracePt t="15574" x="7683500" y="3490913"/>
          <p14:tracePt t="15584" x="7689850" y="3484563"/>
          <p14:tracePt t="15594" x="7694613" y="3484563"/>
          <p14:tracePt t="15604" x="7700963" y="3484563"/>
          <p14:tracePt t="15624" x="7700963" y="3490913"/>
          <p14:tracePt t="15632" x="7700963" y="3495675"/>
          <p14:tracePt t="15636" x="7700963" y="3502025"/>
          <p14:tracePt t="15644" x="7705725" y="3513138"/>
          <p14:tracePt t="15654" x="7705725" y="3541713"/>
          <p14:tracePt t="15664" x="7705725" y="3575050"/>
          <p14:tracePt t="15674" x="7705725" y="3625850"/>
          <p14:tracePt t="15684" x="7705725" y="3676650"/>
          <p14:tracePt t="15694" x="7705725" y="3727450"/>
          <p14:tracePt t="15704" x="7705725" y="3789363"/>
          <p14:tracePt t="15714" x="7694613" y="3856038"/>
          <p14:tracePt t="15724" x="7683500" y="3924300"/>
          <p14:tracePt t="15724" x="7683500" y="3940175"/>
          <p14:tracePt t="15734" x="7667625" y="4008438"/>
          <p14:tracePt t="15744" x="7656513" y="4081463"/>
          <p14:tracePt t="15754" x="7639050" y="4125913"/>
          <p14:tracePt t="15764" x="7621588" y="4159250"/>
          <p14:tracePt t="15774" x="7616825" y="4176713"/>
          <p14:tracePt t="15784" x="7610475" y="4187825"/>
          <p14:tracePt t="15794" x="7605713" y="4198938"/>
          <p14:tracePt t="15804" x="7599363" y="4205288"/>
          <p14:tracePt t="15814" x="7594600" y="4216400"/>
          <p14:tracePt t="15824" x="7594600" y="4221163"/>
          <p14:tracePt t="15834" x="7588250" y="4232275"/>
          <p14:tracePt t="15844" x="7577138" y="4238625"/>
          <p14:tracePt t="15854" x="7577138" y="4243388"/>
          <p14:tracePt t="15864" x="7570788" y="4243388"/>
          <p14:tracePt t="15893" x="7570788" y="4249738"/>
          <p14:tracePt t="16006" x="7570788" y="4243388"/>
          <p14:tracePt t="16014" x="7570788" y="4238625"/>
          <p14:tracePt t="16018" x="7577138" y="4232275"/>
          <p14:tracePt t="16024" x="7583488" y="4227513"/>
          <p14:tracePt t="16034" x="7588250" y="4210050"/>
          <p14:tracePt t="16044" x="7599363" y="4187825"/>
          <p14:tracePt t="16054" x="7610475" y="4170363"/>
          <p14:tracePt t="16064" x="7621588" y="4154488"/>
          <p14:tracePt t="16074" x="7627938" y="4143375"/>
          <p14:tracePt t="16084" x="7632700" y="4132263"/>
          <p14:tracePt t="16094" x="7643813" y="4114800"/>
          <p14:tracePt t="16104" x="7656513" y="4097338"/>
          <p14:tracePt t="16114" x="7667625" y="4075113"/>
          <p14:tracePt t="16124" x="7689850" y="4041775"/>
          <p14:tracePt t="16134" x="7712075" y="4008438"/>
          <p14:tracePt t="16144" x="7734300" y="3986213"/>
          <p14:tracePt t="16154" x="7740650" y="3979863"/>
          <p14:tracePt t="16154" x="7740650" y="3973513"/>
          <p14:tracePt t="16164" x="7740650" y="3968750"/>
          <p14:tracePt t="16174" x="7745413" y="3968750"/>
          <p14:tracePt t="16184" x="7745413" y="3962400"/>
          <p14:tracePt t="16194" x="7751763" y="3951288"/>
          <p14:tracePt t="16204" x="7756525" y="3940175"/>
          <p14:tracePt t="16214" x="7762875" y="3929063"/>
          <p14:tracePt t="16224" x="7767638" y="3917950"/>
          <p14:tracePt t="16224" x="7767638" y="3913188"/>
          <p14:tracePt t="16234" x="7773988" y="3900488"/>
          <p14:tracePt t="16244" x="7778750" y="3895725"/>
          <p14:tracePt t="16254" x="7778750" y="3889375"/>
          <p14:tracePt t="16264" x="7778750" y="3884613"/>
          <p14:tracePt t="16274" x="7785100" y="3884613"/>
          <p14:tracePt t="16288" x="7785100" y="3878263"/>
          <p14:tracePt t="44551" x="7785100" y="3873500"/>
          <p14:tracePt t="44556" x="7791450" y="3873500"/>
          <p14:tracePt t="44560" x="7796213" y="3867150"/>
          <p14:tracePt t="44574" x="7807325" y="3856038"/>
          <p14:tracePt t="44584" x="7818438" y="3851275"/>
          <p14:tracePt t="44594" x="7824788" y="3844925"/>
          <p14:tracePt t="44604" x="7824788" y="3838575"/>
          <p14:tracePt t="44817" x="7829550" y="3838575"/>
          <p14:tracePt t="44822" x="7835900" y="3838575"/>
          <p14:tracePt t="44826" x="7840663" y="3838575"/>
          <p14:tracePt t="44834" x="7847013" y="3844925"/>
          <p14:tracePt t="44844" x="7853363" y="3851275"/>
          <p14:tracePt t="44854" x="7840663" y="3867150"/>
          <p14:tracePt t="44864" x="7807325" y="3878263"/>
          <p14:tracePt t="44874" x="7762875" y="3878263"/>
          <p14:tracePt t="44884" x="7661275" y="3878263"/>
          <p14:tracePt t="44894" x="7577138" y="3878263"/>
          <p14:tracePt t="44904" x="7435850" y="3867150"/>
          <p14:tracePt t="44914" x="7302500" y="3833813"/>
          <p14:tracePt t="44924" x="7285038" y="3827463"/>
          <p14:tracePt t="44934" x="7278688" y="3827463"/>
          <p14:tracePt t="45379" x="7278688" y="3833813"/>
          <p14:tracePt t="45380" x="7278688" y="3838575"/>
          <p14:tracePt t="45384" x="7278688" y="3844925"/>
          <p14:tracePt t="45394" x="7302500" y="3929063"/>
          <p14:tracePt t="45404" x="7324725" y="3997325"/>
          <p14:tracePt t="45414" x="7329488" y="4019550"/>
          <p14:tracePt t="45424" x="7351713" y="4035425"/>
          <p14:tracePt t="45434" x="7375525" y="4052888"/>
          <p14:tracePt t="45444" x="7380288" y="4064000"/>
          <p14:tracePt t="45444" x="7380288" y="4070350"/>
          <p14:tracePt t="45454" x="7375525" y="4081463"/>
          <p14:tracePt t="45464" x="7358063" y="4092575"/>
          <p14:tracePt t="45474" x="7329488" y="4114800"/>
          <p14:tracePt t="45484" x="7302500" y="4143375"/>
          <p14:tracePt t="45494" x="7267575" y="4170363"/>
          <p14:tracePt t="45504" x="7234238" y="4205288"/>
          <p14:tracePt t="45514" x="7205663" y="4232275"/>
          <p14:tracePt t="45524" x="7178675" y="4249738"/>
          <p14:tracePt t="45534" x="7161213" y="4267200"/>
          <p14:tracePt t="45544" x="7143750" y="4278313"/>
          <p14:tracePt t="45554" x="7132638" y="4278313"/>
          <p14:tracePt t="45554" x="7127875" y="4283075"/>
          <p14:tracePt t="45564" x="7121525" y="4283075"/>
          <p14:tracePt t="45574" x="7110413" y="4283075"/>
          <p14:tracePt t="45584" x="7077075" y="4283075"/>
          <p14:tracePt t="45594" x="7026275" y="4283075"/>
          <p14:tracePt t="45604" x="6919913" y="4289425"/>
          <p14:tracePt t="45614" x="6796088" y="4300538"/>
          <p14:tracePt t="45624" x="6632575" y="4316413"/>
          <p14:tracePt t="45634" x="6442075" y="4340225"/>
          <p14:tracePt t="45644" x="6256338" y="4367213"/>
          <p14:tracePt t="45654" x="6059488" y="4395788"/>
          <p14:tracePt t="45664" x="5891213" y="4418013"/>
          <p14:tracePt t="45674" x="5745163" y="4451350"/>
          <p14:tracePt t="45684" x="5621338" y="4475163"/>
          <p14:tracePt t="45694" x="5530850" y="4497388"/>
          <p14:tracePt t="45704" x="5457825" y="4513263"/>
          <p14:tracePt t="45714" x="5407025" y="4524375"/>
          <p14:tracePt t="45724" x="5384800" y="4524375"/>
          <p14:tracePt t="45734" x="5367338" y="4524375"/>
          <p14:tracePt t="45744" x="5356225" y="4524375"/>
          <p14:tracePt t="45754" x="5345113" y="4519613"/>
          <p14:tracePt t="45764" x="5322888" y="4513263"/>
          <p14:tracePt t="45774" x="5289550" y="4497388"/>
          <p14:tracePt t="45784" x="5256213" y="4475163"/>
          <p14:tracePt t="45794" x="5194300" y="4435475"/>
          <p14:tracePt t="45804" x="5114925" y="4384675"/>
          <p14:tracePt t="45814" x="5048250" y="4333875"/>
          <p14:tracePt t="45814" x="5037138" y="4322763"/>
          <p14:tracePt t="45824" x="4991100" y="4289425"/>
          <p14:tracePt t="45834" x="4946650" y="4249738"/>
          <p14:tracePt t="45844" x="4924425" y="4227513"/>
          <p14:tracePt t="45854" x="4906963" y="4210050"/>
          <p14:tracePt t="45854" x="4902200" y="4205288"/>
          <p14:tracePt t="45864" x="4889500" y="4194175"/>
          <p14:tracePt t="45874" x="4878388" y="4181475"/>
          <p14:tracePt t="45884" x="4867275" y="4170363"/>
          <p14:tracePt t="45894" x="4856163" y="4159250"/>
          <p14:tracePt t="45904" x="4851400" y="4154488"/>
          <p14:tracePt t="45914" x="4845050" y="4154488"/>
          <p14:tracePt t="46000" x="4840288" y="4154488"/>
          <p14:tracePt t="46012" x="4833938" y="4154488"/>
          <p14:tracePt t="46024" x="4829175" y="4154488"/>
          <p14:tracePt t="46030" x="4822825" y="4154488"/>
          <p14:tracePt t="46034" x="4816475" y="4154488"/>
          <p14:tracePt t="46044" x="4805363" y="4148138"/>
          <p14:tracePt t="46054" x="4789488" y="4143375"/>
          <p14:tracePt t="46055" x="4783138" y="4143375"/>
          <p14:tracePt t="46064" x="4767263" y="4143375"/>
          <p14:tracePt t="46074" x="4721225" y="4137025"/>
          <p14:tracePt t="46084" x="4670425" y="4137025"/>
          <p14:tracePt t="46094" x="4621213" y="4137025"/>
          <p14:tracePt t="46104" x="4570413" y="4137025"/>
          <p14:tracePt t="46114" x="4552950" y="4137025"/>
          <p14:tracePt t="46114" x="4548188" y="4137025"/>
          <p14:tracePt t="46124" x="4541838" y="4137025"/>
          <p14:tracePt t="46134" x="4541838" y="4143375"/>
          <p14:tracePt t="46146" x="4535488" y="4148138"/>
          <p14:tracePt t="46178" x="4530725" y="4148138"/>
          <p14:tracePt t="46310" x="4530725" y="4154488"/>
          <p14:tracePt t="46336" x="4530725" y="4159250"/>
          <p14:tracePt t="46346" x="4530725" y="4165600"/>
          <p14:tracePt t="46352" x="4530725" y="4170363"/>
          <p14:tracePt t="46362" x="4530725" y="4176713"/>
          <p14:tracePt t="46370" x="4530725" y="4181475"/>
          <p14:tracePt t="46374" x="4524375" y="4181475"/>
          <p14:tracePt t="46384" x="4524375" y="4194175"/>
          <p14:tracePt t="46394" x="4524375" y="4198938"/>
          <p14:tracePt t="46404" x="4519613" y="4210050"/>
          <p14:tracePt t="46414" x="4519613" y="4221163"/>
          <p14:tracePt t="46424" x="4513263" y="4243388"/>
          <p14:tracePt t="46434" x="4508500" y="4260850"/>
          <p14:tracePt t="46444" x="4502150" y="4278313"/>
          <p14:tracePt t="46454" x="4502150" y="4294188"/>
          <p14:tracePt t="46464" x="4497388" y="4305300"/>
          <p14:tracePt t="46474" x="4497388" y="4316413"/>
          <p14:tracePt t="46484" x="4497388" y="4322763"/>
          <p14:tracePt t="46494" x="4497388" y="4329113"/>
          <p14:tracePt t="46504" x="4497388" y="4333875"/>
          <p14:tracePt t="46514" x="4497388" y="4340225"/>
          <p14:tracePt t="46524" x="4497388" y="4344988"/>
          <p14:tracePt t="46534" x="4497388" y="4351338"/>
          <p14:tracePt t="46544" x="4497388" y="4362450"/>
          <p14:tracePt t="46554" x="4497388" y="4378325"/>
          <p14:tracePt t="46564" x="4497388" y="4395788"/>
          <p14:tracePt t="46574" x="4502150" y="4406900"/>
          <p14:tracePt t="46584" x="4508500" y="4418013"/>
          <p14:tracePt t="46584" x="4508500" y="4424363"/>
          <p14:tracePt t="46594" x="4513263" y="4435475"/>
          <p14:tracePt t="46604" x="4524375" y="4451350"/>
          <p14:tracePt t="46614" x="4548188" y="4486275"/>
          <p14:tracePt t="46624" x="4570413" y="4513263"/>
          <p14:tracePt t="46634" x="4603750" y="4541838"/>
          <p14:tracePt t="46644" x="4643438" y="4581525"/>
          <p14:tracePt t="46654" x="4694238" y="4614863"/>
          <p14:tracePt t="46664" x="4732338" y="4648200"/>
          <p14:tracePt t="46674" x="4760913" y="4672013"/>
          <p14:tracePt t="46684" x="4783138" y="4683125"/>
          <p14:tracePt t="46694" x="4794250" y="4694238"/>
          <p14:tracePt t="46704" x="4805363" y="4699000"/>
          <p14:tracePt t="46714" x="4816475" y="4705350"/>
          <p14:tracePt t="46724" x="4822825" y="4710113"/>
          <p14:tracePt t="46734" x="4840288" y="4716463"/>
          <p14:tracePt t="46744" x="4845050" y="4721225"/>
          <p14:tracePt t="46754" x="4856163" y="4727575"/>
          <p14:tracePt t="46764" x="4867275" y="4733925"/>
          <p14:tracePt t="46786" x="4867275" y="4738688"/>
          <p14:tracePt t="46790" x="4873625" y="4738688"/>
          <p14:tracePt t="46824" x="4878388" y="4738688"/>
          <p14:tracePt t="46828" x="4884738" y="4738688"/>
          <p14:tracePt t="46834" x="4889500" y="4738688"/>
          <p14:tracePt t="46844" x="4906963" y="4745038"/>
          <p14:tracePt t="46854" x="4946650" y="4749800"/>
          <p14:tracePt t="46864" x="4986338" y="4756150"/>
          <p14:tracePt t="46874" x="5030788" y="4760913"/>
          <p14:tracePt t="46884" x="5075238" y="4760913"/>
          <p14:tracePt t="46894" x="5126038" y="4760913"/>
          <p14:tracePt t="46904" x="5187950" y="4760913"/>
          <p14:tracePt t="46914" x="5256213" y="4760913"/>
          <p14:tracePt t="46914" x="5272088" y="4760913"/>
          <p14:tracePt t="46924" x="5334000" y="4760913"/>
          <p14:tracePt t="46934" x="5407025" y="4760913"/>
          <p14:tracePt t="46944" x="5468938" y="4760913"/>
          <p14:tracePt t="46954" x="5530850" y="4760913"/>
          <p14:tracePt t="46964" x="5570538" y="4760913"/>
          <p14:tracePt t="46974" x="5614988" y="4760913"/>
          <p14:tracePt t="46984" x="5649913" y="4760913"/>
          <p14:tracePt t="46984" x="5661025" y="4760913"/>
          <p14:tracePt t="46994" x="5694363" y="4760913"/>
          <p14:tracePt t="47004" x="5745163" y="4760913"/>
          <p14:tracePt t="47004" x="5756275" y="4760913"/>
          <p14:tracePt t="47014" x="5795963" y="4760913"/>
          <p14:tracePt t="47025" x="5868988" y="4767263"/>
          <p14:tracePt t="47034" x="5942013" y="4778375"/>
          <p14:tracePt t="47044" x="6026150" y="4794250"/>
          <p14:tracePt t="47054" x="6110288" y="4818063"/>
          <p14:tracePt t="47064" x="6194425" y="4833938"/>
          <p14:tracePt t="47074" x="6249988" y="4851400"/>
          <p14:tracePt t="47084" x="6278563" y="4851400"/>
          <p14:tracePt t="47094" x="6307138" y="4851400"/>
          <p14:tracePt t="47104" x="6318250" y="4851400"/>
          <p14:tracePt t="47114" x="6334125" y="4851400"/>
          <p14:tracePt t="47124" x="6373813" y="4851400"/>
          <p14:tracePt t="47134" x="6419850" y="4851400"/>
          <p14:tracePt t="47144" x="6481763" y="4851400"/>
          <p14:tracePt t="47154" x="6548438" y="4851400"/>
          <p14:tracePt t="47164" x="6610350" y="4851400"/>
          <p14:tracePt t="47174" x="6672263" y="4840288"/>
          <p14:tracePt t="47184" x="6711950" y="4829175"/>
          <p14:tracePt t="47194" x="6734175" y="4822825"/>
          <p14:tracePt t="47204" x="6751638" y="4806950"/>
          <p14:tracePt t="47214" x="6762750" y="4794250"/>
          <p14:tracePt t="47224" x="6778625" y="4778375"/>
          <p14:tracePt t="47234" x="6796088" y="4760913"/>
          <p14:tracePt t="47244" x="6824663" y="4733925"/>
          <p14:tracePt t="47254" x="6846888" y="4710113"/>
          <p14:tracePt t="47264" x="6873875" y="4694238"/>
          <p14:tracePt t="47264" x="6880225" y="4687888"/>
          <p14:tracePt t="47274" x="6902450" y="4672013"/>
          <p14:tracePt t="47284" x="6919913" y="4648200"/>
          <p14:tracePt t="47294" x="6942138" y="4637088"/>
          <p14:tracePt t="47304" x="6959600" y="4614863"/>
          <p14:tracePt t="47314" x="6981825" y="4592638"/>
          <p14:tracePt t="47324" x="7004050" y="4564063"/>
          <p14:tracePt t="47334" x="7043738" y="4530725"/>
          <p14:tracePt t="47344" x="7077075" y="4502150"/>
          <p14:tracePt t="47354" x="7127875" y="4464050"/>
          <p14:tracePt t="47364" x="7183438" y="4413250"/>
          <p14:tracePt t="47374" x="7256463" y="4356100"/>
          <p14:tracePt t="47384" x="7318375" y="4300538"/>
          <p14:tracePt t="47394" x="7375525" y="4243388"/>
          <p14:tracePt t="47404" x="7435850" y="4187825"/>
          <p14:tracePt t="47414" x="7497763" y="4125913"/>
          <p14:tracePt t="47424" x="7566025" y="4064000"/>
          <p14:tracePt t="47434" x="7616825" y="4013200"/>
          <p14:tracePt t="47444" x="7643813" y="3973513"/>
          <p14:tracePt t="47454" x="7667625" y="3951288"/>
          <p14:tracePt t="47464" x="7678738" y="3935413"/>
          <p14:tracePt t="47474" x="7689850" y="3917950"/>
          <p14:tracePt t="47484" x="7694613" y="3900488"/>
          <p14:tracePt t="47494" x="7700963" y="3884613"/>
          <p14:tracePt t="47504" x="7712075" y="3862388"/>
          <p14:tracePt t="47504" x="7712075" y="3856038"/>
          <p14:tracePt t="47514" x="7718425" y="3838575"/>
          <p14:tracePt t="47524" x="7723188" y="3822700"/>
          <p14:tracePt t="47534" x="7729538" y="3805238"/>
          <p14:tracePt t="47544" x="7734300" y="3789363"/>
          <p14:tracePt t="47554" x="7740650" y="3765550"/>
          <p14:tracePt t="47564" x="7740650" y="3743325"/>
          <p14:tracePt t="47574" x="7751763" y="3709988"/>
          <p14:tracePt t="47584" x="7762875" y="3659188"/>
          <p14:tracePt t="47584" x="7762875" y="3648075"/>
          <p14:tracePt t="47594" x="7767638" y="3603625"/>
          <p14:tracePt t="47604" x="7778750" y="3552825"/>
          <p14:tracePt t="47614" x="7785100" y="3495675"/>
          <p14:tracePt t="47624" x="7796213" y="3462338"/>
          <p14:tracePt t="47634" x="7796213" y="3440113"/>
          <p14:tracePt t="47644" x="7796213" y="3435350"/>
          <p14:tracePt t="47654" x="7796213" y="3429000"/>
          <p14:tracePt t="47685" x="7796213" y="3422650"/>
          <p14:tracePt t="47816" x="7791450" y="3422650"/>
          <p14:tracePt t="47822" x="7791450" y="3429000"/>
          <p14:tracePt t="47844" x="7791450" y="3435350"/>
          <p14:tracePt t="47848" x="7785100" y="3435350"/>
          <p14:tracePt t="47854" x="7785100" y="3440113"/>
          <p14:tracePt t="47864" x="7778750" y="3451225"/>
          <p14:tracePt t="47864" x="7773988" y="3457575"/>
          <p14:tracePt t="47874" x="7767638" y="3473450"/>
          <p14:tracePt t="47884" x="7751763" y="3508375"/>
          <p14:tracePt t="47894" x="7734300" y="3546475"/>
          <p14:tracePt t="47894" x="7729538" y="3557588"/>
          <p14:tracePt t="47904" x="7718425" y="3592513"/>
          <p14:tracePt t="47914" x="7700963" y="3630613"/>
          <p14:tracePt t="47924" x="7689850" y="3681413"/>
          <p14:tracePt t="47934" x="7678738" y="3727450"/>
          <p14:tracePt t="47944" x="7667625" y="3771900"/>
          <p14:tracePt t="47954" x="7661275" y="3811588"/>
          <p14:tracePt t="47964" x="7650163" y="3838575"/>
          <p14:tracePt t="47964" x="7650163" y="3844925"/>
          <p14:tracePt t="47974" x="7643813" y="3856038"/>
          <p14:tracePt t="47984" x="7643813" y="3862388"/>
          <p14:tracePt t="47994" x="7639050" y="3867150"/>
          <p14:tracePt t="48004" x="7632700" y="3873500"/>
          <p14:tracePt t="48016" x="7632700" y="3878263"/>
          <p14:tracePt t="48026" x="7632700" y="3884613"/>
          <p14:tracePt t="48034" x="7627938" y="3895725"/>
          <p14:tracePt t="48044" x="7616825" y="3913188"/>
          <p14:tracePt t="48054" x="7605713" y="3924300"/>
          <p14:tracePt t="48064" x="7594600" y="3940175"/>
          <p14:tracePt t="48074" x="7577138" y="3957638"/>
          <p14:tracePt t="48084" x="7559675" y="3968750"/>
          <p14:tracePt t="48084" x="7554913" y="3973513"/>
          <p14:tracePt t="48094" x="7543800" y="3990975"/>
          <p14:tracePt t="48104" x="7521575" y="4002088"/>
          <p14:tracePt t="48114" x="7504113" y="4019550"/>
          <p14:tracePt t="48124" x="7470775" y="4048125"/>
          <p14:tracePt t="48134" x="7442200" y="4075113"/>
          <p14:tracePt t="48144" x="7408863" y="4103688"/>
          <p14:tracePt t="48154" x="7375525" y="4125913"/>
          <p14:tracePt t="48164" x="7335838" y="4154488"/>
          <p14:tracePt t="48174" x="7289800" y="4181475"/>
          <p14:tracePt t="48174" x="7285038" y="4194175"/>
          <p14:tracePt t="48184" x="7251700" y="4210050"/>
          <p14:tracePt t="48194" x="7216775" y="4238625"/>
          <p14:tracePt t="48204" x="7194550" y="4260850"/>
          <p14:tracePt t="48214" x="7167563" y="4283075"/>
          <p14:tracePt t="48224" x="7138988" y="4305300"/>
          <p14:tracePt t="48234" x="7121525" y="4329113"/>
          <p14:tracePt t="48244" x="7099300" y="4356100"/>
          <p14:tracePt t="48254" x="7081838" y="4373563"/>
          <p14:tracePt t="48264" x="7059613" y="4395788"/>
          <p14:tracePt t="48274" x="7048500" y="4413250"/>
          <p14:tracePt t="48284" x="7032625" y="4429125"/>
          <p14:tracePt t="48294" x="7015163" y="4440238"/>
          <p14:tracePt t="48304" x="6997700" y="4451350"/>
          <p14:tracePt t="48304" x="6992938" y="4457700"/>
          <p14:tracePt t="48314" x="6975475" y="4468813"/>
          <p14:tracePt t="48324" x="6953250" y="4475163"/>
          <p14:tracePt t="48334" x="6931025" y="4491038"/>
          <p14:tracePt t="48344" x="6891338" y="4508500"/>
          <p14:tracePt t="48354" x="6858000" y="4524375"/>
          <p14:tracePt t="48354" x="6846888" y="4530725"/>
          <p14:tracePt t="48364" x="6807200" y="4541838"/>
          <p14:tracePt t="48374" x="6756400" y="4564063"/>
          <p14:tracePt t="48384" x="6689725" y="4581525"/>
          <p14:tracePt t="48394" x="6592888" y="4610100"/>
          <p14:tracePt t="48404" x="6515100" y="4637088"/>
          <p14:tracePt t="48414" x="6430963" y="4665663"/>
          <p14:tracePt t="48424" x="6346825" y="4699000"/>
          <p14:tracePt t="48434" x="6249988" y="4738688"/>
          <p14:tracePt t="48444" x="6161088" y="4778375"/>
          <p14:tracePt t="48454" x="6088063" y="4800600"/>
          <p14:tracePt t="48464" x="6019800" y="4818063"/>
          <p14:tracePt t="48474" x="5964238" y="4818063"/>
          <p14:tracePt t="48484" x="5924550" y="4818063"/>
          <p14:tracePt t="48494" x="5895975" y="4818063"/>
          <p14:tracePt t="48504" x="5880100" y="4818063"/>
          <p14:tracePt t="48514" x="5857875" y="4806950"/>
          <p14:tracePt t="48524" x="5834063" y="4800600"/>
          <p14:tracePt t="48534" x="5807075" y="4789488"/>
          <p14:tracePt t="48544" x="5778500" y="4778375"/>
          <p14:tracePt t="48554" x="5745163" y="4772025"/>
          <p14:tracePt t="48564" x="5710238" y="4749800"/>
          <p14:tracePt t="48574" x="5661025" y="4727575"/>
          <p14:tracePt t="48584" x="5614988" y="4705350"/>
          <p14:tracePt t="48594" x="5564188" y="4676775"/>
          <p14:tracePt t="48604" x="5526088" y="4654550"/>
          <p14:tracePt t="48614" x="5491163" y="4637088"/>
          <p14:tracePt t="48624" x="5457825" y="4614863"/>
          <p14:tracePt t="48634" x="5435600" y="4603750"/>
          <p14:tracePt t="48644" x="5402263" y="4575175"/>
          <p14:tracePt t="48654" x="5373688" y="4552950"/>
          <p14:tracePt t="48664" x="5356225" y="4524375"/>
          <p14:tracePt t="48674" x="5329238" y="4491038"/>
          <p14:tracePt t="48684" x="5294313" y="4468813"/>
          <p14:tracePt t="48694" x="5267325" y="4446588"/>
          <p14:tracePt t="48704" x="5238750" y="4424363"/>
          <p14:tracePt t="48714" x="5216525" y="4402138"/>
          <p14:tracePt t="48724" x="5194300" y="4384675"/>
          <p14:tracePt t="48734" x="5165725" y="4367213"/>
          <p14:tracePt t="48744" x="5137150" y="4344988"/>
          <p14:tracePt t="48754" x="5103813" y="4322763"/>
          <p14:tracePt t="48764" x="5070475" y="4305300"/>
          <p14:tracePt t="48774" x="5041900" y="4283075"/>
          <p14:tracePt t="48784" x="5019675" y="4271963"/>
          <p14:tracePt t="48794" x="5002213" y="4260850"/>
          <p14:tracePt t="48804" x="4991100" y="4256088"/>
          <p14:tracePt t="48814" x="4979988" y="4249738"/>
          <p14:tracePt t="48824" x="4968875" y="4243388"/>
          <p14:tracePt t="48834" x="4957763" y="4243388"/>
          <p14:tracePt t="48844" x="4946650" y="4238625"/>
          <p14:tracePt t="48854" x="4935538" y="4232275"/>
          <p14:tracePt t="48864" x="4929188" y="4232275"/>
          <p14:tracePt t="48874" x="4924425" y="4227513"/>
          <p14:tracePt t="48884" x="4918075" y="4227513"/>
          <p14:tracePt t="48918" x="4913313" y="4227513"/>
          <p14:tracePt t="48926" x="4906963" y="4227513"/>
          <p14:tracePt t="48930" x="4902200" y="4227513"/>
          <p14:tracePt t="48934" x="4895850" y="4227513"/>
          <p14:tracePt t="48944" x="4889500" y="4227513"/>
          <p14:tracePt t="48954" x="4873625" y="4227513"/>
          <p14:tracePt t="48964" x="4862513" y="4227513"/>
          <p14:tracePt t="48974" x="4851400" y="4232275"/>
          <p14:tracePt t="48984" x="4840288" y="4232275"/>
          <p14:tracePt t="48994" x="4829175" y="4238625"/>
          <p14:tracePt t="49004" x="4811713" y="4243388"/>
          <p14:tracePt t="49014" x="4794250" y="4249738"/>
          <p14:tracePt t="49024" x="4778375" y="4256088"/>
          <p14:tracePt t="49034" x="4756150" y="4260850"/>
          <p14:tracePt t="49044" x="4738688" y="4267200"/>
          <p14:tracePt t="49054" x="4716463" y="4271963"/>
          <p14:tracePt t="49064" x="4699000" y="4271963"/>
          <p14:tracePt t="49074" x="4694238" y="4271963"/>
          <p14:tracePt t="49084" x="4687888" y="4271963"/>
          <p14:tracePt t="49094" x="4676775" y="4271963"/>
          <p14:tracePt t="49104" x="4670425" y="4271963"/>
          <p14:tracePt t="49114" x="4665663" y="4267200"/>
          <p14:tracePt t="49124" x="4659313" y="4260850"/>
          <p14:tracePt t="49134" x="4654550" y="4249738"/>
          <p14:tracePt t="49144" x="4648200" y="4243388"/>
          <p14:tracePt t="49154" x="4643438" y="4238625"/>
          <p14:tracePt t="49164" x="4632325" y="4232275"/>
          <p14:tracePt t="49174" x="4632325" y="4227513"/>
          <p14:tracePt t="49184" x="4625975" y="4221163"/>
          <p14:tracePt t="49214" x="4621213" y="4221163"/>
          <p14:tracePt t="49216" x="4621213" y="4216400"/>
          <p14:tracePt t="49236" x="4614863" y="4216400"/>
          <p14:tracePt t="49242" x="4608513" y="4216400"/>
          <p14:tracePt t="49252" x="4603750" y="4216400"/>
          <p14:tracePt t="49268" x="4597400" y="4216400"/>
          <p14:tracePt t="49306" x="4592638" y="4216400"/>
          <p14:tracePt t="49320" x="4586288" y="4216400"/>
          <p14:tracePt t="49332" x="4586288" y="4221163"/>
          <p14:tracePt t="49346" x="4586288" y="4227513"/>
          <p14:tracePt t="49348" x="4581525" y="4227513"/>
          <p14:tracePt t="49354" x="4581525" y="4232275"/>
          <p14:tracePt t="49368" x="4581525" y="4238625"/>
          <p14:tracePt t="49378" x="4575175" y="4238625"/>
          <p14:tracePt t="49384" x="4575175" y="4243388"/>
          <p14:tracePt t="49394" x="4575175" y="4249738"/>
          <p14:tracePt t="49404" x="4575175" y="4260850"/>
          <p14:tracePt t="49414" x="4575175" y="4267200"/>
          <p14:tracePt t="49424" x="4570413" y="4278313"/>
          <p14:tracePt t="49434" x="4570413" y="4283075"/>
          <p14:tracePt t="49444" x="4570413" y="4289425"/>
          <p14:tracePt t="49454" x="4570413" y="4300538"/>
          <p14:tracePt t="49464" x="4570413" y="4305300"/>
          <p14:tracePt t="49474" x="4570413" y="4322763"/>
          <p14:tracePt t="49484" x="4570413" y="4333875"/>
          <p14:tracePt t="49494" x="4570413" y="4351338"/>
          <p14:tracePt t="49504" x="4570413" y="4362450"/>
          <p14:tracePt t="49518" x="4570413" y="4367213"/>
          <p14:tracePt t="49534" x="4570413" y="4373563"/>
          <p14:tracePt t="49544" x="4564063" y="4373563"/>
          <p14:tracePt t="49582" x="4564063" y="4378325"/>
          <p14:tracePt t="49614" x="4564063" y="4384675"/>
          <p14:tracePt t="49618" x="4570413" y="4384675"/>
          <p14:tracePt t="49624" x="4570413" y="4391025"/>
          <p14:tracePt t="49634" x="4581525" y="4395788"/>
          <p14:tracePt t="49644" x="4597400" y="4413250"/>
          <p14:tracePt t="49654" x="4625975" y="4429125"/>
          <p14:tracePt t="49664" x="4659313" y="4446588"/>
          <p14:tracePt t="49674" x="4710113" y="4468813"/>
          <p14:tracePt t="49684" x="4756150" y="4491038"/>
          <p14:tracePt t="49694" x="4794250" y="4508500"/>
          <p14:tracePt t="49704" x="4829175" y="4524375"/>
          <p14:tracePt t="49714" x="4862513" y="4537075"/>
          <p14:tracePt t="49724" x="4895850" y="4548188"/>
          <p14:tracePt t="49734" x="4929188" y="4564063"/>
          <p14:tracePt t="49744" x="4957763" y="4575175"/>
          <p14:tracePt t="49754" x="4986338" y="4581525"/>
          <p14:tracePt t="49764" x="5002213" y="4592638"/>
          <p14:tracePt t="49774" x="5013325" y="4598988"/>
          <p14:tracePt t="49784" x="5024438" y="4598988"/>
          <p14:tracePt t="49794" x="5048250" y="4610100"/>
          <p14:tracePt t="49804" x="5075238" y="4621213"/>
          <p14:tracePt t="49814" x="5114925" y="4625975"/>
          <p14:tracePt t="49824" x="5165725" y="4632325"/>
          <p14:tracePt t="49834" x="5232400" y="4648200"/>
          <p14:tracePt t="49834" x="5256213" y="4648200"/>
          <p14:tracePt t="49844" x="5329238" y="4659313"/>
          <p14:tracePt t="49854" x="5424488" y="4672013"/>
          <p14:tracePt t="49864" x="5541963" y="4694238"/>
          <p14:tracePt t="49864" x="5570538" y="4699000"/>
          <p14:tracePt t="49874" x="5676900" y="4710113"/>
          <p14:tracePt t="49884" x="5807075" y="4727575"/>
          <p14:tracePt t="49894" x="5930900" y="4745038"/>
          <p14:tracePt t="49904" x="6042025" y="4756150"/>
          <p14:tracePt t="49914" x="6149975" y="4767263"/>
          <p14:tracePt t="49924" x="6245225" y="4778375"/>
          <p14:tracePt t="49934" x="6340475" y="4794250"/>
          <p14:tracePt t="49944" x="6413500" y="4806950"/>
          <p14:tracePt t="49954" x="6486525" y="4818063"/>
          <p14:tracePt t="49964" x="6559550" y="4833938"/>
          <p14:tracePt t="49974" x="6627813" y="4851400"/>
          <p14:tracePt t="49984" x="6689725" y="4862513"/>
          <p14:tracePt t="49994" x="6738938" y="4867275"/>
          <p14:tracePt t="50004" x="6773863" y="4873625"/>
          <p14:tracePt t="50004" x="6778625" y="4873625"/>
          <p14:tracePt t="50014" x="6800850" y="4873625"/>
          <p14:tracePt t="50024" x="6846888" y="4873625"/>
          <p14:tracePt t="50034" x="6897688" y="4873625"/>
          <p14:tracePt t="50044" x="6942138" y="4867275"/>
          <p14:tracePt t="50054" x="6981825" y="4862513"/>
          <p14:tracePt t="50064" x="7019925" y="4845050"/>
          <p14:tracePt t="50074" x="7048500" y="4818063"/>
          <p14:tracePt t="50084" x="7077075" y="4789488"/>
          <p14:tracePt t="50094" x="7105650" y="4749800"/>
          <p14:tracePt t="50104" x="7127875" y="4705350"/>
          <p14:tracePt t="50114" x="7143750" y="4665663"/>
          <p14:tracePt t="50124" x="7167563" y="4621213"/>
          <p14:tracePt t="50134" x="7183438" y="4570413"/>
          <p14:tracePt t="50144" x="7194550" y="4530725"/>
          <p14:tracePt t="50154" x="7212013" y="4479925"/>
          <p14:tracePt t="50164" x="7216775" y="4429125"/>
          <p14:tracePt t="50174" x="7223125" y="4378325"/>
          <p14:tracePt t="50184" x="7234238" y="4322763"/>
          <p14:tracePt t="50194" x="7240588" y="4271963"/>
          <p14:tracePt t="50204" x="7251700" y="4221163"/>
          <p14:tracePt t="50214" x="7262813" y="4176713"/>
          <p14:tracePt t="50224" x="7273925" y="4132263"/>
          <p14:tracePt t="50234" x="7278688" y="4086225"/>
          <p14:tracePt t="50244" x="7289800" y="4048125"/>
          <p14:tracePt t="50254" x="7302500" y="3997325"/>
          <p14:tracePt t="50264" x="7307263" y="3957638"/>
          <p14:tracePt t="50274" x="7318375" y="3924300"/>
          <p14:tracePt t="50284" x="7324725" y="3889375"/>
          <p14:tracePt t="50294" x="7335838" y="3862388"/>
          <p14:tracePt t="50304" x="7340600" y="3838575"/>
          <p14:tracePt t="50314" x="7351713" y="3822700"/>
          <p14:tracePt t="50324" x="7358063" y="3800475"/>
          <p14:tracePt t="50334" x="7362825" y="3783013"/>
          <p14:tracePt t="50344" x="7369175" y="3778250"/>
          <p14:tracePt t="50354" x="7375525" y="3765550"/>
          <p14:tracePt t="50364" x="7375525" y="3754438"/>
          <p14:tracePt t="50374" x="7380288" y="3738563"/>
          <p14:tracePt t="50384" x="7391400" y="3721100"/>
          <p14:tracePt t="50394" x="7397750" y="3698875"/>
          <p14:tracePt t="50404" x="7408863" y="3681413"/>
          <p14:tracePt t="50414" x="7413625" y="3665538"/>
          <p14:tracePt t="50424" x="7419975" y="3648075"/>
          <p14:tracePt t="50434" x="7424738" y="3630613"/>
          <p14:tracePt t="50444" x="7431088" y="3614738"/>
          <p14:tracePt t="50454" x="7435850" y="3608388"/>
          <p14:tracePt t="50464" x="7435850" y="3603625"/>
          <p14:tracePt t="50474" x="7435850" y="3597275"/>
          <p14:tracePt t="50484" x="7442200" y="3592513"/>
          <p14:tracePt t="50498" x="7442200" y="3586163"/>
          <p14:tracePt t="50514" x="7442200" y="3581400"/>
          <p14:tracePt t="50516" x="7448550" y="3581400"/>
          <p14:tracePt t="50532" x="7448550" y="3575050"/>
          <p14:tracePt t="50546" x="7448550" y="3570288"/>
          <p14:tracePt t="50581" x="7453313" y="3570288"/>
          <p14:tracePt t="50870" x="7453313" y="3575050"/>
          <p14:tracePt t="50874" x="7453313" y="3581400"/>
          <p14:tracePt t="50880" x="7453313" y="3586163"/>
          <p14:tracePt t="50885" x="7453313" y="3592513"/>
          <p14:tracePt t="50894" x="7453313" y="3608388"/>
          <p14:tracePt t="50904" x="7448550" y="3625850"/>
          <p14:tracePt t="50914" x="7442200" y="3659188"/>
          <p14:tracePt t="50924" x="7435850" y="3687763"/>
          <p14:tracePt t="50934" x="7424738" y="3727450"/>
          <p14:tracePt t="50944" x="7419975" y="3754438"/>
          <p14:tracePt t="50954" x="7413625" y="3778250"/>
          <p14:tracePt t="50964" x="7402513" y="3805238"/>
          <p14:tracePt t="50974" x="7397750" y="3822700"/>
          <p14:tracePt t="50984" x="7386638" y="3838575"/>
          <p14:tracePt t="50994" x="7380288" y="3851275"/>
          <p14:tracePt t="51004" x="7375525" y="3862388"/>
          <p14:tracePt t="51014" x="7362825" y="3873500"/>
          <p14:tracePt t="51024" x="7351713" y="3884613"/>
          <p14:tracePt t="51034" x="7340600" y="3900488"/>
          <p14:tracePt t="51044" x="7329488" y="3913188"/>
          <p14:tracePt t="51054" x="7307263" y="3935413"/>
          <p14:tracePt t="51064" x="7278688" y="3951288"/>
          <p14:tracePt t="51074" x="7245350" y="3979863"/>
          <p14:tracePt t="51084" x="7194550" y="4013200"/>
          <p14:tracePt t="51094" x="7121525" y="4059238"/>
          <p14:tracePt t="51104" x="7048500" y="4097338"/>
          <p14:tracePt t="51114" x="6959600" y="4148138"/>
          <p14:tracePt t="51124" x="6869113" y="4198938"/>
          <p14:tracePt t="51134" x="6778625" y="4256088"/>
          <p14:tracePt t="51144" x="6700838" y="4305300"/>
          <p14:tracePt t="51154" x="6627813" y="4351338"/>
          <p14:tracePt t="51164" x="6559550" y="4378325"/>
          <p14:tracePt t="51174" x="6503988" y="4402138"/>
          <p14:tracePt t="51184" x="6464300" y="4413250"/>
          <p14:tracePt t="51194" x="6430963" y="4418013"/>
          <p14:tracePt t="51204" x="6408738" y="4424363"/>
          <p14:tracePt t="51214" x="6384925" y="4429125"/>
          <p14:tracePt t="51224" x="6351588" y="4435475"/>
          <p14:tracePt t="51234" x="6307138" y="4446588"/>
          <p14:tracePt t="51244" x="6227763" y="4451350"/>
          <p14:tracePt t="51254" x="6143625" y="4457700"/>
          <p14:tracePt t="51264" x="6048375" y="4468813"/>
          <p14:tracePt t="51274" x="5953125" y="4475163"/>
          <p14:tracePt t="51284" x="5845175" y="4475163"/>
          <p14:tracePt t="51294" x="5749925" y="4479925"/>
          <p14:tracePt t="51304" x="5649913" y="4479925"/>
          <p14:tracePt t="51314" x="5553075" y="4479925"/>
          <p14:tracePt t="51324" x="5457825" y="4486275"/>
          <p14:tracePt t="51334" x="5367338" y="4486275"/>
          <p14:tracePt t="51344" x="5289550" y="4486275"/>
          <p14:tracePt t="51354" x="5232400" y="4491038"/>
          <p14:tracePt t="51364" x="5194300" y="4491038"/>
          <p14:tracePt t="51364" x="5187950" y="4491038"/>
          <p14:tracePt t="51374" x="5165725" y="4491038"/>
          <p14:tracePt t="51384" x="5143500" y="4491038"/>
          <p14:tracePt t="51394" x="5121275" y="4497388"/>
          <p14:tracePt t="51404" x="5103813" y="4497388"/>
          <p14:tracePt t="51414" x="5092700" y="4497388"/>
          <p14:tracePt t="51424" x="5075238" y="4497388"/>
          <p14:tracePt t="51434" x="5059363" y="4497388"/>
          <p14:tracePt t="51444" x="5037138" y="4497388"/>
          <p14:tracePt t="51454" x="5008563" y="4497388"/>
          <p14:tracePt t="51464" x="4975225" y="4486275"/>
          <p14:tracePt t="51474" x="4940300" y="4479925"/>
          <p14:tracePt t="51484" x="4895850" y="4468813"/>
          <p14:tracePt t="51494" x="4845050" y="4457700"/>
          <p14:tracePt t="51504" x="4756150" y="4440238"/>
          <p14:tracePt t="51514" x="4670425" y="4429125"/>
          <p14:tracePt t="51524" x="4586288" y="4418013"/>
          <p14:tracePt t="51534" x="4513263" y="4418013"/>
          <p14:tracePt t="51534" x="4502150" y="4418013"/>
          <p14:tracePt t="51544" x="4462463" y="4418013"/>
          <p14:tracePt t="51554" x="4435475" y="4418013"/>
          <p14:tracePt t="51564" x="4413250" y="4418013"/>
          <p14:tracePt t="51574" x="4400550" y="4418013"/>
          <p14:tracePt t="51588" x="4400550" y="4413250"/>
          <p14:tracePt t="51594" x="4395788" y="4413250"/>
          <p14:tracePt t="70582" x="4400550" y="4413250"/>
          <p14:tracePt t="70586" x="4406900" y="4413250"/>
          <p14:tracePt t="70594" x="4413250" y="4413250"/>
          <p14:tracePt t="70604" x="4435475" y="4413250"/>
          <p14:tracePt t="70614" x="4468813" y="4413250"/>
          <p14:tracePt t="70615" x="4473575" y="4418013"/>
          <p14:tracePt t="70624" x="4508500" y="4424363"/>
          <p14:tracePt t="70634" x="4552950" y="4440238"/>
          <p14:tracePt t="70644" x="4603750" y="4451350"/>
          <p14:tracePt t="70654" x="4625975" y="4464050"/>
          <p14:tracePt t="70655" x="4632325" y="4468813"/>
          <p14:tracePt t="70664" x="4648200" y="4479925"/>
          <p14:tracePt t="70674" x="4665663" y="4502150"/>
          <p14:tracePt t="70684" x="4694238" y="4524375"/>
          <p14:tracePt t="70694" x="4721225" y="4552950"/>
          <p14:tracePt t="70695" x="4732338" y="4559300"/>
          <p14:tracePt t="70704" x="4756150" y="4586288"/>
          <p14:tracePt t="70714" x="4783138" y="4614863"/>
          <p14:tracePt t="70724" x="4811713" y="4637088"/>
          <p14:tracePt t="70725" x="4811713" y="4643438"/>
          <p14:tracePt t="70734" x="4829175" y="4659313"/>
          <p14:tracePt t="70735" x="4833938" y="4659313"/>
          <p14:tracePt t="70744" x="4845050" y="4676775"/>
          <p14:tracePt t="70754" x="4862513" y="4699000"/>
          <p14:tracePt t="70755" x="4867275" y="4699000"/>
          <p14:tracePt t="70764" x="4878388" y="4716463"/>
          <p14:tracePt t="70774" x="4889500" y="4733925"/>
          <p14:tracePt t="70784" x="4918075" y="4749800"/>
          <p14:tracePt t="70794" x="4940300" y="4767263"/>
          <p14:tracePt t="70804" x="4957763" y="4772025"/>
          <p14:tracePt t="70805" x="4964113" y="4772025"/>
          <p14:tracePt t="70814" x="4979988" y="4778375"/>
          <p14:tracePt t="70824" x="4997450" y="4789488"/>
          <p14:tracePt t="70834" x="5024438" y="4806950"/>
          <p14:tracePt t="70844" x="5075238" y="4829175"/>
          <p14:tracePt t="70854" x="5114925" y="4856163"/>
          <p14:tracePt t="70864" x="5187950" y="4895850"/>
          <p14:tracePt t="70865" x="5199063" y="4906963"/>
          <p14:tracePt t="70874" x="5256213" y="4941888"/>
          <p14:tracePt t="70884" x="5351463" y="4991100"/>
          <p14:tracePt t="70894" x="5541963" y="5064125"/>
          <p14:tracePt t="70895" x="5588000" y="5076825"/>
          <p14:tracePt t="70904" x="5811838" y="5149850"/>
          <p14:tracePt t="70914" x="6194425" y="5249863"/>
          <p14:tracePt t="70924" x="6705600" y="5384800"/>
          <p14:tracePt t="70925" x="6796088" y="5407025"/>
          <p14:tracePt t="70934" x="7227888" y="5503863"/>
          <p14:tracePt t="70944" x="7650163" y="5599113"/>
          <p14:tracePt t="70945" x="7734300" y="5610225"/>
          <p14:tracePt t="70954" x="7964488" y="5649913"/>
          <p14:tracePt t="70955" x="8010525" y="5654675"/>
          <p14:tracePt t="70964" x="8167688" y="5665788"/>
          <p14:tracePt t="70965" x="8201025" y="5665788"/>
          <p14:tracePt t="70974" x="8302625" y="5665788"/>
          <p14:tracePt t="70984" x="8386763" y="5665788"/>
          <p14:tracePt t="70994" x="8459788" y="5665788"/>
          <p14:tracePt t="70995" x="8470900" y="5665788"/>
          <p14:tracePt t="71004" x="8532813" y="5661025"/>
          <p14:tracePt t="71014" x="8612188" y="5654675"/>
          <p14:tracePt t="71024" x="8661400" y="5643563"/>
          <p14:tracePt t="71034" x="8696325" y="5632450"/>
          <p14:tracePt t="71044" x="8707438" y="5621338"/>
          <p14:tracePt t="71054" x="8729663" y="5603875"/>
          <p14:tracePt t="71064" x="8763000" y="5570538"/>
          <p14:tracePt t="71074" x="8836025" y="5497513"/>
          <p14:tracePt t="71084" x="8937625" y="5413375"/>
          <p14:tracePt t="71094" x="9061450" y="5307013"/>
          <p14:tracePt t="71095" x="9088438" y="5284788"/>
          <p14:tracePt t="71104" x="9201150" y="5210175"/>
          <p14:tracePt t="71114" x="9320213" y="5121275"/>
          <p14:tracePt t="71124" x="9398000" y="5041900"/>
          <p14:tracePt t="71125" x="9409113" y="5030788"/>
          <p14:tracePt t="71134" x="9444038" y="4986338"/>
          <p14:tracePt t="71144" x="9459913" y="4953000"/>
          <p14:tracePt t="71145" x="9466263" y="4946650"/>
          <p14:tracePt t="71154" x="9466263" y="4929188"/>
          <p14:tracePt t="71164" x="9471025" y="4924425"/>
          <p14:tracePt t="71174" x="9471025" y="4906963"/>
          <p14:tracePt t="71184" x="9471025" y="4902200"/>
          <p14:tracePt t="71194" x="9466263" y="4884738"/>
          <p14:tracePt t="71204" x="9437688" y="4862513"/>
          <p14:tracePt t="71214" x="9347200" y="4811713"/>
          <p14:tracePt t="71224" x="9201150" y="4745038"/>
          <p14:tracePt t="71234" x="8966200" y="4665663"/>
          <p14:tracePt t="71244" x="8701088" y="4592638"/>
          <p14:tracePt t="71244" x="8639175" y="4581525"/>
          <p14:tracePt t="71254" x="8402638" y="4537075"/>
          <p14:tracePt t="71255" x="8342313" y="4524375"/>
          <p14:tracePt t="71264" x="8105775" y="4491038"/>
          <p14:tracePt t="71274" x="7807325" y="4457700"/>
          <p14:tracePt t="71284" x="7526338" y="4435475"/>
          <p14:tracePt t="71285" x="7475538" y="4435475"/>
          <p14:tracePt t="71294" x="7251700" y="4429125"/>
          <p14:tracePt t="71304" x="6981825" y="4424363"/>
          <p14:tracePt t="71314" x="6694488" y="4418013"/>
          <p14:tracePt t="71324" x="6408738" y="4413250"/>
          <p14:tracePt t="71334" x="6110288" y="4413250"/>
          <p14:tracePt t="71335" x="6053138" y="4413250"/>
          <p14:tracePt t="71344" x="5811838" y="4406900"/>
          <p14:tracePt t="71354" x="5541963" y="4402138"/>
          <p14:tracePt t="71364" x="5294313" y="4395788"/>
          <p14:tracePt t="71374" x="5081588" y="4384675"/>
          <p14:tracePt t="71375" x="5037138" y="4378325"/>
          <p14:tracePt t="71384" x="4878388" y="4362450"/>
          <p14:tracePt t="71394" x="4716463" y="4333875"/>
          <p14:tracePt t="71404" x="4564063" y="4305300"/>
          <p14:tracePt t="71414" x="4451350" y="4289425"/>
          <p14:tracePt t="71424" x="4356100" y="4267200"/>
          <p14:tracePt t="71425" x="4338638" y="4267200"/>
          <p14:tracePt t="71434" x="4294188" y="4249738"/>
          <p14:tracePt t="71444" x="4232275" y="4232275"/>
          <p14:tracePt t="71454" x="4181475" y="4210050"/>
          <p14:tracePt t="71464" x="4137025" y="4187825"/>
          <p14:tracePt t="71465" x="4125913" y="4181475"/>
          <p14:tracePt t="71474" x="4092575" y="4159250"/>
          <p14:tracePt t="71475" x="4081463" y="4154488"/>
          <p14:tracePt t="71484" x="4052888" y="4137025"/>
          <p14:tracePt t="71494" x="4013200" y="4108450"/>
          <p14:tracePt t="71504" x="3962400" y="4081463"/>
          <p14:tracePt t="71514" x="3906838" y="4035425"/>
          <p14:tracePt t="71524" x="3844925" y="4002088"/>
          <p14:tracePt t="71534" x="3765550" y="3962400"/>
          <p14:tracePt t="71534" x="3754438" y="3951288"/>
          <p14:tracePt t="71544" x="3681413" y="3924300"/>
          <p14:tracePt t="71554" x="3636963" y="3913188"/>
          <p14:tracePt t="71564" x="3579813" y="3895725"/>
          <p14:tracePt t="71574" x="3568700" y="3889375"/>
          <p14:tracePt t="71584" x="3557588" y="3889375"/>
          <p14:tracePt t="71594" x="3552825" y="3889375"/>
          <p14:tracePt t="71644" x="3546475" y="3889375"/>
          <p14:tracePt t="71666" x="3546475" y="3895725"/>
          <p14:tracePt t="71672" x="3546475" y="3900488"/>
          <p14:tracePt t="71678" x="3552825" y="3906838"/>
          <p14:tracePt t="71684" x="3557588" y="3906838"/>
          <p14:tracePt t="71694" x="3586163" y="3935413"/>
          <p14:tracePt t="71704" x="3648075" y="3973513"/>
          <p14:tracePt t="71714" x="3738563" y="4013200"/>
          <p14:tracePt t="71724" x="3827463" y="4052888"/>
          <p14:tracePt t="71734" x="3906838" y="4086225"/>
          <p14:tracePt t="71744" x="3957638" y="4103688"/>
          <p14:tracePt t="71754" x="3973513" y="4114800"/>
          <p14:tracePt t="71764" x="3979863" y="4114800"/>
          <p14:tracePt t="71774" x="3984625" y="4121150"/>
          <p14:tracePt t="71784" x="3990975" y="4121150"/>
          <p14:tracePt t="71794" x="3997325" y="4125913"/>
          <p14:tracePt t="71922" x="3997325" y="4132263"/>
          <p14:tracePt t="71938" x="4002088" y="4132263"/>
          <p14:tracePt t="71940" x="4002088" y="4137025"/>
          <p14:tracePt t="71964" x="4008438" y="4137025"/>
          <p14:tracePt t="72236" x="4008438" y="4143375"/>
          <p14:tracePt t="72242" x="4008438" y="4148138"/>
          <p14:tracePt t="72248" x="4008438" y="4154488"/>
          <p14:tracePt t="72254" x="4013200" y="4159250"/>
          <p14:tracePt t="72264" x="4024313" y="4176713"/>
          <p14:tracePt t="72274" x="4030663" y="4187825"/>
          <p14:tracePt t="72284" x="4052888" y="4216400"/>
          <p14:tracePt t="72284" x="4057650" y="4216400"/>
          <p14:tracePt t="72294" x="4081463" y="4232275"/>
          <p14:tracePt t="72304" x="4103688" y="4256088"/>
          <p14:tracePt t="72314" x="4125913" y="4278313"/>
          <p14:tracePt t="72314" x="4137025" y="4283075"/>
          <p14:tracePt t="72324" x="4148138" y="4294188"/>
          <p14:tracePt t="72334" x="4165600" y="4305300"/>
          <p14:tracePt t="72335" x="4165600" y="4311650"/>
          <p14:tracePt t="72344" x="4176713" y="4316413"/>
          <p14:tracePt t="72344" x="4181475" y="4316413"/>
          <p14:tracePt t="72354" x="4187825" y="4329113"/>
          <p14:tracePt t="72364" x="4205288" y="4340225"/>
          <p14:tracePt t="72374" x="4221163" y="4351338"/>
          <p14:tracePt t="72384" x="4243388" y="4367213"/>
          <p14:tracePt t="72394" x="4278313" y="4384675"/>
          <p14:tracePt t="72404" x="4316413" y="4406900"/>
          <p14:tracePt t="72414" x="4344988" y="4418013"/>
          <p14:tracePt t="72424" x="4378325" y="4435475"/>
          <p14:tracePt t="72434" x="4395788" y="4440238"/>
          <p14:tracePt t="72444" x="4400550" y="4446588"/>
          <p14:tracePt t="72454" x="4406900" y="4446588"/>
          <p14:tracePt t="72466" x="4413250" y="4446588"/>
          <p14:tracePt t="72474" x="4413250" y="4451350"/>
          <p14:tracePt t="72484" x="4418013" y="4451350"/>
          <p14:tracePt t="72494" x="4435475" y="4451350"/>
          <p14:tracePt t="72494" x="4440238" y="4451350"/>
          <p14:tracePt t="72504" x="4468813" y="4464050"/>
          <p14:tracePt t="72514" x="4508500" y="4468813"/>
          <p14:tracePt t="72524" x="4548188" y="4475163"/>
          <p14:tracePt t="72534" x="4564063" y="4475163"/>
          <p14:tracePt t="72544" x="4570413" y="4475163"/>
          <p14:tracePt t="72574" x="4564063" y="4475163"/>
          <p14:tracePt t="72580" x="4559300" y="4475163"/>
          <p14:tracePt t="72584" x="4559300" y="4468813"/>
          <p14:tracePt t="72594" x="4548188" y="4468813"/>
          <p14:tracePt t="72604" x="4535488" y="4457700"/>
          <p14:tracePt t="72614" x="4524375" y="4451350"/>
          <p14:tracePt t="72624" x="4513263" y="4451350"/>
          <p14:tracePt t="72634" x="4502150" y="4446588"/>
          <p14:tracePt t="72644" x="4491038" y="4435475"/>
          <p14:tracePt t="72654" x="4479925" y="4429125"/>
          <p14:tracePt t="72664" x="4462463" y="4424363"/>
          <p14:tracePt t="72674" x="4440238" y="4413250"/>
          <p14:tracePt t="72684" x="4424363" y="4406900"/>
          <p14:tracePt t="72694" x="4406900" y="4395788"/>
          <p14:tracePt t="72704" x="4400550" y="4391025"/>
          <p14:tracePt t="72718" x="4395788" y="4391025"/>
          <p14:tracePt t="72724" x="4389438" y="4391025"/>
          <p14:tracePt t="72734" x="4384675" y="4391025"/>
          <p14:tracePt t="72744" x="4378325" y="4384675"/>
          <p14:tracePt t="72754" x="4373563" y="4384675"/>
          <p14:tracePt t="72764" x="4367213" y="4384675"/>
          <p14:tracePt t="72776" x="4362450" y="4384675"/>
          <p14:tracePt t="72790" x="4356100" y="4384675"/>
          <p14:tracePt t="72798" x="4351338" y="4384675"/>
          <p14:tracePt t="72804" x="4344988" y="4384675"/>
          <p14:tracePt t="72805" x="4338638" y="4384675"/>
          <p14:tracePt t="72814" x="4316413" y="4395788"/>
          <p14:tracePt t="72815" x="4305300" y="4402138"/>
          <p14:tracePt t="72824" x="4265613" y="4413250"/>
          <p14:tracePt t="72834" x="4221163" y="4424363"/>
          <p14:tracePt t="72835" x="4210050" y="4424363"/>
          <p14:tracePt t="72844" x="4165600" y="4435475"/>
          <p14:tracePt t="72854" x="4114800" y="4440238"/>
          <p14:tracePt t="72864" x="4075113" y="4446588"/>
          <p14:tracePt t="72874" x="4046538" y="4446588"/>
          <p14:tracePt t="72884" x="4035425" y="4446588"/>
          <p14:tracePt t="72894" x="4030663" y="4451350"/>
          <p14:tracePt t="72904" x="4024313" y="4451350"/>
          <p14:tracePt t="72946" x="4019550" y="4451350"/>
          <p14:tracePt t="73046" x="4024313" y="4451350"/>
          <p14:tracePt t="73050" x="4024313" y="4446588"/>
          <p14:tracePt t="73054" x="4030663" y="4446588"/>
          <p14:tracePt t="73064" x="4046538" y="4440238"/>
          <p14:tracePt t="73074" x="4052888" y="4435475"/>
          <p14:tracePt t="73084" x="4064000" y="4429125"/>
          <p14:tracePt t="73094" x="4070350" y="4424363"/>
          <p14:tracePt t="73104" x="4075113" y="4418013"/>
          <p14:tracePt t="73114" x="4081463" y="4413250"/>
          <p14:tracePt t="73130" x="4086225" y="4406900"/>
          <p14:tracePt t="73145" x="4086225" y="4402138"/>
          <p14:tracePt t="73286" x="4092575" y="4402138"/>
          <p14:tracePt t="73308" x="4092575" y="4395788"/>
          <p14:tracePt t="73312" x="4097338" y="4395788"/>
          <p14:tracePt t="73325" x="4103688" y="4395788"/>
          <p14:tracePt t="73334" x="4108450" y="4395788"/>
          <p14:tracePt t="73338" x="4114800" y="4395788"/>
          <p14:tracePt t="73344" x="4119563" y="4395788"/>
          <p14:tracePt t="73345" x="4125913" y="4402138"/>
          <p14:tracePt t="73354" x="4154488" y="4413250"/>
          <p14:tracePt t="73364" x="4187825" y="4424363"/>
          <p14:tracePt t="73374" x="4216400" y="4435475"/>
          <p14:tracePt t="73374" x="4227513" y="4440238"/>
          <p14:tracePt t="73384" x="4249738" y="4446588"/>
          <p14:tracePt t="73394" x="4283075" y="4457700"/>
          <p14:tracePt t="73404" x="4305300" y="4464050"/>
          <p14:tracePt t="73414" x="4316413" y="4464050"/>
          <p14:tracePt t="73428" x="4322763" y="4464050"/>
          <p14:tracePt t="73434" x="4322763" y="4468813"/>
          <p14:tracePt t="73444" x="4327525" y="4468813"/>
          <p14:tracePt t="73454" x="4333875" y="4468813"/>
          <p14:tracePt t="73464" x="4338638" y="4475163"/>
          <p14:tracePt t="73474" x="4356100" y="4475163"/>
          <p14:tracePt t="73484" x="4367213" y="4479925"/>
          <p14:tracePt t="73494" x="4378325" y="4479925"/>
          <p14:tracePt t="73504" x="4384675" y="4486275"/>
          <p14:tracePt t="73516" x="4389438" y="4486275"/>
          <p14:tracePt t="73554" x="4395788" y="4491038"/>
          <p14:tracePt t="73558" x="4400550" y="4497388"/>
          <p14:tracePt t="73564" x="4413250" y="4502150"/>
          <p14:tracePt t="73574" x="4457700" y="4530725"/>
          <p14:tracePt t="73575" x="4473575" y="4541838"/>
          <p14:tracePt t="73584" x="4530725" y="4570413"/>
          <p14:tracePt t="73594" x="4608513" y="4610100"/>
          <p14:tracePt t="73595" x="4625975" y="4621213"/>
          <p14:tracePt t="73604" x="4699000" y="4654550"/>
          <p14:tracePt t="73614" x="4789488" y="4687888"/>
          <p14:tracePt t="73624" x="4884738" y="4733925"/>
          <p14:tracePt t="73634" x="4940300" y="4760913"/>
          <p14:tracePt t="73644" x="5008563" y="4789488"/>
          <p14:tracePt t="73645" x="5013325" y="4794250"/>
          <p14:tracePt t="73654" x="5053013" y="4811713"/>
          <p14:tracePt t="73664" x="5092700" y="4829175"/>
          <p14:tracePt t="73665" x="5099050" y="4833938"/>
          <p14:tracePt t="73674" x="5137150" y="4851400"/>
          <p14:tracePt t="73675" x="5148263" y="4856163"/>
          <p14:tracePt t="73684" x="5210175" y="4879975"/>
          <p14:tracePt t="73694" x="5329238" y="4918075"/>
          <p14:tracePt t="73704" x="5502275" y="4953000"/>
          <p14:tracePt t="73714" x="5694363" y="4991100"/>
          <p14:tracePt t="73724" x="5862638" y="5019675"/>
          <p14:tracePt t="73725" x="5895975" y="5026025"/>
          <p14:tracePt t="73734" x="6008688" y="5041900"/>
          <p14:tracePt t="73744" x="6110288" y="5048250"/>
          <p14:tracePt t="73754" x="6188075" y="5059363"/>
          <p14:tracePt t="73764" x="6238875" y="5059363"/>
          <p14:tracePt t="73765" x="6249988" y="5059363"/>
          <p14:tracePt t="73774" x="6261100" y="5059363"/>
          <p14:tracePt t="73784" x="6273800" y="5059363"/>
          <p14:tracePt t="73794" x="6278563" y="5059363"/>
          <p14:tracePt t="73804" x="6278563" y="5053013"/>
          <p14:tracePt t="73814" x="6300788" y="5019675"/>
          <p14:tracePt t="73824" x="6318250" y="4975225"/>
          <p14:tracePt t="73825" x="6329363" y="4968875"/>
          <p14:tracePt t="73834" x="6357938" y="4906963"/>
          <p14:tracePt t="73844" x="6384925" y="4833938"/>
          <p14:tracePt t="73854" x="6424613" y="4760913"/>
          <p14:tracePt t="73864" x="6469063" y="4676775"/>
          <p14:tracePt t="73865" x="6481763" y="4665663"/>
          <p14:tracePt t="73874" x="6530975" y="4598988"/>
          <p14:tracePt t="73884" x="6599238" y="4524375"/>
          <p14:tracePt t="73885" x="6610350" y="4502150"/>
          <p14:tracePt t="73894" x="6672263" y="4451350"/>
          <p14:tracePt t="73904" x="6738938" y="4384675"/>
          <p14:tracePt t="73914" x="6807200" y="4333875"/>
          <p14:tracePt t="73924" x="6873875" y="4278313"/>
          <p14:tracePt t="73934" x="6913563" y="4243388"/>
          <p14:tracePt t="73935" x="6919913" y="4238625"/>
          <p14:tracePt t="73944" x="6953250" y="4210050"/>
          <p14:tracePt t="73954" x="6986588" y="4170363"/>
          <p14:tracePt t="73964" x="7008813" y="4143375"/>
          <p14:tracePt t="73974" x="7037388" y="4097338"/>
          <p14:tracePt t="73984" x="7092950" y="4024313"/>
          <p14:tracePt t="73994" x="7178675" y="3940175"/>
          <p14:tracePt t="73995" x="7200900" y="3917950"/>
          <p14:tracePt t="74004" x="7318375" y="3816350"/>
          <p14:tracePt t="74014" x="7413625" y="3749675"/>
          <p14:tracePt t="74024" x="7532688" y="3665538"/>
          <p14:tracePt t="74034" x="7621588" y="3603625"/>
          <p14:tracePt t="74044" x="7683500" y="3552825"/>
          <p14:tracePt t="74054" x="7694613" y="3535363"/>
          <p14:tracePt t="74064" x="7705725" y="3524250"/>
          <p14:tracePt t="74076" x="7705725" y="3519488"/>
          <p14:tracePt t="74102" x="7712075" y="3519488"/>
          <p14:tracePt t="74120" x="7712075" y="3513138"/>
          <p14:tracePt t="74150" x="7712075" y="3508375"/>
          <p14:tracePt t="74300" x="7712075" y="3513138"/>
          <p14:tracePt t="74304" x="7712075" y="3519488"/>
          <p14:tracePt t="74308" x="7712075" y="3524250"/>
          <p14:tracePt t="74314" x="7712075" y="3535363"/>
          <p14:tracePt t="74324" x="7712075" y="3575050"/>
          <p14:tracePt t="74325" x="7712075" y="3581400"/>
          <p14:tracePt t="74334" x="7705725" y="3614738"/>
          <p14:tracePt t="74335" x="7700963" y="3625850"/>
          <p14:tracePt t="74344" x="7694613" y="3665538"/>
          <p14:tracePt t="74344" x="7689850" y="3670300"/>
          <p14:tracePt t="74354" x="7678738" y="3716338"/>
          <p14:tracePt t="74355" x="7672388" y="3727450"/>
          <p14:tracePt t="74364" x="7661275" y="3771900"/>
          <p14:tracePt t="74365" x="7661275" y="3778250"/>
          <p14:tracePt t="74374" x="7650163" y="3827463"/>
          <p14:tracePt t="74375" x="7650163" y="3833813"/>
          <p14:tracePt t="74384" x="7639050" y="3878263"/>
          <p14:tracePt t="74385" x="7632700" y="3889375"/>
          <p14:tracePt t="74394" x="7632700" y="3924300"/>
          <p14:tracePt t="74395" x="7627938" y="3935413"/>
          <p14:tracePt t="74404" x="7621588" y="3957638"/>
          <p14:tracePt t="74405" x="7621588" y="3962400"/>
          <p14:tracePt t="74414" x="7616825" y="3979863"/>
          <p14:tracePt t="74415" x="7616825" y="3986213"/>
          <p14:tracePt t="74424" x="7616825" y="3990975"/>
          <p14:tracePt t="74425" x="7616825" y="3997325"/>
          <p14:tracePt t="74438" x="7616825" y="4002088"/>
          <p14:tracePt t="74468" x="7616825" y="4008438"/>
          <p14:tracePt t="74500" x="7616825" y="4013200"/>
          <p14:tracePt t="74522" x="7610475" y="4013200"/>
          <p14:tracePt t="74526" x="7610475" y="4019550"/>
          <p14:tracePt t="74534" x="7599363" y="4024313"/>
          <p14:tracePt t="74544" x="7588250" y="4035425"/>
          <p14:tracePt t="74554" x="7570788" y="4048125"/>
          <p14:tracePt t="74564" x="7543800" y="4070350"/>
          <p14:tracePt t="74574" x="7515225" y="4092575"/>
          <p14:tracePt t="74584" x="7481888" y="4121150"/>
          <p14:tracePt t="74594" x="7448550" y="4148138"/>
          <p14:tracePt t="74595" x="7435850" y="4148138"/>
          <p14:tracePt t="74604" x="7413625" y="4176713"/>
          <p14:tracePt t="74605" x="7402513" y="4181475"/>
          <p14:tracePt t="74614" x="7375525" y="4205288"/>
          <p14:tracePt t="74624" x="7335838" y="4238625"/>
          <p14:tracePt t="74625" x="7335838" y="4243388"/>
          <p14:tracePt t="74634" x="7307263" y="4267200"/>
          <p14:tracePt t="74634" x="7302500" y="4271963"/>
          <p14:tracePt t="74644" x="7273925" y="4294188"/>
          <p14:tracePt t="74654" x="7256463" y="4305300"/>
          <p14:tracePt t="74664" x="7240588" y="4316413"/>
          <p14:tracePt t="74674" x="7223125" y="4322763"/>
          <p14:tracePt t="74684" x="7216775" y="4329113"/>
          <p14:tracePt t="74694" x="7212013" y="4333875"/>
          <p14:tracePt t="74704" x="7200900" y="4340225"/>
          <p14:tracePt t="74714" x="7189788" y="4344988"/>
          <p14:tracePt t="74724" x="7150100" y="4367213"/>
          <p14:tracePt t="74734" x="7116763" y="4378325"/>
          <p14:tracePt t="74744" x="7077075" y="4391025"/>
          <p14:tracePt t="74745" x="7070725" y="4395788"/>
          <p14:tracePt t="74754" x="7019925" y="4406900"/>
          <p14:tracePt t="74764" x="6931025" y="4435475"/>
          <p14:tracePt t="74765" x="6908800" y="4440238"/>
          <p14:tracePt t="74774" x="6835775" y="4457700"/>
          <p14:tracePt t="74784" x="6734175" y="4475163"/>
          <p14:tracePt t="74785" x="6716713" y="4479925"/>
          <p14:tracePt t="74794" x="6643688" y="4502150"/>
          <p14:tracePt t="74795" x="6627813" y="4508500"/>
          <p14:tracePt t="74804" x="6565900" y="4524375"/>
          <p14:tracePt t="74814" x="6497638" y="4548188"/>
          <p14:tracePt t="74824" x="6435725" y="4570413"/>
          <p14:tracePt t="74825" x="6424613" y="4575175"/>
          <p14:tracePt t="74834" x="6380163" y="4592638"/>
          <p14:tracePt t="74835" x="6369050" y="4598988"/>
          <p14:tracePt t="74844" x="6323013" y="4614863"/>
          <p14:tracePt t="74854" x="6267450" y="4637088"/>
          <p14:tracePt t="74864" x="6211888" y="4654550"/>
          <p14:tracePt t="74865" x="6200775" y="4659313"/>
          <p14:tracePt t="74874" x="6154738" y="4683125"/>
          <p14:tracePt t="74884" x="6103938" y="4694238"/>
          <p14:tracePt t="74885" x="6092825" y="4699000"/>
          <p14:tracePt t="74894" x="6037263" y="4710113"/>
          <p14:tracePt t="74904" x="5969000" y="4727575"/>
          <p14:tracePt t="74905" x="5953125" y="4727575"/>
          <p14:tracePt t="74914" x="5884863" y="4733925"/>
          <p14:tracePt t="74924" x="5783263" y="4733925"/>
          <p14:tracePt t="74934" x="5722938" y="4733925"/>
          <p14:tracePt t="74935" x="5705475" y="4733925"/>
          <p14:tracePt t="74944" x="5649913" y="4733925"/>
          <p14:tracePt t="74954" x="5575300" y="4716463"/>
          <p14:tracePt t="74955" x="5559425" y="4716463"/>
          <p14:tracePt t="74964" x="5502275" y="4699000"/>
          <p14:tracePt t="74965" x="5491163" y="4699000"/>
          <p14:tracePt t="74974" x="5424488" y="4683125"/>
          <p14:tracePt t="74984" x="5356225" y="4659313"/>
          <p14:tracePt t="74985" x="5340350" y="4654550"/>
          <p14:tracePt t="74994" x="5294313" y="4643438"/>
          <p14:tracePt t="75004" x="5260975" y="4637088"/>
          <p14:tracePt t="75014" x="5227638" y="4632325"/>
          <p14:tracePt t="75024" x="5216525" y="4632325"/>
          <p14:tracePt t="75034" x="5187950" y="4632325"/>
          <p14:tracePt t="75044" x="5148263" y="4632325"/>
          <p14:tracePt t="75045" x="5143500" y="4632325"/>
          <p14:tracePt t="75054" x="5110163" y="4632325"/>
          <p14:tracePt t="75064" x="5059363" y="4632325"/>
          <p14:tracePt t="75074" x="5024438" y="4625975"/>
          <p14:tracePt t="75074" x="5008563" y="4625975"/>
          <p14:tracePt t="75084" x="4968875" y="4621213"/>
          <p14:tracePt t="75094" x="4929188" y="4614863"/>
          <p14:tracePt t="75104" x="4889500" y="4614863"/>
          <p14:tracePt t="75114" x="4840288" y="4603750"/>
          <p14:tracePt t="75115" x="4829175" y="4603750"/>
          <p14:tracePt t="75124" x="4789488" y="4598988"/>
          <p14:tracePt t="75124" x="4778375" y="4598988"/>
          <p14:tracePt t="75134" x="4756150" y="4598988"/>
          <p14:tracePt t="75134" x="4749800" y="4598988"/>
          <p14:tracePt t="75144" x="4738688" y="4598988"/>
          <p14:tracePt t="75154" x="4732338" y="4598988"/>
          <p14:tracePt t="75164" x="4727575" y="4598988"/>
          <p14:tracePt t="75230" x="4721225" y="4598988"/>
          <p14:tracePt t="75268" x="4716463" y="4598988"/>
          <p14:tracePt t="75298" x="4710113" y="4598988"/>
          <p14:tracePt t="103294" x="4710113" y="4592638"/>
          <p14:tracePt t="103298" x="4710113" y="4586288"/>
          <p14:tracePt t="103304" x="4705350" y="4575175"/>
          <p14:tracePt t="103314" x="4681538" y="4530725"/>
          <p14:tracePt t="103324" x="4659313" y="4486275"/>
          <p14:tracePt t="103325" x="4654550" y="4479925"/>
          <p14:tracePt t="103334" x="4625975" y="4429125"/>
          <p14:tracePt t="103344" x="4603750" y="4395788"/>
          <p14:tracePt t="103345" x="4597400" y="4391025"/>
          <p14:tracePt t="103354" x="4581525" y="4362450"/>
          <p14:tracePt t="103355" x="4575175" y="4356100"/>
          <p14:tracePt t="103364" x="4559300" y="4333875"/>
          <p14:tracePt t="103374" x="4535488" y="4311650"/>
          <p14:tracePt t="103384" x="4519613" y="4294188"/>
          <p14:tracePt t="103385" x="4513263" y="4294188"/>
          <p14:tracePt t="103394" x="4497388" y="4271963"/>
          <p14:tracePt t="103404" x="4479925" y="4256088"/>
          <p14:tracePt t="103405" x="4473575" y="4249738"/>
          <p14:tracePt t="103414" x="4457700" y="4227513"/>
          <p14:tracePt t="103424" x="4424363" y="4194175"/>
          <p14:tracePt t="103434" x="4395788" y="4154488"/>
          <p14:tracePt t="103435" x="4395788" y="4148138"/>
          <p14:tracePt t="103444" x="4367213" y="4108450"/>
          <p14:tracePt t="103445" x="4362450" y="4103688"/>
          <p14:tracePt t="103454" x="4327525" y="4052888"/>
          <p14:tracePt t="103455" x="4316413" y="4035425"/>
          <p14:tracePt t="103464" x="4283075" y="3986213"/>
          <p14:tracePt t="103465" x="4271963" y="3968750"/>
          <p14:tracePt t="103474" x="4232275" y="3900488"/>
          <p14:tracePt t="103475" x="4216400" y="3884613"/>
          <p14:tracePt t="103484" x="4143375" y="3760788"/>
          <p14:tracePt t="103494" x="4070350" y="3614738"/>
          <p14:tracePt t="103504" x="3997325" y="3479800"/>
          <p14:tracePt t="103505" x="3979863" y="3451225"/>
          <p14:tracePt t="103514" x="3889375" y="3305175"/>
          <p14:tracePt t="103515" x="3862388" y="3265488"/>
          <p14:tracePt t="103524" x="3776663" y="3141663"/>
          <p14:tracePt t="103525" x="3749675" y="3103563"/>
          <p14:tracePt t="103534" x="3648075" y="2984500"/>
          <p14:tracePt t="103535" x="3625850" y="2957513"/>
          <p14:tracePt t="103544" x="3513138" y="2838450"/>
          <p14:tracePt t="103545" x="3484563" y="2816225"/>
          <p14:tracePt t="103554" x="3371850" y="2709863"/>
          <p14:tracePt t="103555" x="3344863" y="2687638"/>
          <p14:tracePt t="103564" x="3225800" y="2586038"/>
          <p14:tracePt t="103565" x="3198813" y="2563813"/>
          <p14:tracePt t="103574" x="3063875" y="2466975"/>
          <p14:tracePt t="103575" x="3028950" y="2444750"/>
          <p14:tracePt t="103584" x="2889250" y="2355850"/>
          <p14:tracePt t="103585" x="2849563" y="2333625"/>
          <p14:tracePt t="103594" x="2698750" y="2254250"/>
          <p14:tracePt t="103595" x="2663825" y="2236788"/>
          <p14:tracePt t="103604" x="2501900" y="2170113"/>
          <p14:tracePt t="103605" x="2455863" y="2152650"/>
          <p14:tracePt t="103614" x="2225675" y="2074863"/>
          <p14:tracePt t="103624" x="2012950" y="2006600"/>
          <p14:tracePt t="103625" x="1962150" y="1990725"/>
          <p14:tracePt t="103634" x="1674813" y="1905000"/>
          <p14:tracePt t="103644" x="1365250" y="1809750"/>
          <p14:tracePt t="103654" x="1073150" y="1714500"/>
          <p14:tracePt t="103664" x="781050" y="1624013"/>
          <p14:tracePt t="103674" x="561975" y="1550988"/>
          <p14:tracePt t="103675" x="511175" y="1539875"/>
          <p14:tracePt t="103684" x="298450" y="1466850"/>
          <p14:tracePt t="103685" x="252413" y="1450975"/>
          <p14:tracePt t="103694" x="73025" y="1382713"/>
          <p14:tracePt t="103695" x="39688" y="137160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24D04-05C9-CEA3-D387-A1CED5FAC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97BD8-8DEC-41C1-31F6-315A2BE9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146" name="Picture 2" descr="Picture of the brain; arrows point to the corpus callosum">
            <a:extLst>
              <a:ext uri="{FF2B5EF4-FFF2-40B4-BE49-F238E27FC236}">
                <a16:creationId xmlns:a16="http://schemas.microsoft.com/office/drawing/2014/main" id="{3A17B1EA-3872-948C-BEF5-A71D7E57BC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316" y="1825625"/>
            <a:ext cx="5952343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684BE2D-2995-86A3-3792-F2D422FA6F0D}"/>
              </a:ext>
            </a:extLst>
          </p:cNvPr>
          <p:cNvSpPr/>
          <p:nvPr/>
        </p:nvSpPr>
        <p:spPr>
          <a:xfrm>
            <a:off x="3321811" y="1587443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92B6CC-D551-EAE1-48AD-C32EC5373FD8}"/>
              </a:ext>
            </a:extLst>
          </p:cNvPr>
          <p:cNvSpPr/>
          <p:nvPr/>
        </p:nvSpPr>
        <p:spPr>
          <a:xfrm>
            <a:off x="7793662" y="3690880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8622E6-69FC-415C-C3A0-3ACAF5DC9FBF}"/>
              </a:ext>
            </a:extLst>
          </p:cNvPr>
          <p:cNvSpPr/>
          <p:nvPr/>
        </p:nvSpPr>
        <p:spPr>
          <a:xfrm>
            <a:off x="7096976" y="5380025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9F6061-340D-70D5-78AB-A76C70EBADCA}"/>
              </a:ext>
            </a:extLst>
          </p:cNvPr>
          <p:cNvSpPr/>
          <p:nvPr/>
        </p:nvSpPr>
        <p:spPr>
          <a:xfrm>
            <a:off x="4292816" y="5339576"/>
            <a:ext cx="84473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AA30E6-1711-B374-3D45-9CF452509E57}"/>
              </a:ext>
            </a:extLst>
          </p:cNvPr>
          <p:cNvSpPr/>
          <p:nvPr/>
        </p:nvSpPr>
        <p:spPr>
          <a:xfrm>
            <a:off x="4476206" y="4966458"/>
            <a:ext cx="66134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08AB5C-BA38-9B88-37B6-1EAD2ABFB7E0}"/>
              </a:ext>
            </a:extLst>
          </p:cNvPr>
          <p:cNvSpPr/>
          <p:nvPr/>
        </p:nvSpPr>
        <p:spPr>
          <a:xfrm>
            <a:off x="3082835" y="4876237"/>
            <a:ext cx="139337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2F97FF-413B-9969-FB66-7590C4DFE20C}"/>
              </a:ext>
            </a:extLst>
          </p:cNvPr>
          <p:cNvSpPr/>
          <p:nvPr/>
        </p:nvSpPr>
        <p:spPr>
          <a:xfrm>
            <a:off x="2279950" y="4449646"/>
            <a:ext cx="1743410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673DC8-07B7-1B38-4B55-0579068B9184}"/>
              </a:ext>
            </a:extLst>
          </p:cNvPr>
          <p:cNvSpPr txBox="1"/>
          <p:nvPr/>
        </p:nvSpPr>
        <p:spPr>
          <a:xfrm>
            <a:off x="8712924" y="905691"/>
            <a:ext cx="2790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</a:t>
            </a:r>
            <a:r>
              <a:rPr lang="en-US" dirty="0"/>
              <a:t>: Facilitates communication between left and right hemispheres</a:t>
            </a:r>
          </a:p>
        </p:txBody>
      </p:sp>
    </p:spTree>
    <p:extLst>
      <p:ext uri="{BB962C8B-B14F-4D97-AF65-F5344CB8AC3E}">
        <p14:creationId xmlns:p14="http://schemas.microsoft.com/office/powerpoint/2010/main" val="3876973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192"/>
    </mc:Choice>
    <mc:Fallback xmlns="">
      <p:transition spd="slow" advTm="55192"/>
    </mc:Fallback>
  </mc:AlternateContent>
  <p:extLst>
    <p:ext uri="{3A86A75C-4F4B-4683-9AE1-C65F6400EC91}">
      <p14:laserTraceLst xmlns:p14="http://schemas.microsoft.com/office/powerpoint/2010/main">
        <p14:tracePtLst>
          <p14:tracePt t="14719" x="4629150" y="6567488"/>
          <p14:tracePt t="14892" x="4362450" y="6835775"/>
          <p14:tracePt t="14902" x="4362450" y="6745288"/>
          <p14:tracePt t="14912" x="4362450" y="6656388"/>
          <p14:tracePt t="14922" x="4378325" y="6543675"/>
          <p14:tracePt t="14932" x="4400550" y="6419850"/>
          <p14:tracePt t="14942" x="4429125" y="6289675"/>
          <p14:tracePt t="14952" x="4462463" y="6138863"/>
          <p14:tracePt t="14962" x="4486275" y="6003925"/>
          <p14:tracePt t="14972" x="4508500" y="5880100"/>
          <p14:tracePt t="14982" x="4524375" y="5773738"/>
          <p14:tracePt t="14992" x="4541838" y="5672138"/>
          <p14:tracePt t="15002" x="4564063" y="5548313"/>
          <p14:tracePt t="15012" x="4592638" y="5413375"/>
          <p14:tracePt t="15022" x="4625975" y="5284788"/>
          <p14:tracePt t="15032" x="4659313" y="5160963"/>
          <p14:tracePt t="15042" x="4687888" y="5053013"/>
          <p14:tracePt t="15052" x="4710113" y="4975225"/>
          <p14:tracePt t="15062" x="4721225" y="4906963"/>
          <p14:tracePt t="15072" x="4727575" y="4856163"/>
          <p14:tracePt t="15082" x="4738688" y="4822825"/>
          <p14:tracePt t="15092" x="4743450" y="4800600"/>
          <p14:tracePt t="15102" x="4756150" y="4778375"/>
          <p14:tracePt t="15112" x="4760913" y="4767263"/>
          <p14:tracePt t="15122" x="4772025" y="4745038"/>
          <p14:tracePt t="15132" x="4778375" y="4721225"/>
          <p14:tracePt t="15142" x="4794250" y="4687888"/>
          <p14:tracePt t="15152" x="4805363" y="4643438"/>
          <p14:tracePt t="15162" x="4816475" y="4592638"/>
          <p14:tracePt t="15172" x="4833938" y="4502150"/>
          <p14:tracePt t="15182" x="4851400" y="4418013"/>
          <p14:tracePt t="15192" x="4867275" y="4333875"/>
          <p14:tracePt t="15202" x="4884738" y="4256088"/>
          <p14:tracePt t="15212" x="4902200" y="4181475"/>
          <p14:tracePt t="15222" x="4924425" y="4132263"/>
          <p14:tracePt t="15232" x="4940300" y="4103688"/>
          <p14:tracePt t="15242" x="4946650" y="4086225"/>
          <p14:tracePt t="15256" x="4946650" y="4081463"/>
          <p14:tracePt t="15286" x="4946650" y="4075113"/>
          <p14:tracePt t="15353" x="4951413" y="4075113"/>
          <p14:tracePt t="15355" x="4951413" y="4070350"/>
          <p14:tracePt t="15362" x="4957763" y="4064000"/>
          <p14:tracePt t="15372" x="4964113" y="4048125"/>
          <p14:tracePt t="15382" x="4975225" y="4030663"/>
          <p14:tracePt t="15392" x="4979988" y="4019550"/>
          <p14:tracePt t="15402" x="4986338" y="4008438"/>
          <p14:tracePt t="15412" x="4986338" y="4002088"/>
          <p14:tracePt t="15421" x="4986338" y="3997325"/>
          <p14:tracePt t="15433" x="4986338" y="3990975"/>
          <p14:tracePt t="15442" x="4986338" y="3986213"/>
          <p14:tracePt t="15686" x="4986338" y="3979863"/>
          <p14:tracePt t="15693" x="4986338" y="3973513"/>
          <p14:tracePt t="15698" x="4979988" y="3973513"/>
          <p14:tracePt t="15702" x="4975225" y="3968750"/>
          <p14:tracePt t="15712" x="4968875" y="3951288"/>
          <p14:tracePt t="15722" x="4968875" y="3946525"/>
          <p14:tracePt t="15732" x="4964113" y="3935413"/>
          <p14:tracePt t="15753" x="4964113" y="3929063"/>
          <p14:tracePt t="15767" x="4957763" y="3929063"/>
          <p14:tracePt t="15777" x="4951413" y="3929063"/>
          <p14:tracePt t="15779" x="4951413" y="3924300"/>
          <p14:tracePt t="15787" x="4951413" y="3917950"/>
          <p14:tracePt t="15792" x="4946650" y="3913188"/>
          <p14:tracePt t="15802" x="4940300" y="3900488"/>
          <p14:tracePt t="15812" x="4924425" y="3884613"/>
          <p14:tracePt t="15822" x="4913313" y="3867150"/>
          <p14:tracePt t="15832" x="4895850" y="3844925"/>
          <p14:tracePt t="15842" x="4884738" y="3827463"/>
          <p14:tracePt t="15852" x="4867275" y="3805238"/>
          <p14:tracePt t="15862" x="4856163" y="3789363"/>
          <p14:tracePt t="15872" x="4845050" y="3771900"/>
          <p14:tracePt t="15882" x="4833938" y="3760788"/>
          <p14:tracePt t="15892" x="4829175" y="3754438"/>
          <p14:tracePt t="15901" x="4822825" y="3749675"/>
          <p14:tracePt t="15912" x="4816475" y="3738563"/>
          <p14:tracePt t="15922" x="4811713" y="3732213"/>
          <p14:tracePt t="15932" x="4800600" y="3727450"/>
          <p14:tracePt t="15942" x="4800600" y="3721100"/>
          <p14:tracePt t="15952" x="4794250" y="3716338"/>
          <p14:tracePt t="15962" x="4783138" y="3705225"/>
          <p14:tracePt t="15972" x="4772025" y="3692525"/>
          <p14:tracePt t="15982" x="4767263" y="3687763"/>
          <p14:tracePt t="15992" x="4756150" y="3676650"/>
          <p14:tracePt t="16002" x="4743450" y="3665538"/>
          <p14:tracePt t="16012" x="4732338" y="3654425"/>
          <p14:tracePt t="16022" x="4721225" y="3643313"/>
          <p14:tracePt t="16032" x="4716463" y="3630613"/>
          <p14:tracePt t="16042" x="4705350" y="3630613"/>
          <p14:tracePt t="16052" x="4705350" y="3625850"/>
          <p14:tracePt t="16065" x="4699000" y="3625850"/>
          <p14:tracePt t="16098" x="4699000" y="3619500"/>
          <p14:tracePt t="16110" x="4694238" y="3619500"/>
          <p14:tracePt t="16120" x="4694238" y="3614738"/>
          <p14:tracePt t="16124" x="4687888" y="3614738"/>
          <p14:tracePt t="16125" x="4687888" y="3608388"/>
          <p14:tracePt t="16132" x="4681538" y="3608388"/>
          <p14:tracePt t="16142" x="4670425" y="3597275"/>
          <p14:tracePt t="16152" x="4665663" y="3592513"/>
          <p14:tracePt t="16162" x="4659313" y="3586163"/>
          <p14:tracePt t="16172" x="4654550" y="3581400"/>
          <p14:tracePt t="16182" x="4648200" y="3575050"/>
          <p14:tracePt t="16193" x="4648200" y="3570288"/>
          <p14:tracePt t="16202" x="4643438" y="3570288"/>
          <p14:tracePt t="16212" x="4637088" y="3570288"/>
          <p14:tracePt t="16222" x="4637088" y="3563938"/>
          <p14:tracePt t="16248" x="4637088" y="3557588"/>
          <p14:tracePt t="16319" x="4637088" y="3552825"/>
          <p14:tracePt t="16343" x="4637088" y="3546475"/>
          <p14:tracePt t="16606" x="4643438" y="3546475"/>
          <p14:tracePt t="16636" x="4648200" y="3541713"/>
          <p14:tracePt t="16647" x="4648200" y="3535363"/>
          <p14:tracePt t="16652" x="4654550" y="3535363"/>
          <p14:tracePt t="16666" x="4659313" y="3530600"/>
          <p14:tracePt t="16671" x="4665663" y="3530600"/>
          <p14:tracePt t="16682" x="4665663" y="3524250"/>
          <p14:tracePt t="16683" x="4670425" y="3524250"/>
          <p14:tracePt t="16702" x="4676775" y="3524250"/>
          <p14:tracePt t="16705" x="4676775" y="3519488"/>
          <p14:tracePt t="16719" x="4681538" y="3513138"/>
          <p14:tracePt t="16730" x="4687888" y="3513138"/>
          <p14:tracePt t="16739" x="4694238" y="3508375"/>
          <p14:tracePt t="16745" x="4699000" y="3508375"/>
          <p14:tracePt t="16752" x="4710113" y="3502025"/>
          <p14:tracePt t="16762" x="4721225" y="3495675"/>
          <p14:tracePt t="16772" x="4738688" y="3490913"/>
          <p14:tracePt t="16782" x="4756150" y="3484563"/>
          <p14:tracePt t="16792" x="4767263" y="3484563"/>
          <p14:tracePt t="16802" x="4778375" y="3479800"/>
          <p14:tracePt t="16812" x="4783138" y="3479800"/>
          <p14:tracePt t="16822" x="4789488" y="3479800"/>
          <p14:tracePt t="16844" x="4794250" y="3479800"/>
          <p14:tracePt t="16847" x="4800600" y="3479800"/>
          <p14:tracePt t="16858" x="4805363" y="3479800"/>
          <p14:tracePt t="16865" x="4811713" y="3479800"/>
          <p14:tracePt t="16873" x="4811713" y="3473450"/>
          <p14:tracePt t="16882" x="4822825" y="3473450"/>
          <p14:tracePt t="16892" x="4829175" y="3473450"/>
          <p14:tracePt t="16902" x="4833938" y="3473450"/>
          <p14:tracePt t="16912" x="4856163" y="3473450"/>
          <p14:tracePt t="16922" x="4895850" y="3473450"/>
          <p14:tracePt t="16932" x="4946650" y="3473450"/>
          <p14:tracePt t="16942" x="5013325" y="3473450"/>
          <p14:tracePt t="16952" x="5114925" y="3473450"/>
          <p14:tracePt t="16962" x="5205413" y="3473450"/>
          <p14:tracePt t="16972" x="5283200" y="3473450"/>
          <p14:tracePt t="16982" x="5345113" y="3473450"/>
          <p14:tracePt t="16992" x="5391150" y="3473450"/>
          <p14:tracePt t="17002" x="5418138" y="3473450"/>
          <p14:tracePt t="17012" x="5446713" y="3473450"/>
          <p14:tracePt t="17022" x="5464175" y="3473450"/>
          <p14:tracePt t="17032" x="5475288" y="3473450"/>
          <p14:tracePt t="17042" x="5480050" y="3473450"/>
          <p14:tracePt t="17052" x="5491163" y="3473450"/>
          <p14:tracePt t="17062" x="5502275" y="3473450"/>
          <p14:tracePt t="17072" x="5514975" y="3473450"/>
          <p14:tracePt t="17082" x="5530850" y="3473450"/>
          <p14:tracePt t="17092" x="5559425" y="3479800"/>
          <p14:tracePt t="17102" x="5592763" y="3484563"/>
          <p14:tracePt t="17112" x="5643563" y="3490913"/>
          <p14:tracePt t="17122" x="5699125" y="3502025"/>
          <p14:tracePt t="17132" x="5749925" y="3513138"/>
          <p14:tracePt t="17142" x="5783263" y="3513138"/>
          <p14:tracePt t="17152" x="5800725" y="3519488"/>
          <p14:tracePt t="17162" x="5807075" y="3519488"/>
          <p14:tracePt t="17172" x="5811838" y="3524250"/>
          <p14:tracePt t="17182" x="5818188" y="3530600"/>
          <p14:tracePt t="17192" x="5829300" y="3535363"/>
          <p14:tracePt t="17202" x="5840413" y="3541713"/>
          <p14:tracePt t="17212" x="5851525" y="3552825"/>
          <p14:tracePt t="17222" x="5868988" y="3557588"/>
          <p14:tracePt t="17232" x="5880100" y="3570288"/>
          <p14:tracePt t="17242" x="5895975" y="3575050"/>
          <p14:tracePt t="17252" x="5913438" y="3586163"/>
          <p14:tracePt t="17262" x="5918200" y="3592513"/>
          <p14:tracePt t="17272" x="5935663" y="3603625"/>
          <p14:tracePt t="17282" x="5942013" y="3608388"/>
          <p14:tracePt t="17292" x="5953125" y="3614738"/>
          <p14:tracePt t="17302" x="5969000" y="3630613"/>
          <p14:tracePt t="17312" x="5980113" y="3636963"/>
          <p14:tracePt t="17322" x="5991225" y="3654425"/>
          <p14:tracePt t="17332" x="6008688" y="3665538"/>
          <p14:tracePt t="17342" x="6019800" y="3676650"/>
          <p14:tracePt t="17352" x="6037263" y="3692525"/>
          <p14:tracePt t="17362" x="6065838" y="3721100"/>
          <p14:tracePt t="17372" x="6088063" y="3743325"/>
          <p14:tracePt t="17382" x="6110288" y="3765550"/>
          <p14:tracePt t="17392" x="6138863" y="3783013"/>
          <p14:tracePt t="17402" x="6154738" y="3800475"/>
          <p14:tracePt t="17412" x="6176963" y="3816350"/>
          <p14:tracePt t="17422" x="6188075" y="3822700"/>
          <p14:tracePt t="17432" x="6205538" y="3833813"/>
          <p14:tracePt t="17442" x="6211888" y="3844925"/>
          <p14:tracePt t="17452" x="6223000" y="3856038"/>
          <p14:tracePt t="17462" x="6238875" y="3873500"/>
          <p14:tracePt t="17472" x="6256338" y="3889375"/>
          <p14:tracePt t="17482" x="6273800" y="3913188"/>
          <p14:tracePt t="17492" x="6289675" y="3935413"/>
          <p14:tracePt t="17502" x="6311900" y="3962400"/>
          <p14:tracePt t="17512" x="6340475" y="3997325"/>
          <p14:tracePt t="17522" x="6362700" y="4030663"/>
          <p14:tracePt t="17532" x="6380163" y="4052888"/>
          <p14:tracePt t="17542" x="6396038" y="4075113"/>
          <p14:tracePt t="17552" x="6402388" y="4097338"/>
          <p14:tracePt t="17562" x="6413500" y="4108450"/>
          <p14:tracePt t="17572" x="6419850" y="4121150"/>
          <p14:tracePt t="17582" x="6419850" y="4125913"/>
          <p14:tracePt t="17626" x="6419850" y="4132263"/>
          <p14:tracePt t="17685" x="6419850" y="4125913"/>
          <p14:tracePt t="17694" x="6419850" y="4121150"/>
          <p14:tracePt t="17695" x="6419850" y="4114800"/>
          <p14:tracePt t="17702" x="6408738" y="4108450"/>
          <p14:tracePt t="17712" x="6396038" y="4081463"/>
          <p14:tracePt t="17722" x="6380163" y="4048125"/>
          <p14:tracePt t="17732" x="6362700" y="4008438"/>
          <p14:tracePt t="17742" x="6346825" y="3968750"/>
          <p14:tracePt t="17752" x="6323013" y="3935413"/>
          <p14:tracePt t="17761" x="6300788" y="3895725"/>
          <p14:tracePt t="17772" x="6284913" y="3867150"/>
          <p14:tracePt t="17782" x="6273800" y="3844925"/>
          <p14:tracePt t="17792" x="6256338" y="3827463"/>
          <p14:tracePt t="17802" x="6238875" y="3800475"/>
          <p14:tracePt t="17812" x="6223000" y="3783013"/>
          <p14:tracePt t="17822" x="6211888" y="3760788"/>
          <p14:tracePt t="17832" x="6194425" y="3749675"/>
          <p14:tracePt t="17842" x="6176963" y="3732213"/>
          <p14:tracePt t="17852" x="6161088" y="3716338"/>
          <p14:tracePt t="17862" x="6143625" y="3705225"/>
          <p14:tracePt t="17872" x="6126163" y="3687763"/>
          <p14:tracePt t="17882" x="6115050" y="3676650"/>
          <p14:tracePt t="17892" x="6103938" y="3670300"/>
          <p14:tracePt t="17902" x="6099175" y="3665538"/>
          <p14:tracePt t="17912" x="6081713" y="3659188"/>
          <p14:tracePt t="17922" x="6070600" y="3648075"/>
          <p14:tracePt t="17932" x="6053138" y="3643313"/>
          <p14:tracePt t="17942" x="6037263" y="3636963"/>
          <p14:tracePt t="17952" x="6019800" y="3625850"/>
          <p14:tracePt t="17962" x="6003925" y="3614738"/>
          <p14:tracePt t="17972" x="5986463" y="3603625"/>
          <p14:tracePt t="17982" x="5969000" y="3603625"/>
          <p14:tracePt t="17992" x="5964238" y="3597275"/>
          <p14:tracePt t="18002" x="5953125" y="3592513"/>
          <p14:tracePt t="18012" x="5942013" y="3592513"/>
          <p14:tracePt t="18022" x="5930900" y="3586163"/>
          <p14:tracePt t="18032" x="5907088" y="3581400"/>
          <p14:tracePt t="18042" x="5880100" y="3570288"/>
          <p14:tracePt t="18052" x="5845175" y="3557588"/>
          <p14:tracePt t="18062" x="5807075" y="3552825"/>
          <p14:tracePt t="18072" x="5772150" y="3541713"/>
          <p14:tracePt t="18082" x="5727700" y="3535363"/>
          <p14:tracePt t="18092" x="5683250" y="3530600"/>
          <p14:tracePt t="18102" x="5643563" y="3524250"/>
          <p14:tracePt t="18111" x="5592763" y="3519488"/>
          <p14:tracePt t="18122" x="5537200" y="3508375"/>
          <p14:tracePt t="18132" x="5468938" y="3508375"/>
          <p14:tracePt t="18142" x="5407025" y="3502025"/>
          <p14:tracePt t="18152" x="5356225" y="3502025"/>
          <p14:tracePt t="18162" x="5307013" y="3502025"/>
          <p14:tracePt t="18172" x="5267325" y="3502025"/>
          <p14:tracePt t="18182" x="5232400" y="3495675"/>
          <p14:tracePt t="18192" x="5205413" y="3495675"/>
          <p14:tracePt t="18202" x="5183188" y="3495675"/>
          <p14:tracePt t="18212" x="5165725" y="3495675"/>
          <p14:tracePt t="18222" x="5154613" y="3495675"/>
          <p14:tracePt t="18232" x="5143500" y="3495675"/>
          <p14:tracePt t="18242" x="5137150" y="3495675"/>
          <p14:tracePt t="18252" x="5126038" y="3495675"/>
          <p14:tracePt t="18262" x="5114925" y="3495675"/>
          <p14:tracePt t="18272" x="5099050" y="3495675"/>
          <p14:tracePt t="18282" x="5086350" y="3502025"/>
          <p14:tracePt t="18292" x="5070475" y="3502025"/>
          <p14:tracePt t="18302" x="5053013" y="3502025"/>
          <p14:tracePt t="18312" x="5030788" y="3502025"/>
          <p14:tracePt t="18322" x="5013325" y="3502025"/>
          <p14:tracePt t="18332" x="4991100" y="3502025"/>
          <p14:tracePt t="18342" x="4975225" y="3495675"/>
          <p14:tracePt t="18352" x="4946650" y="3490913"/>
          <p14:tracePt t="18362" x="4918075" y="3490913"/>
          <p14:tracePt t="18372" x="4895850" y="3484563"/>
          <p14:tracePt t="18382" x="4889500" y="3479800"/>
          <p14:tracePt t="18392" x="4878388" y="3479800"/>
          <p14:tracePt t="18402" x="4873625" y="3479800"/>
          <p14:tracePt t="18412" x="4862513" y="3479800"/>
          <p14:tracePt t="18422" x="4856163" y="3473450"/>
          <p14:tracePt t="18432" x="4851400" y="3473450"/>
          <p14:tracePt t="18442" x="4840288" y="3473450"/>
          <p14:tracePt t="18452" x="4829175" y="3473450"/>
          <p14:tracePt t="18462" x="4816475" y="3468688"/>
          <p14:tracePt t="18472" x="4800600" y="3462338"/>
          <p14:tracePt t="18482" x="4783138" y="3462338"/>
          <p14:tracePt t="18492" x="4767263" y="3462338"/>
          <p14:tracePt t="18502" x="4749800" y="3462338"/>
          <p14:tracePt t="18512" x="4732338" y="3457575"/>
          <p14:tracePt t="18522" x="4716463" y="3457575"/>
          <p14:tracePt t="18532" x="4699000" y="3457575"/>
          <p14:tracePt t="18542" x="4687888" y="3457575"/>
          <p14:tracePt t="18552" x="4676775" y="3457575"/>
          <p14:tracePt t="18562" x="4670425" y="3457575"/>
          <p14:tracePt t="18572" x="4665663" y="3457575"/>
          <p14:tracePt t="18608" x="4659313" y="3457575"/>
          <p14:tracePt t="18614" x="4659313" y="3462338"/>
          <p14:tracePt t="18622" x="4659313" y="3468688"/>
          <p14:tracePt t="18632" x="4654550" y="3468688"/>
          <p14:tracePt t="18635" x="4654550" y="3473450"/>
          <p14:tracePt t="18645" x="4654550" y="3479800"/>
          <p14:tracePt t="18655" x="4654550" y="3484563"/>
          <p14:tracePt t="18662" x="4648200" y="3490913"/>
          <p14:tracePt t="18672" x="4648200" y="3495675"/>
          <p14:tracePt t="18682" x="4643438" y="3508375"/>
          <p14:tracePt t="18692" x="4643438" y="3513138"/>
          <p14:tracePt t="18702" x="4643438" y="3524250"/>
          <p14:tracePt t="18712" x="4643438" y="3530600"/>
          <p14:tracePt t="18722" x="4637088" y="3535363"/>
          <p14:tracePt t="18732" x="4637088" y="3541713"/>
          <p14:tracePt t="18743" x="4637088" y="3546475"/>
          <p14:tracePt t="18777" x="4637088" y="3552825"/>
          <p14:tracePt t="18800" x="4637088" y="3557588"/>
          <p14:tracePt t="18835" x="4637088" y="3563938"/>
          <p14:tracePt t="18856" x="4637088" y="3570288"/>
          <p14:tracePt t="18864" x="4637088" y="3575050"/>
          <p14:tracePt t="18865" x="4637088" y="3581400"/>
          <p14:tracePt t="18872" x="4637088" y="3586163"/>
          <p14:tracePt t="18882" x="4637088" y="3597275"/>
          <p14:tracePt t="18892" x="4637088" y="3603625"/>
          <p14:tracePt t="18902" x="4637088" y="3608388"/>
          <p14:tracePt t="18912" x="4637088" y="3619500"/>
          <p14:tracePt t="18922" x="4637088" y="3625850"/>
          <p14:tracePt t="18932" x="4637088" y="3636963"/>
          <p14:tracePt t="18942" x="4643438" y="3643313"/>
          <p14:tracePt t="18952" x="4648200" y="3654425"/>
          <p14:tracePt t="18962" x="4654550" y="3659188"/>
          <p14:tracePt t="18972" x="4654550" y="3665538"/>
          <p14:tracePt t="18983" x="4654550" y="3670300"/>
          <p14:tracePt t="18992" x="4659313" y="3676650"/>
          <p14:tracePt t="19003" x="4659313" y="3681413"/>
          <p14:tracePt t="19013" x="4665663" y="3681413"/>
          <p14:tracePt t="19022" x="4665663" y="3687763"/>
          <p14:tracePt t="19032" x="4670425" y="3705225"/>
          <p14:tracePt t="19042" x="4681538" y="3709988"/>
          <p14:tracePt t="19052" x="4687888" y="3727450"/>
          <p14:tracePt t="19062" x="4694238" y="3732213"/>
          <p14:tracePt t="19072" x="4699000" y="3743325"/>
          <p14:tracePt t="19082" x="4705350" y="3743325"/>
          <p14:tracePt t="19092" x="4705350" y="3749675"/>
          <p14:tracePt t="19102" x="4710113" y="3754438"/>
          <p14:tracePt t="19112" x="4716463" y="3754438"/>
          <p14:tracePt t="19122" x="4721225" y="3760788"/>
          <p14:tracePt t="19132" x="4727575" y="3765550"/>
          <p14:tracePt t="19143" x="4732338" y="3771900"/>
          <p14:tracePt t="19169" x="4738688" y="3771900"/>
          <p14:tracePt t="19175" x="4738688" y="3778250"/>
          <p14:tracePt t="19179" x="4743450" y="3778250"/>
          <p14:tracePt t="19198" x="4749800" y="3778250"/>
          <p14:tracePt t="19199" x="4749800" y="3783013"/>
          <p14:tracePt t="19212" x="4756150" y="3783013"/>
          <p14:tracePt t="19217" x="4756150" y="3789363"/>
          <p14:tracePt t="19223" x="4760913" y="3789363"/>
          <p14:tracePt t="19232" x="4767263" y="3794125"/>
          <p14:tracePt t="19243" x="4772025" y="3800475"/>
          <p14:tracePt t="19253" x="4778375" y="3800475"/>
          <p14:tracePt t="19262" x="4778375" y="3805238"/>
          <p14:tracePt t="19272" x="4783138" y="3805238"/>
          <p14:tracePt t="19282" x="4789488" y="3805238"/>
          <p14:tracePt t="19292" x="4794250" y="3811588"/>
          <p14:tracePt t="19302" x="4800600" y="3816350"/>
          <p14:tracePt t="19312" x="4811713" y="3822700"/>
          <p14:tracePt t="19322" x="4816475" y="3827463"/>
          <p14:tracePt t="19332" x="4822825" y="3833813"/>
          <p14:tracePt t="19342" x="4833938" y="3838575"/>
          <p14:tracePt t="19352" x="4845050" y="3851275"/>
          <p14:tracePt t="19362" x="4862513" y="3862388"/>
          <p14:tracePt t="19372" x="4873625" y="3867150"/>
          <p14:tracePt t="19382" x="4889500" y="3878263"/>
          <p14:tracePt t="19392" x="4918075" y="3900488"/>
          <p14:tracePt t="19402" x="4946650" y="3917950"/>
          <p14:tracePt t="19412" x="4964113" y="3935413"/>
          <p14:tracePt t="19422" x="4975225" y="3951288"/>
          <p14:tracePt t="19432" x="4986338" y="3962400"/>
          <p14:tracePt t="19442" x="4991100" y="3968750"/>
          <p14:tracePt t="19452" x="4991100" y="3973513"/>
          <p14:tracePt t="19472" x="4997450" y="3973513"/>
          <p14:tracePt t="19483" x="4997450" y="3979863"/>
          <p14:tracePt t="19608" x="4997450" y="3973513"/>
          <p14:tracePt t="19612" x="4997450" y="3968750"/>
          <p14:tracePt t="19613" x="4991100" y="3968750"/>
          <p14:tracePt t="19622" x="4991100" y="3962400"/>
          <p14:tracePt t="19632" x="4979988" y="3946525"/>
          <p14:tracePt t="19642" x="4975225" y="3935413"/>
          <p14:tracePt t="19652" x="4964113" y="3913188"/>
          <p14:tracePt t="19662" x="4951413" y="3889375"/>
          <p14:tracePt t="19672" x="4940300" y="3873500"/>
          <p14:tracePt t="19682" x="4924425" y="3856038"/>
          <p14:tracePt t="19692" x="4913313" y="3844925"/>
          <p14:tracePt t="19702" x="4906963" y="3838575"/>
          <p14:tracePt t="19712" x="4895850" y="3827463"/>
          <p14:tracePt t="19722" x="4889500" y="3822700"/>
          <p14:tracePt t="19732" x="4884738" y="3816350"/>
          <p14:tracePt t="19742" x="4878388" y="3811588"/>
          <p14:tracePt t="19752" x="4867275" y="3800475"/>
          <p14:tracePt t="19762" x="4862513" y="3794125"/>
          <p14:tracePt t="19772" x="4851400" y="3783013"/>
          <p14:tracePt t="19782" x="4845050" y="3771900"/>
          <p14:tracePt t="19792" x="4833938" y="3765550"/>
          <p14:tracePt t="19802" x="4829175" y="3754438"/>
          <p14:tracePt t="19812" x="4816475" y="3743325"/>
          <p14:tracePt t="19822" x="4816475" y="3738563"/>
          <p14:tracePt t="19832" x="4805363" y="3727450"/>
          <p14:tracePt t="19841" x="4800600" y="3716338"/>
          <p14:tracePt t="19852" x="4794250" y="3705225"/>
          <p14:tracePt t="19862" x="4789488" y="3692525"/>
          <p14:tracePt t="19872" x="4783138" y="3681413"/>
          <p14:tracePt t="19882" x="4778375" y="3670300"/>
          <p14:tracePt t="19892" x="4778375" y="3654425"/>
          <p14:tracePt t="19902" x="4772025" y="3636963"/>
          <p14:tracePt t="19912" x="4772025" y="3619500"/>
          <p14:tracePt t="19922" x="4772025" y="3608388"/>
          <p14:tracePt t="19932" x="4772025" y="3592513"/>
          <p14:tracePt t="19942" x="4772025" y="3575050"/>
          <p14:tracePt t="19952" x="4772025" y="3563938"/>
          <p14:tracePt t="19962" x="4772025" y="3546475"/>
          <p14:tracePt t="19972" x="4772025" y="3535363"/>
          <p14:tracePt t="19982" x="4783138" y="3524250"/>
          <p14:tracePt t="19992" x="4789488" y="3513138"/>
          <p14:tracePt t="20002" x="4800600" y="3502025"/>
          <p14:tracePt t="20012" x="4811713" y="3495675"/>
          <p14:tracePt t="20022" x="4816475" y="3490913"/>
          <p14:tracePt t="20032" x="4829175" y="3484563"/>
          <p14:tracePt t="20042" x="4833938" y="3479800"/>
          <p14:tracePt t="20052" x="4840288" y="3479800"/>
          <p14:tracePt t="20062" x="4840288" y="3473450"/>
          <p14:tracePt t="20072" x="4845050" y="3473450"/>
          <p14:tracePt t="20108" x="4851400" y="3473450"/>
          <p14:tracePt t="20117" x="4856163" y="3473450"/>
          <p14:tracePt t="20119" x="4856163" y="3468688"/>
          <p14:tracePt t="20127" x="4862513" y="3468688"/>
          <p14:tracePt t="20137" x="4867275" y="3468688"/>
          <p14:tracePt t="20142" x="4867275" y="3462338"/>
          <p14:tracePt t="20152" x="4878388" y="3457575"/>
          <p14:tracePt t="20162" x="4884738" y="3457575"/>
          <p14:tracePt t="20172" x="4895850" y="3451225"/>
          <p14:tracePt t="20182" x="4913313" y="3446463"/>
          <p14:tracePt t="20192" x="4929188" y="3440113"/>
          <p14:tracePt t="20202" x="4957763" y="3435350"/>
          <p14:tracePt t="20212" x="4991100" y="3435350"/>
          <p14:tracePt t="20222" x="5030788" y="3429000"/>
          <p14:tracePt t="20232" x="5070475" y="3429000"/>
          <p14:tracePt t="20242" x="5110163" y="3429000"/>
          <p14:tracePt t="20252" x="5143500" y="3422650"/>
          <p14:tracePt t="20262" x="5183188" y="3422650"/>
          <p14:tracePt t="20272" x="5210175" y="3422650"/>
          <p14:tracePt t="20282" x="5238750" y="3422650"/>
          <p14:tracePt t="20292" x="5272088" y="3422650"/>
          <p14:tracePt t="20302" x="5311775" y="3422650"/>
          <p14:tracePt t="20312" x="5351463" y="3422650"/>
          <p14:tracePt t="20322" x="5395913" y="3422650"/>
          <p14:tracePt t="20332" x="5453063" y="3429000"/>
          <p14:tracePt t="20342" x="5502275" y="3429000"/>
          <p14:tracePt t="20352" x="5548313" y="3435350"/>
          <p14:tracePt t="20362" x="5581650" y="3440113"/>
          <p14:tracePt t="20372" x="5614988" y="3440113"/>
          <p14:tracePt t="20382" x="5632450" y="3446463"/>
          <p14:tracePt t="20392" x="5654675" y="3446463"/>
          <p14:tracePt t="20402" x="5694363" y="3446463"/>
          <p14:tracePt t="20412" x="5738813" y="3446463"/>
          <p14:tracePt t="20422" x="5795963" y="3457575"/>
          <p14:tracePt t="20432" x="5857875" y="3462338"/>
          <p14:tracePt t="20442" x="5935663" y="3473450"/>
          <p14:tracePt t="20452" x="6008688" y="3484563"/>
          <p14:tracePt t="20462" x="6070600" y="3495675"/>
          <p14:tracePt t="20472" x="6132513" y="3508375"/>
          <p14:tracePt t="20482" x="6188075" y="3519488"/>
          <p14:tracePt t="20492" x="6211888" y="3524250"/>
          <p14:tracePt t="20502" x="6223000" y="3524250"/>
          <p14:tracePt t="20512" x="6223000" y="3530600"/>
          <p14:tracePt t="20548" x="6227763" y="3530600"/>
          <p14:tracePt t="20572" x="6227763" y="3535363"/>
          <p14:tracePt t="20584" x="6227763" y="3541713"/>
          <p14:tracePt t="20593" x="6227763" y="3546475"/>
          <p14:tracePt t="20600" x="6227763" y="3552825"/>
          <p14:tracePt t="20607" x="6227763" y="3557588"/>
          <p14:tracePt t="20612" x="6227763" y="3563938"/>
          <p14:tracePt t="20622" x="6234113" y="3581400"/>
          <p14:tracePt t="20632" x="6234113" y="3608388"/>
          <p14:tracePt t="20642" x="6234113" y="3648075"/>
          <p14:tracePt t="20652" x="6238875" y="3681413"/>
          <p14:tracePt t="20662" x="6238875" y="3716338"/>
          <p14:tracePt t="20672" x="6238875" y="3743325"/>
          <p14:tracePt t="20682" x="6238875" y="3771900"/>
          <p14:tracePt t="20692" x="6238875" y="3794125"/>
          <p14:tracePt t="20702" x="6238875" y="3822700"/>
          <p14:tracePt t="20712" x="6245225" y="3838575"/>
          <p14:tracePt t="20722" x="6249988" y="3862388"/>
          <p14:tracePt t="20732" x="6249988" y="3867150"/>
          <p14:tracePt t="20742" x="6256338" y="3873500"/>
          <p14:tracePt t="20759" x="6256338" y="3878263"/>
          <p14:tracePt t="20807" x="6256338" y="3884613"/>
          <p14:tracePt t="20832" x="6256338" y="3889375"/>
          <p14:tracePt t="20842" x="6261100" y="3889375"/>
          <p14:tracePt t="20856" x="6261100" y="3895725"/>
          <p14:tracePt t="20877" x="6261100" y="3900488"/>
          <p14:tracePt t="20879" x="6267450" y="3900488"/>
          <p14:tracePt t="20893" x="6267450" y="3906838"/>
          <p14:tracePt t="20900" x="6267450" y="3913188"/>
          <p14:tracePt t="20903" x="6273800" y="3913188"/>
          <p14:tracePt t="20912" x="6278563" y="3917950"/>
          <p14:tracePt t="20922" x="6278563" y="3924300"/>
          <p14:tracePt t="20932" x="6284913" y="3940175"/>
          <p14:tracePt t="20942" x="6289675" y="3951288"/>
          <p14:tracePt t="20952" x="6300788" y="3962400"/>
          <p14:tracePt t="20962" x="6300788" y="3973513"/>
          <p14:tracePt t="20972" x="6307138" y="3979863"/>
          <p14:tracePt t="20982" x="6311900" y="3986213"/>
          <p14:tracePt t="20994" x="6311900" y="3990975"/>
          <p14:tracePt t="21002" x="6318250" y="3997325"/>
          <p14:tracePt t="21012" x="6318250" y="4002088"/>
          <p14:tracePt t="21022" x="6323013" y="4002088"/>
          <p14:tracePt t="21686" x="6323013" y="4008438"/>
          <p14:tracePt t="21712" x="6318250" y="4008438"/>
          <p14:tracePt t="21719" x="6311900" y="4008438"/>
          <p14:tracePt t="21724" x="6307138" y="4008438"/>
          <p14:tracePt t="21732" x="6273800" y="4002088"/>
          <p14:tracePt t="21742" x="6183313" y="3957638"/>
          <p14:tracePt t="21752" x="6015038" y="3889375"/>
          <p14:tracePt t="21762" x="5822950" y="3783013"/>
          <p14:tracePt t="21772" x="5603875" y="3681413"/>
          <p14:tracePt t="21782" x="5373688" y="3552825"/>
          <p14:tracePt t="21792" x="5137150" y="3429000"/>
          <p14:tracePt t="21802" x="4889500" y="3294063"/>
          <p14:tracePt t="21812" x="4659313" y="3165475"/>
          <p14:tracePt t="21822" x="4446588" y="3041650"/>
          <p14:tracePt t="21832" x="4283075" y="2940050"/>
          <p14:tracePt t="21842" x="4159250" y="2867025"/>
          <p14:tracePt t="21852" x="4103688" y="2833688"/>
          <p14:tracePt t="21862" x="4070350" y="2809875"/>
          <p14:tracePt t="21872" x="4052888" y="2798763"/>
          <p14:tracePt t="21882" x="4046538" y="2787650"/>
          <p14:tracePt t="21892" x="4046538" y="2782888"/>
          <p14:tracePt t="21902" x="4041775" y="2782888"/>
          <p14:tracePt t="21912" x="4041775" y="2776538"/>
          <p14:tracePt t="22054" x="4035425" y="2776538"/>
          <p14:tracePt t="22057" x="4030663" y="2776538"/>
          <p14:tracePt t="22062" x="4024313" y="2776538"/>
          <p14:tracePt t="22072" x="4008438" y="2787650"/>
          <p14:tracePt t="22082" x="3973513" y="2805113"/>
          <p14:tracePt t="22092" x="3940175" y="2827338"/>
          <p14:tracePt t="22102" x="3906838" y="2844800"/>
          <p14:tracePt t="22112" x="3878263" y="2855913"/>
          <p14:tracePt t="22122" x="3856038" y="2871788"/>
          <p14:tracePt t="22132" x="3844925" y="2878138"/>
          <p14:tracePt t="22142" x="3838575" y="2878138"/>
          <p14:tracePt t="22152" x="3833813" y="2889250"/>
          <p14:tracePt t="22162" x="3827463" y="2895600"/>
          <p14:tracePt t="22172" x="3816350" y="2900363"/>
          <p14:tracePt t="22182" x="3800475" y="2917825"/>
          <p14:tracePt t="22192" x="3771900" y="2944813"/>
          <p14:tracePt t="22202" x="3749675" y="2962275"/>
          <p14:tracePt t="22202" x="3743325" y="2973388"/>
          <p14:tracePt t="22212" x="3714750" y="2990850"/>
          <p14:tracePt t="22222" x="3698875" y="3013075"/>
          <p14:tracePt t="22232" x="3687763" y="3030538"/>
          <p14:tracePt t="22242" x="3676650" y="3041650"/>
          <p14:tracePt t="22252" x="3670300" y="3057525"/>
          <p14:tracePt t="22262" x="3665538" y="3068638"/>
          <p14:tracePt t="22272" x="3659188" y="3074988"/>
          <p14:tracePt t="22282" x="3659188" y="3086100"/>
          <p14:tracePt t="22292" x="3654425" y="3092450"/>
          <p14:tracePt t="22305" x="3654425" y="3097213"/>
          <p14:tracePt t="22345" x="3654425" y="3103563"/>
          <p14:tracePt t="22411" x="3659188" y="3103563"/>
          <p14:tracePt t="22437" x="3665538" y="3103563"/>
          <p14:tracePt t="22453" x="3670300" y="3103563"/>
          <p14:tracePt t="22462" x="3670300" y="3097213"/>
          <p14:tracePt t="22467" x="3676650" y="3097213"/>
          <p14:tracePt t="22472" x="3681413" y="3092450"/>
          <p14:tracePt t="22482" x="3692525" y="3079750"/>
          <p14:tracePt t="22492" x="3721100" y="3068638"/>
          <p14:tracePt t="22502" x="3754438" y="3052763"/>
          <p14:tracePt t="22512" x="3783013" y="3046413"/>
          <p14:tracePt t="22522" x="3822700" y="3035300"/>
          <p14:tracePt t="22532" x="3844925" y="3030538"/>
          <p14:tracePt t="22542" x="3867150" y="3024188"/>
          <p14:tracePt t="22552" x="3873500" y="3024188"/>
          <p14:tracePt t="22562" x="3878263" y="3024188"/>
          <p14:tracePt t="22572" x="3884613" y="3024188"/>
          <p14:tracePt t="22582" x="3889375" y="3024188"/>
          <p14:tracePt t="22592" x="3911600" y="3024188"/>
          <p14:tracePt t="22602" x="3946525" y="3041650"/>
          <p14:tracePt t="22612" x="3984625" y="3068638"/>
          <p14:tracePt t="22622" x="4057650" y="3119438"/>
          <p14:tracePt t="22632" x="4119563" y="3176588"/>
          <p14:tracePt t="22642" x="4176713" y="3243263"/>
          <p14:tracePt t="22652" x="4216400" y="3316288"/>
          <p14:tracePt t="22662" x="4254500" y="3395663"/>
          <p14:tracePt t="22672" x="4294188" y="3468688"/>
          <p14:tracePt t="22682" x="4338638" y="3557588"/>
          <p14:tracePt t="22692" x="4395788" y="3636963"/>
          <p14:tracePt t="22702" x="4440238" y="3721100"/>
          <p14:tracePt t="22712" x="4479925" y="3794125"/>
          <p14:tracePt t="22722" x="4524375" y="3867150"/>
          <p14:tracePt t="22732" x="4559300" y="3940175"/>
          <p14:tracePt t="22742" x="4586288" y="4013200"/>
          <p14:tracePt t="22752" x="4603750" y="4081463"/>
          <p14:tracePt t="22762" x="4603750" y="4125913"/>
          <p14:tracePt t="22772" x="4603750" y="4148138"/>
          <p14:tracePt t="22782" x="4603750" y="4159250"/>
          <p14:tracePt t="22823" x="4603750" y="4165600"/>
          <p14:tracePt t="22825" x="4597400" y="4165600"/>
          <p14:tracePt t="22833" x="4592638" y="4165600"/>
          <p14:tracePt t="22842" x="4581525" y="4165600"/>
          <p14:tracePt t="22852" x="4535488" y="4148138"/>
          <p14:tracePt t="22862" x="4462463" y="4114800"/>
          <p14:tracePt t="22872" x="4373563" y="4064000"/>
          <p14:tracePt t="22882" x="4249738" y="3986213"/>
          <p14:tracePt t="22892" x="4064000" y="3862388"/>
          <p14:tracePt t="22902" x="3884613" y="3738563"/>
          <p14:tracePt t="22912" x="3676650" y="3603625"/>
          <p14:tracePt t="22922" x="3490913" y="3484563"/>
          <p14:tracePt t="22932" x="3338513" y="3406775"/>
          <p14:tracePt t="22942" x="3238500" y="3362325"/>
          <p14:tracePt t="22952" x="3159125" y="3327400"/>
          <p14:tracePt t="22962" x="3125788" y="3316288"/>
          <p14:tracePt t="22972" x="3114675" y="3316288"/>
          <p14:tracePt t="22996" x="3108325" y="3316288"/>
          <p14:tracePt t="23011" x="3103563" y="3316288"/>
          <p14:tracePt t="23013" x="3103563" y="3322638"/>
          <p14:tracePt t="23022" x="3097213" y="3349625"/>
          <p14:tracePt t="23032" x="3090863" y="3395663"/>
          <p14:tracePt t="23042" x="3090863" y="3451225"/>
          <p14:tracePt t="23052" x="3097213" y="3546475"/>
          <p14:tracePt t="23062" x="3119438" y="3665538"/>
          <p14:tracePt t="23072" x="3163888" y="3794125"/>
          <p14:tracePt t="23082" x="3249613" y="3929063"/>
          <p14:tracePt t="23092" x="3333750" y="4052888"/>
          <p14:tracePt t="23102" x="3429000" y="4154488"/>
          <p14:tracePt t="23112" x="3506788" y="4221163"/>
          <p14:tracePt t="23122" x="3552825" y="4256088"/>
          <p14:tracePt t="23143" x="3557588" y="4256088"/>
          <p14:tracePt t="23151" x="3557588" y="4260850"/>
          <p14:tracePt t="23254" x="3552825" y="4260850"/>
          <p14:tracePt t="23259" x="3552825" y="4256088"/>
          <p14:tracePt t="23263" x="3546475" y="4256088"/>
          <p14:tracePt t="23272" x="3541713" y="4249738"/>
          <p14:tracePt t="23283" x="3535363" y="4249738"/>
          <p14:tracePt t="23292" x="3535363" y="4243388"/>
          <p14:tracePt t="23302" x="3530600" y="4243388"/>
          <p14:tracePt t="23312" x="3519488" y="4243388"/>
          <p14:tracePt t="23322" x="3513138" y="4238625"/>
          <p14:tracePt t="23332" x="3506788" y="4238625"/>
          <p14:tracePt t="23342" x="3502025" y="4238625"/>
          <p14:tracePt t="23352" x="3502025" y="4232275"/>
          <p14:tracePt t="23362" x="3495675" y="4232275"/>
          <p14:tracePt t="23422" x="3495675" y="4227513"/>
          <p14:tracePt t="23435" x="3495675" y="4221163"/>
          <p14:tracePt t="23447" x="3495675" y="4216400"/>
          <p14:tracePt t="23462" x="3495675" y="4210050"/>
          <p14:tracePt t="23469" x="3495675" y="4205288"/>
          <p14:tracePt t="23489" x="3495675" y="4198938"/>
          <p14:tracePt t="23499" x="3495675" y="4194175"/>
          <p14:tracePt t="23503" x="3495675" y="4187825"/>
          <p14:tracePt t="23505" x="3490913" y="4187825"/>
          <p14:tracePt t="23512" x="3484563" y="4165600"/>
          <p14:tracePt t="23522" x="3462338" y="4114800"/>
          <p14:tracePt t="23532" x="3411538" y="4041775"/>
          <p14:tracePt t="23542" x="3360738" y="3973513"/>
          <p14:tracePt t="23552" x="3294063" y="3900488"/>
          <p14:tracePt t="23562" x="3214688" y="3822700"/>
          <p14:tracePt t="23572" x="3125788" y="3749675"/>
          <p14:tracePt t="23582" x="3046413" y="3687763"/>
          <p14:tracePt t="23592" x="2955925" y="3630613"/>
          <p14:tracePt t="23602" x="2882900" y="3581400"/>
          <p14:tracePt t="23612" x="2820988" y="3541713"/>
          <p14:tracePt t="23622" x="2782888" y="3508375"/>
          <p14:tracePt t="23632" x="2765425" y="3495675"/>
          <p14:tracePt t="23642" x="2754313" y="3484563"/>
          <p14:tracePt t="23659" x="2754313" y="3479800"/>
          <p14:tracePt t="23683" x="2747963" y="3479800"/>
          <p14:tracePt t="23769" x="2754313" y="3490913"/>
          <p14:tracePt t="23771" x="2760663" y="3490913"/>
          <p14:tracePt t="23773" x="2765425" y="3495675"/>
          <p14:tracePt t="23782" x="2782888" y="3530600"/>
          <p14:tracePt t="23792" x="2827338" y="3592513"/>
          <p14:tracePt t="23802" x="2867025" y="3648075"/>
          <p14:tracePt t="23812" x="2911475" y="3705225"/>
          <p14:tracePt t="23822" x="2944813" y="3754438"/>
          <p14:tracePt t="23832" x="2984500" y="3805238"/>
          <p14:tracePt t="23842" x="3024188" y="3856038"/>
          <p14:tracePt t="23852" x="3063875" y="3906838"/>
          <p14:tracePt t="23862" x="3097213" y="3951288"/>
          <p14:tracePt t="23872" x="3108325" y="3962400"/>
          <p14:tracePt t="23882" x="3108325" y="3968750"/>
          <p14:tracePt t="23892" x="3108325" y="3973513"/>
          <p14:tracePt t="24068" x="3108325" y="3979863"/>
          <p14:tracePt t="24069" x="3114675" y="3979863"/>
          <p14:tracePt t="24072" x="3119438" y="3979863"/>
          <p14:tracePt t="24082" x="3125788" y="3986213"/>
          <p14:tracePt t="24094" x="3125788" y="3990975"/>
          <p14:tracePt t="24102" x="3130550" y="3997325"/>
          <p14:tracePt t="24112" x="3148013" y="4002088"/>
          <p14:tracePt t="24122" x="3159125" y="4008438"/>
          <p14:tracePt t="24132" x="3181350" y="4024313"/>
          <p14:tracePt t="24142" x="3198813" y="4035425"/>
          <p14:tracePt t="24152" x="3225800" y="4052888"/>
          <p14:tracePt t="24162" x="3243263" y="4059238"/>
          <p14:tracePt t="24172" x="3249613" y="4064000"/>
          <p14:tracePt t="24182" x="3254375" y="4070350"/>
          <p14:tracePt t="24230" x="3260725" y="4070350"/>
          <p14:tracePt t="24241" x="3260725" y="4064000"/>
          <p14:tracePt t="24247" x="3260725" y="4059238"/>
          <p14:tracePt t="24252" x="3260725" y="4048125"/>
          <p14:tracePt t="24262" x="3260725" y="4024313"/>
          <p14:tracePt t="24272" x="3260725" y="3979863"/>
          <p14:tracePt t="24282" x="3260725" y="3935413"/>
          <p14:tracePt t="24292" x="3254375" y="3889375"/>
          <p14:tracePt t="24302" x="3249613" y="3838575"/>
          <p14:tracePt t="24312" x="3238500" y="3771900"/>
          <p14:tracePt t="24322" x="3238500" y="3716338"/>
          <p14:tracePt t="24332" x="3238500" y="3643313"/>
          <p14:tracePt t="24342" x="3238500" y="3570288"/>
          <p14:tracePt t="24352" x="3243263" y="3490913"/>
          <p14:tracePt t="24362" x="3249613" y="3422650"/>
          <p14:tracePt t="24372" x="3265488" y="3373438"/>
          <p14:tracePt t="24382" x="3276600" y="3327400"/>
          <p14:tracePt t="24392" x="3282950" y="3300413"/>
          <p14:tracePt t="24402" x="3294063" y="3282950"/>
          <p14:tracePt t="24412" x="3305175" y="3254375"/>
          <p14:tracePt t="24422" x="3327400" y="3227388"/>
          <p14:tracePt t="24432" x="3355975" y="3192463"/>
          <p14:tracePt t="24442" x="3384550" y="3170238"/>
          <p14:tracePt t="24452" x="3429000" y="3136900"/>
          <p14:tracePt t="24462" x="3484563" y="3108325"/>
          <p14:tracePt t="24472" x="3575050" y="3068638"/>
          <p14:tracePt t="24482" x="3659188" y="3041650"/>
          <p14:tracePt t="24492" x="3727450" y="3019425"/>
          <p14:tracePt t="24502" x="3771900" y="3001963"/>
          <p14:tracePt t="24512" x="3811588" y="2979738"/>
          <p14:tracePt t="24522" x="3849688" y="2957513"/>
          <p14:tracePt t="24532" x="3889375" y="2928938"/>
          <p14:tracePt t="24542" x="3922713" y="2906713"/>
          <p14:tracePt t="24552" x="3951288" y="2884488"/>
          <p14:tracePt t="24562" x="3979863" y="2855913"/>
          <p14:tracePt t="24572" x="4008438" y="2833688"/>
          <p14:tracePt t="24582" x="4035425" y="2798763"/>
          <p14:tracePt t="24592" x="4057650" y="2765425"/>
          <p14:tracePt t="24602" x="4092575" y="2720975"/>
          <p14:tracePt t="24612" x="4130675" y="2659063"/>
          <p14:tracePt t="24622" x="4170363" y="2597150"/>
          <p14:tracePt t="24632" x="4232275" y="2524125"/>
          <p14:tracePt t="24642" x="4322763" y="2451100"/>
          <p14:tracePt t="24652" x="4440238" y="2360613"/>
          <p14:tracePt t="24662" x="4559300" y="2276475"/>
          <p14:tracePt t="24672" x="4654550" y="2209800"/>
          <p14:tracePt t="24682" x="4716463" y="2163763"/>
          <p14:tracePt t="24692" x="4767263" y="2130425"/>
          <p14:tracePt t="24702" x="4811713" y="2101850"/>
          <p14:tracePt t="24712" x="4856163" y="2074863"/>
          <p14:tracePt t="24722" x="4918075" y="2057400"/>
          <p14:tracePt t="24732" x="4991100" y="2035175"/>
          <p14:tracePt t="24742" x="5070475" y="2017713"/>
          <p14:tracePt t="24752" x="5148263" y="2001838"/>
          <p14:tracePt t="24762" x="5221288" y="1990725"/>
          <p14:tracePt t="24772" x="5307013" y="1990725"/>
          <p14:tracePt t="24782" x="5402263" y="1990725"/>
          <p14:tracePt t="24792" x="5514975" y="2006600"/>
          <p14:tracePt t="24802" x="5654675" y="2039938"/>
          <p14:tracePt t="24812" x="5829300" y="2085975"/>
          <p14:tracePt t="24822" x="6070600" y="2159000"/>
          <p14:tracePt t="24832" x="6307138" y="2236788"/>
          <p14:tracePt t="24842" x="6559550" y="2320925"/>
          <p14:tracePt t="24852" x="6800850" y="2406650"/>
          <p14:tracePt t="24862" x="7032625" y="2479675"/>
          <p14:tracePt t="24872" x="7227888" y="2557463"/>
          <p14:tracePt t="24882" x="7402513" y="2641600"/>
          <p14:tracePt t="24892" x="7559675" y="2743200"/>
          <p14:tracePt t="24902" x="7678738" y="2849563"/>
          <p14:tracePt t="24912" x="7767638" y="2968625"/>
          <p14:tracePt t="24922" x="7835900" y="3092450"/>
          <p14:tracePt t="24932" x="7880350" y="3214688"/>
          <p14:tracePt t="24942" x="7913688" y="3344863"/>
          <p14:tracePt t="24952" x="7942263" y="3473450"/>
          <p14:tracePt t="24962" x="7964488" y="3597275"/>
          <p14:tracePt t="24972" x="7970838" y="3716338"/>
          <p14:tracePt t="24982" x="7970838" y="3827463"/>
          <p14:tracePt t="24992" x="7970838" y="3968750"/>
          <p14:tracePt t="25002" x="7986713" y="4181475"/>
          <p14:tracePt t="25012" x="8021638" y="4475163"/>
          <p14:tracePt t="25022" x="8066088" y="4789488"/>
          <p14:tracePt t="25032" x="8105775" y="5081588"/>
          <p14:tracePt t="25042" x="8128000" y="5295900"/>
          <p14:tracePt t="25052" x="8134350" y="5430838"/>
          <p14:tracePt t="25062" x="8134350" y="5492750"/>
          <p14:tracePt t="25072" x="8134350" y="5519738"/>
          <p14:tracePt t="25082" x="8134350" y="5537200"/>
          <p14:tracePt t="25092" x="8128000" y="5537200"/>
          <p14:tracePt t="25123" x="8128000" y="5541963"/>
          <p14:tracePt t="25167" x="8128000" y="5548313"/>
          <p14:tracePt t="25181" x="8121650" y="5548313"/>
          <p14:tracePt t="25189" x="8116888" y="5548313"/>
          <p14:tracePt t="25217" x="8110538" y="5548313"/>
          <p14:tracePt t="25247" x="8105775" y="5548313"/>
          <p14:tracePt t="25350" x="8105775" y="5541963"/>
          <p14:tracePt t="25355" x="8099425" y="5541963"/>
          <p14:tracePt t="25367" x="8099425" y="5537200"/>
          <p14:tracePt t="25377" x="8094663" y="5530850"/>
          <p14:tracePt t="25383" x="8094663" y="5526088"/>
          <p14:tracePt t="25385" x="8088313" y="5526088"/>
          <p14:tracePt t="25392" x="8088313" y="5519738"/>
          <p14:tracePt t="25402" x="8083550" y="5503863"/>
          <p14:tracePt t="25412" x="8066088" y="5475288"/>
          <p14:tracePt t="25422" x="8037513" y="5435600"/>
          <p14:tracePt t="25432" x="7993063" y="5391150"/>
          <p14:tracePt t="25442" x="7913688" y="5322888"/>
          <p14:tracePt t="25452" x="7802563" y="5245100"/>
          <p14:tracePt t="25462" x="7605713" y="5110163"/>
          <p14:tracePt t="25472" x="7358063" y="4968875"/>
          <p14:tracePt t="25482" x="7059613" y="4778375"/>
          <p14:tracePt t="25492" x="6738938" y="4581525"/>
          <p14:tracePt t="25502" x="6408738" y="4391025"/>
          <p14:tracePt t="25512" x="6115050" y="4221163"/>
          <p14:tracePt t="25522" x="5834063" y="4052888"/>
          <p14:tracePt t="25532" x="5570538" y="3878263"/>
          <p14:tracePt t="25542" x="5307013" y="3698875"/>
          <p14:tracePt t="25552" x="5081588" y="3552825"/>
          <p14:tracePt t="25562" x="4884738" y="3446463"/>
          <p14:tracePt t="25572" x="4749800" y="3389313"/>
          <p14:tracePt t="25582" x="4687888" y="3367088"/>
          <p14:tracePt t="25592" x="4681538" y="3367088"/>
          <p14:tracePt t="25602" x="4676775" y="3362325"/>
          <p14:tracePt t="25612" x="4670425" y="3362325"/>
          <p14:tracePt t="25622" x="4665663" y="3362325"/>
          <p14:tracePt t="25705" x="4665663" y="3367088"/>
          <p14:tracePt t="25709" x="4665663" y="3373438"/>
          <p14:tracePt t="25719" x="4665663" y="3378200"/>
          <p14:tracePt t="25743" x="4665663" y="3384550"/>
          <p14:tracePt t="25755" x="4659313" y="3384550"/>
          <p14:tracePt t="25822" x="4659313" y="3389313"/>
          <p14:tracePt t="25825" x="4659313" y="3395663"/>
          <p14:tracePt t="25832" x="4659313" y="3400425"/>
          <p14:tracePt t="25842" x="4659313" y="3422650"/>
          <p14:tracePt t="25852" x="4659313" y="3462338"/>
          <p14:tracePt t="25862" x="4665663" y="3490913"/>
          <p14:tracePt t="25872" x="4665663" y="3524250"/>
          <p14:tracePt t="25882" x="4665663" y="3552825"/>
          <p14:tracePt t="25892" x="4676775" y="3592513"/>
          <p14:tracePt t="25902" x="4676775" y="3625850"/>
          <p14:tracePt t="25912" x="4687888" y="3670300"/>
          <p14:tracePt t="25922" x="4694238" y="3705225"/>
          <p14:tracePt t="25932" x="4699000" y="3732213"/>
          <p14:tracePt t="25942" x="4699000" y="3743325"/>
          <p14:tracePt t="25952" x="4705350" y="3743325"/>
          <p14:tracePt t="25962" x="4705350" y="3749675"/>
          <p14:tracePt t="26017" x="4705350" y="3754438"/>
          <p14:tracePt t="26079" x="4705350" y="3749675"/>
          <p14:tracePt t="26087" x="4710113" y="3749675"/>
          <p14:tracePt t="26093" x="4716463" y="3749675"/>
          <p14:tracePt t="26099" x="4716463" y="3743325"/>
          <p14:tracePt t="26105" x="4721225" y="3743325"/>
          <p14:tracePt t="26113" x="4727575" y="3738563"/>
          <p14:tracePt t="26122" x="4732338" y="3738563"/>
          <p14:tracePt t="26132" x="4743450" y="3738563"/>
          <p14:tracePt t="26142" x="4749800" y="3732213"/>
          <p14:tracePt t="26152" x="4760913" y="3732213"/>
          <p14:tracePt t="26162" x="4772025" y="3732213"/>
          <p14:tracePt t="26172" x="4778375" y="3738563"/>
          <p14:tracePt t="26182" x="4794250" y="3743325"/>
          <p14:tracePt t="26192" x="4805363" y="3754438"/>
          <p14:tracePt t="26202" x="4816475" y="3760788"/>
          <p14:tracePt t="26212" x="4829175" y="3765550"/>
          <p14:tracePt t="26222" x="4840288" y="3771900"/>
          <p14:tracePt t="26232" x="4845050" y="3778250"/>
          <p14:tracePt t="26242" x="4851400" y="3783013"/>
          <p14:tracePt t="26252" x="4856163" y="3789363"/>
          <p14:tracePt t="26263" x="4862513" y="3789363"/>
          <p14:tracePt t="26272" x="4862513" y="3794125"/>
          <p14:tracePt t="26293" x="4862513" y="3800475"/>
          <p14:tracePt t="26335" x="4862513" y="3805238"/>
          <p14:tracePt t="26347" x="4862513" y="3811588"/>
          <p14:tracePt t="26353" x="4862513" y="3816350"/>
          <p14:tracePt t="26357" x="4862513" y="3822700"/>
          <p14:tracePt t="26363" x="4862513" y="3827463"/>
          <p14:tracePt t="26372" x="4862513" y="3838575"/>
          <p14:tracePt t="26382" x="4862513" y="3844925"/>
          <p14:tracePt t="26392" x="4862513" y="3851275"/>
          <p14:tracePt t="26530" x="4856163" y="3851275"/>
          <p14:tracePt t="26536" x="4851400" y="3851275"/>
          <p14:tracePt t="26543" x="4851400" y="3844925"/>
          <p14:tracePt t="26545" x="4845050" y="3844925"/>
          <p14:tracePt t="26552" x="4840288" y="3833813"/>
          <p14:tracePt t="26562" x="4829175" y="3822700"/>
          <p14:tracePt t="26572" x="4816475" y="3805238"/>
          <p14:tracePt t="26582" x="4800600" y="3789363"/>
          <p14:tracePt t="26592" x="4783138" y="3771900"/>
          <p14:tracePt t="26602" x="4767263" y="3749675"/>
          <p14:tracePt t="26612" x="4743450" y="3732213"/>
          <p14:tracePt t="26622" x="4727575" y="3716338"/>
          <p14:tracePt t="26632" x="4710113" y="3692525"/>
          <p14:tracePt t="26642" x="4694238" y="3670300"/>
          <p14:tracePt t="26652" x="4681538" y="3654425"/>
          <p14:tracePt t="26662" x="4670425" y="3643313"/>
          <p14:tracePt t="26672" x="4665663" y="3636963"/>
          <p14:tracePt t="26682" x="4659313" y="3630613"/>
          <p14:tracePt t="26693" x="4659313" y="3625850"/>
          <p14:tracePt t="26702" x="4659313" y="3619500"/>
          <p14:tracePt t="26712" x="4654550" y="3614738"/>
          <p14:tracePt t="26727" x="4654550" y="3608388"/>
          <p14:tracePt t="26733" x="4648200" y="3608388"/>
          <p14:tracePt t="26742" x="4648200" y="3603625"/>
          <p14:tracePt t="26753" x="4643438" y="3603625"/>
          <p14:tracePt t="26762" x="4643438" y="3592513"/>
          <p14:tracePt t="26772" x="4643438" y="3586163"/>
          <p14:tracePt t="26782" x="4643438" y="3581400"/>
          <p14:tracePt t="26792" x="4643438" y="3563938"/>
          <p14:tracePt t="26802" x="4643438" y="3552825"/>
          <p14:tracePt t="26812" x="4643438" y="3535363"/>
          <p14:tracePt t="26822" x="4643438" y="3524250"/>
          <p14:tracePt t="26832" x="4643438" y="3513138"/>
          <p14:tracePt t="26842" x="4643438" y="3495675"/>
          <p14:tracePt t="26852" x="4648200" y="3484563"/>
          <p14:tracePt t="26862" x="4654550" y="3473450"/>
          <p14:tracePt t="26872" x="4659313" y="3462338"/>
          <p14:tracePt t="26882" x="4670425" y="3451225"/>
          <p14:tracePt t="26892" x="4676775" y="3446463"/>
          <p14:tracePt t="26902" x="4681538" y="3435350"/>
          <p14:tracePt t="26912" x="4681538" y="3429000"/>
          <p14:tracePt t="26922" x="4687888" y="3422650"/>
          <p14:tracePt t="26932" x="4699000" y="3417888"/>
          <p14:tracePt t="26946" x="4705350" y="3417888"/>
          <p14:tracePt t="26960" x="4705350" y="3411538"/>
          <p14:tracePt t="26962" x="4710113" y="3411538"/>
          <p14:tracePt t="26972" x="4710113" y="3406775"/>
          <p14:tracePt t="26982" x="4727575" y="3406775"/>
          <p14:tracePt t="26992" x="4743450" y="3400425"/>
          <p14:tracePt t="27002" x="4783138" y="3400425"/>
          <p14:tracePt t="27012" x="4805363" y="3395663"/>
          <p14:tracePt t="27022" x="4833938" y="3395663"/>
          <p14:tracePt t="27032" x="4856163" y="3395663"/>
          <p14:tracePt t="27042" x="4878388" y="3395663"/>
          <p14:tracePt t="27052" x="4906963" y="3395663"/>
          <p14:tracePt t="27062" x="4940300" y="3395663"/>
          <p14:tracePt t="27072" x="4975225" y="3395663"/>
          <p14:tracePt t="27082" x="5013325" y="3406775"/>
          <p14:tracePt t="27092" x="5053013" y="3406775"/>
          <p14:tracePt t="27102" x="5099050" y="3417888"/>
          <p14:tracePt t="27112" x="5143500" y="3417888"/>
          <p14:tracePt t="27122" x="5194300" y="3429000"/>
          <p14:tracePt t="27132" x="5238750" y="3435350"/>
          <p14:tracePt t="27142" x="5278438" y="3440113"/>
          <p14:tracePt t="27152" x="5307013" y="3446463"/>
          <p14:tracePt t="27162" x="5329238" y="3446463"/>
          <p14:tracePt t="27172" x="5345113" y="3451225"/>
          <p14:tracePt t="27182" x="5362575" y="3451225"/>
          <p14:tracePt t="27192" x="5391150" y="3462338"/>
          <p14:tracePt t="27202" x="5424488" y="3473450"/>
          <p14:tracePt t="27212" x="5457825" y="3479800"/>
          <p14:tracePt t="27222" x="5497513" y="3490913"/>
          <p14:tracePt t="27232" x="5530850" y="3495675"/>
          <p14:tracePt t="27242" x="5575300" y="3508375"/>
          <p14:tracePt t="27252" x="5626100" y="3519488"/>
          <p14:tracePt t="27262" x="5676900" y="3530600"/>
          <p14:tracePt t="27272" x="5710238" y="3535363"/>
          <p14:tracePt t="27282" x="5727700" y="3541713"/>
          <p14:tracePt t="27292" x="5734050" y="3546475"/>
          <p14:tracePt t="27302" x="5745163" y="3546475"/>
          <p14:tracePt t="27312" x="5749925" y="3552825"/>
          <p14:tracePt t="27322" x="5756275" y="3552825"/>
          <p14:tracePt t="27332" x="5761038" y="3552825"/>
          <p14:tracePt t="27342" x="5767388" y="3557588"/>
          <p14:tracePt t="27352" x="5772150" y="3557588"/>
          <p14:tracePt t="27363" x="5778500" y="3563938"/>
          <p14:tracePt t="27372" x="5789613" y="3570288"/>
          <p14:tracePt t="27382" x="5807075" y="3586163"/>
          <p14:tracePt t="27392" x="5834063" y="3608388"/>
          <p14:tracePt t="27402" x="5873750" y="3636963"/>
          <p14:tracePt t="27412" x="5918200" y="3665538"/>
          <p14:tracePt t="27422" x="5964238" y="3692525"/>
          <p14:tracePt t="27432" x="6003925" y="3716338"/>
          <p14:tracePt t="27442" x="6037263" y="3732213"/>
          <p14:tracePt t="27452" x="6053138" y="3749675"/>
          <p14:tracePt t="27462" x="6065838" y="3754438"/>
          <p14:tracePt t="27472" x="6076950" y="3760788"/>
          <p14:tracePt t="27482" x="6081713" y="3765550"/>
          <p14:tracePt t="27492" x="6088063" y="3771900"/>
          <p14:tracePt t="27502" x="6099175" y="3778250"/>
          <p14:tracePt t="27512" x="6103938" y="3789363"/>
          <p14:tracePt t="27522" x="6110288" y="3794125"/>
          <p14:tracePt t="27532" x="6121400" y="3794125"/>
          <p14:tracePt t="27542" x="6121400" y="3800475"/>
          <p14:tracePt t="27552" x="6126163" y="3805238"/>
          <p14:tracePt t="27562" x="6143625" y="3816350"/>
          <p14:tracePt t="27572" x="6172200" y="3833813"/>
          <p14:tracePt t="27582" x="6200775" y="3856038"/>
          <p14:tracePt t="27592" x="6227763" y="3873500"/>
          <p14:tracePt t="27602" x="6249988" y="3889375"/>
          <p14:tracePt t="27612" x="6273800" y="3900488"/>
          <p14:tracePt t="27622" x="6284913" y="3906838"/>
          <p14:tracePt t="27632" x="6300788" y="3913188"/>
          <p14:tracePt t="27642" x="6318250" y="3924300"/>
          <p14:tracePt t="27652" x="6329363" y="3935413"/>
          <p14:tracePt t="27662" x="6346825" y="3946525"/>
          <p14:tracePt t="27672" x="6362700" y="3957638"/>
          <p14:tracePt t="27682" x="6373813" y="3968750"/>
          <p14:tracePt t="27692" x="6391275" y="3979863"/>
          <p14:tracePt t="27702" x="6413500" y="4002088"/>
          <p14:tracePt t="27712" x="6435725" y="4019550"/>
          <p14:tracePt t="27722" x="6457950" y="4035425"/>
          <p14:tracePt t="27732" x="6469063" y="4048125"/>
          <p14:tracePt t="27742" x="6475413" y="4052888"/>
          <p14:tracePt t="27752" x="6481763" y="4059238"/>
          <p14:tracePt t="27762" x="6486525" y="4064000"/>
          <p14:tracePt t="27772" x="6486525" y="4070350"/>
          <p14:tracePt t="27782" x="6492875" y="4081463"/>
          <p14:tracePt t="27823" x="6492875" y="4086225"/>
          <p14:tracePt t="27878" x="6492875" y="4081463"/>
          <p14:tracePt t="27881" x="6492875" y="4075113"/>
          <p14:tracePt t="27887" x="6486525" y="4070350"/>
          <p14:tracePt t="27892" x="6481763" y="4064000"/>
          <p14:tracePt t="27902" x="6475413" y="4048125"/>
          <p14:tracePt t="27912" x="6457950" y="4019550"/>
          <p14:tracePt t="27922" x="6442075" y="3997325"/>
          <p14:tracePt t="27932" x="6424613" y="3973513"/>
          <p14:tracePt t="27942" x="6408738" y="3951288"/>
          <p14:tracePt t="27952" x="6391275" y="3924300"/>
          <p14:tracePt t="27962" x="6373813" y="3906838"/>
          <p14:tracePt t="27972" x="6362700" y="3884613"/>
          <p14:tracePt t="27982" x="6351588" y="3867150"/>
          <p14:tracePt t="27992" x="6334125" y="3844925"/>
          <p14:tracePt t="28002" x="6318250" y="3827463"/>
          <p14:tracePt t="28012" x="6307138" y="3816350"/>
          <p14:tracePt t="28022" x="6289675" y="3800475"/>
          <p14:tracePt t="28032" x="6278563" y="3783013"/>
          <p14:tracePt t="28042" x="6267450" y="3778250"/>
          <p14:tracePt t="28052" x="6261100" y="3771900"/>
          <p14:tracePt t="28062" x="6261100" y="3765550"/>
          <p14:tracePt t="28072" x="6256338" y="3760788"/>
          <p14:tracePt t="28082" x="6249988" y="3760788"/>
          <p14:tracePt t="28092" x="6249988" y="3754438"/>
          <p14:tracePt t="28102" x="6245225" y="3754438"/>
          <p14:tracePt t="28112" x="6238875" y="3749675"/>
          <p14:tracePt t="28122" x="6227763" y="3743325"/>
          <p14:tracePt t="28132" x="6223000" y="3738563"/>
          <p14:tracePt t="28142" x="6216650" y="3732213"/>
          <p14:tracePt t="28152" x="6200775" y="3721100"/>
          <p14:tracePt t="28162" x="6188075" y="3716338"/>
          <p14:tracePt t="28172" x="6172200" y="3705225"/>
          <p14:tracePt t="28182" x="6161088" y="3692525"/>
          <p14:tracePt t="28192" x="6138863" y="3687763"/>
          <p14:tracePt t="28202" x="6126163" y="3670300"/>
          <p14:tracePt t="28212" x="6099175" y="3659188"/>
          <p14:tracePt t="28222" x="6076950" y="3648075"/>
          <p14:tracePt t="28232" x="6053138" y="3630613"/>
          <p14:tracePt t="28242" x="6037263" y="3619500"/>
          <p14:tracePt t="28252" x="6015038" y="3614738"/>
          <p14:tracePt t="28262" x="5997575" y="3608388"/>
          <p14:tracePt t="28272" x="5975350" y="3597275"/>
          <p14:tracePt t="28282" x="5953125" y="3586163"/>
          <p14:tracePt t="28292" x="5924550" y="3575050"/>
          <p14:tracePt t="28302" x="5895975" y="3563938"/>
          <p14:tracePt t="28312" x="5873750" y="3557588"/>
          <p14:tracePt t="28322" x="5851525" y="3546475"/>
          <p14:tracePt t="28332" x="5829300" y="3541713"/>
          <p14:tracePt t="28342" x="5807075" y="3530600"/>
          <p14:tracePt t="28352" x="5778500" y="3524250"/>
          <p14:tracePt t="28362" x="5749925" y="3519488"/>
          <p14:tracePt t="28372" x="5722938" y="3513138"/>
          <p14:tracePt t="28382" x="5694363" y="3508375"/>
          <p14:tracePt t="28392" x="5654675" y="3502025"/>
          <p14:tracePt t="28402" x="5621338" y="3490913"/>
          <p14:tracePt t="28412" x="5588000" y="3484563"/>
          <p14:tracePt t="28422" x="5553075" y="3479800"/>
          <p14:tracePt t="28432" x="5526088" y="3473450"/>
          <p14:tracePt t="28442" x="5502275" y="3468688"/>
          <p14:tracePt t="28452" x="5486400" y="3468688"/>
          <p14:tracePt t="28462" x="5464175" y="3462338"/>
          <p14:tracePt t="28472" x="5457825" y="3462338"/>
          <p14:tracePt t="28482" x="5440363" y="3462338"/>
          <p14:tracePt t="28492" x="5424488" y="3462338"/>
          <p14:tracePt t="28502" x="5413375" y="3457575"/>
          <p14:tracePt t="28512" x="5395913" y="3457575"/>
          <p14:tracePt t="28522" x="5373688" y="3451225"/>
          <p14:tracePt t="28532" x="5334000" y="3446463"/>
          <p14:tracePt t="28542" x="5294313" y="3446463"/>
          <p14:tracePt t="28552" x="5245100" y="3435350"/>
          <p14:tracePt t="28562" x="5205413" y="3435350"/>
          <p14:tracePt t="28572" x="5172075" y="3429000"/>
          <p14:tracePt t="28582" x="5143500" y="3422650"/>
          <p14:tracePt t="28592" x="5132388" y="3422650"/>
          <p14:tracePt t="28602" x="5114925" y="3422650"/>
          <p14:tracePt t="28612" x="5110163" y="3422650"/>
          <p14:tracePt t="28622" x="5099050" y="3422650"/>
          <p14:tracePt t="28632" x="5086350" y="3422650"/>
          <p14:tracePt t="28642" x="5075238" y="3422650"/>
          <p14:tracePt t="28652" x="5064125" y="3422650"/>
          <p14:tracePt t="28662" x="5048250" y="3422650"/>
          <p14:tracePt t="28672" x="5024438" y="3422650"/>
          <p14:tracePt t="28682" x="4975225" y="3422650"/>
          <p14:tracePt t="28692" x="4940300" y="3429000"/>
          <p14:tracePt t="28702" x="4895850" y="3435350"/>
          <p14:tracePt t="28712" x="4867275" y="3446463"/>
          <p14:tracePt t="28722" x="4833938" y="3451225"/>
          <p14:tracePt t="28732" x="4805363" y="3462338"/>
          <p14:tracePt t="28742" x="4789488" y="3462338"/>
          <p14:tracePt t="28752" x="4778375" y="3468688"/>
          <p14:tracePt t="28765" x="4778375" y="3473450"/>
          <p14:tracePt t="28772" x="4772025" y="3473450"/>
          <p14:tracePt t="28782" x="4772025" y="3479800"/>
          <p14:tracePt t="28792" x="4767263" y="3479800"/>
          <p14:tracePt t="28802" x="4760913" y="3484563"/>
          <p14:tracePt t="28812" x="4749800" y="3495675"/>
          <p14:tracePt t="28822" x="4738688" y="3508375"/>
          <p14:tracePt t="28832" x="4727575" y="3519488"/>
          <p14:tracePt t="28842" x="4716463" y="3535363"/>
          <p14:tracePt t="28852" x="4705350" y="3546475"/>
          <p14:tracePt t="28862" x="4699000" y="3557588"/>
          <p14:tracePt t="28872" x="4694238" y="3563938"/>
          <p14:tracePt t="28882" x="4687888" y="3575050"/>
          <p14:tracePt t="28892" x="4681538" y="3581400"/>
          <p14:tracePt t="28902" x="4681538" y="3586163"/>
          <p14:tracePt t="28912" x="4676775" y="3597275"/>
          <p14:tracePt t="28922" x="4676775" y="3603625"/>
          <p14:tracePt t="28932" x="4665663" y="3614738"/>
          <p14:tracePt t="28942" x="4665663" y="3625850"/>
          <p14:tracePt t="28952" x="4659313" y="3630613"/>
          <p14:tracePt t="28962" x="4659313" y="3636963"/>
          <p14:tracePt t="28972" x="4659313" y="3643313"/>
          <p14:tracePt t="28982" x="4659313" y="3648075"/>
          <p14:tracePt t="28992" x="4659313" y="3654425"/>
          <p14:tracePt t="29003" x="4659313" y="3659188"/>
          <p14:tracePt t="29012" x="4659313" y="3665538"/>
          <p14:tracePt t="29022" x="4659313" y="3670300"/>
          <p14:tracePt t="29032" x="4659313" y="3681413"/>
          <p14:tracePt t="29042" x="4659313" y="3692525"/>
          <p14:tracePt t="29052" x="4659313" y="3698875"/>
          <p14:tracePt t="29062" x="4659313" y="3709988"/>
          <p14:tracePt t="29072" x="4659313" y="3716338"/>
          <p14:tracePt t="29085" x="4659313" y="3721100"/>
          <p14:tracePt t="29097" x="4659313" y="3727450"/>
          <p14:tracePt t="29105" x="4665663" y="3727450"/>
          <p14:tracePt t="29112" x="4665663" y="3732213"/>
          <p14:tracePt t="29122" x="4665663" y="3738563"/>
          <p14:tracePt t="29132" x="4670425" y="3743325"/>
          <p14:tracePt t="29262" x="4676775" y="3743325"/>
          <p14:tracePt t="29269" x="4676775" y="3738563"/>
          <p14:tracePt t="29273" x="4676775" y="3732213"/>
          <p14:tracePt t="29282" x="4676775" y="3721100"/>
          <p14:tracePt t="29292" x="4676775" y="3705225"/>
          <p14:tracePt t="29302" x="4676775" y="3681413"/>
          <p14:tracePt t="29312" x="4676775" y="3648075"/>
          <p14:tracePt t="29322" x="4676775" y="3619500"/>
          <p14:tracePt t="29332" x="4670425" y="3597275"/>
          <p14:tracePt t="29342" x="4670425" y="3575050"/>
          <p14:tracePt t="29352" x="4670425" y="3570288"/>
          <p14:tracePt t="29362" x="4670425" y="3552825"/>
          <p14:tracePt t="29372" x="4670425" y="3546475"/>
          <p14:tracePt t="29382" x="4670425" y="3530600"/>
          <p14:tracePt t="29392" x="4670425" y="3524250"/>
          <p14:tracePt t="29402" x="4676775" y="3513138"/>
          <p14:tracePt t="29412" x="4681538" y="3508375"/>
          <p14:tracePt t="29422" x="4687888" y="3502025"/>
          <p14:tracePt t="29432" x="4694238" y="3495675"/>
          <p14:tracePt t="29442" x="4699000" y="3490913"/>
          <p14:tracePt t="29452" x="4710113" y="3484563"/>
          <p14:tracePt t="29462" x="4727575" y="3484563"/>
          <p14:tracePt t="29472" x="4743450" y="3479800"/>
          <p14:tracePt t="29482" x="4767263" y="3479800"/>
          <p14:tracePt t="29492" x="4783138" y="3479800"/>
          <p14:tracePt t="29502" x="4805363" y="3473450"/>
          <p14:tracePt t="29512" x="4829175" y="3473450"/>
          <p14:tracePt t="29522" x="4856163" y="3473450"/>
          <p14:tracePt t="29532" x="4902200" y="3473450"/>
          <p14:tracePt t="29542" x="4946650" y="3473450"/>
          <p14:tracePt t="29552" x="4997450" y="3479800"/>
          <p14:tracePt t="29562" x="5048250" y="3479800"/>
          <p14:tracePt t="29572" x="5099050" y="3490913"/>
          <p14:tracePt t="29582" x="5148263" y="3495675"/>
          <p14:tracePt t="29592" x="5194300" y="3502025"/>
          <p14:tracePt t="29602" x="5238750" y="3508375"/>
          <p14:tracePt t="29612" x="5289550" y="3513138"/>
          <p14:tracePt t="29622" x="5334000" y="3519488"/>
          <p14:tracePt t="29632" x="5384800" y="3530600"/>
          <p14:tracePt t="29642" x="5435600" y="3546475"/>
          <p14:tracePt t="29652" x="5486400" y="3557588"/>
          <p14:tracePt t="29662" x="5530850" y="3570288"/>
          <p14:tracePt t="29672" x="5575300" y="3581400"/>
          <p14:tracePt t="29682" x="5632450" y="3592513"/>
          <p14:tracePt t="29692" x="5676900" y="3603625"/>
          <p14:tracePt t="29702" x="5722938" y="3614738"/>
          <p14:tracePt t="29712" x="5778500" y="3625850"/>
          <p14:tracePt t="29722" x="5862638" y="3648075"/>
          <p14:tracePt t="29732" x="5942013" y="3665538"/>
          <p14:tracePt t="29742" x="6003925" y="3687763"/>
          <p14:tracePt t="29752" x="6053138" y="3698875"/>
          <p14:tracePt t="29762" x="6076950" y="3705225"/>
          <p14:tracePt t="29772" x="6092825" y="3716338"/>
          <p14:tracePt t="29782" x="6099175" y="3716338"/>
          <p14:tracePt t="29792" x="6103938" y="3721100"/>
          <p14:tracePt t="29802" x="6110288" y="3727450"/>
          <p14:tracePt t="29822" x="6110288" y="3732213"/>
          <p14:tracePt t="29823" x="6115050" y="3732213"/>
          <p14:tracePt t="29837" x="6115050" y="3738563"/>
          <p14:tracePt t="29846" x="6121400" y="3743325"/>
          <p14:tracePt t="29852" x="6126163" y="3749675"/>
          <p14:tracePt t="29862" x="6132513" y="3760788"/>
          <p14:tracePt t="29872" x="6132513" y="3771900"/>
          <p14:tracePt t="29882" x="6138863" y="3783013"/>
          <p14:tracePt t="29892" x="6143625" y="3794125"/>
          <p14:tracePt t="29902" x="6149975" y="3805238"/>
          <p14:tracePt t="29912" x="6154738" y="3816350"/>
          <p14:tracePt t="29923" x="6154738" y="3822700"/>
          <p14:tracePt t="29942" x="6154738" y="3827463"/>
          <p14:tracePt t="29985" x="6154738" y="3833813"/>
          <p14:tracePt t="30005" x="6161088" y="3833813"/>
          <p14:tracePt t="30017" x="6161088" y="3838575"/>
          <p14:tracePt t="47614" x="6161088" y="3833813"/>
          <p14:tracePt t="47618" x="6161088" y="3827463"/>
          <p14:tracePt t="47622" x="6161088" y="3816350"/>
          <p14:tracePt t="47632" x="6161088" y="3800475"/>
          <p14:tracePt t="47642" x="6161088" y="3778250"/>
          <p14:tracePt t="47664" x="6161088" y="3771900"/>
          <p14:tracePt t="47673" x="6154738" y="3771900"/>
          <p14:tracePt t="47804" x="6154738" y="3778250"/>
          <p14:tracePt t="47805" x="6154738" y="3783013"/>
          <p14:tracePt t="47812" x="6161088" y="3789363"/>
          <p14:tracePt t="47822" x="6165850" y="3805238"/>
          <p14:tracePt t="47832" x="6172200" y="3822700"/>
          <p14:tracePt t="47842" x="6172200" y="3833813"/>
          <p14:tracePt t="47852" x="6176963" y="3851275"/>
          <p14:tracePt t="47862" x="6176963" y="3873500"/>
          <p14:tracePt t="47872" x="6176963" y="3884613"/>
          <p14:tracePt t="47882" x="6183313" y="3900488"/>
          <p14:tracePt t="47892" x="6183313" y="3913188"/>
          <p14:tracePt t="47902" x="6183313" y="3917950"/>
          <p14:tracePt t="47912" x="6188075" y="3924300"/>
          <p14:tracePt t="47922" x="6188075" y="3929063"/>
          <p14:tracePt t="47932" x="6194425" y="3929063"/>
          <p14:tracePt t="47942" x="6194425" y="3935413"/>
          <p14:tracePt t="47952" x="6205538" y="3940175"/>
          <p14:tracePt t="47962" x="6216650" y="3946525"/>
          <p14:tracePt t="47972" x="6223000" y="3951288"/>
          <p14:tracePt t="47982" x="6227763" y="3962400"/>
          <p14:tracePt t="47992" x="6238875" y="3968750"/>
          <p14:tracePt t="48002" x="6249988" y="3973513"/>
          <p14:tracePt t="48012" x="6256338" y="3986213"/>
          <p14:tracePt t="48043" x="6261100" y="3986213"/>
          <p14:tracePt t="48055" x="6261100" y="3990975"/>
          <p14:tracePt t="48292" x="6261100" y="3986213"/>
          <p14:tracePt t="48295" x="6261100" y="3979863"/>
          <p14:tracePt t="48302" x="6256338" y="3973513"/>
          <p14:tracePt t="48312" x="6249988" y="3957638"/>
          <p14:tracePt t="48322" x="6227763" y="3935413"/>
          <p14:tracePt t="48332" x="6211888" y="3906838"/>
          <p14:tracePt t="48342" x="6188075" y="3873500"/>
          <p14:tracePt t="48352" x="6161088" y="3838575"/>
          <p14:tracePt t="48362" x="6121400" y="3800475"/>
          <p14:tracePt t="48372" x="6088063" y="3765550"/>
          <p14:tracePt t="48382" x="6053138" y="3732213"/>
          <p14:tracePt t="48392" x="6019800" y="3692525"/>
          <p14:tracePt t="48402" x="5986463" y="3665538"/>
          <p14:tracePt t="48412" x="5957888" y="3636963"/>
          <p14:tracePt t="48422" x="5930900" y="3614738"/>
          <p14:tracePt t="48432" x="5891213" y="3581400"/>
          <p14:tracePt t="48442" x="5857875" y="3557588"/>
          <p14:tracePt t="48452" x="5829300" y="3530600"/>
          <p14:tracePt t="48462" x="5800725" y="3513138"/>
          <p14:tracePt t="48472" x="5772150" y="3495675"/>
          <p14:tracePt t="48482" x="5749925" y="3479800"/>
          <p14:tracePt t="48492" x="5727700" y="3468688"/>
          <p14:tracePt t="48502" x="5710238" y="3457575"/>
          <p14:tracePt t="48512" x="5688013" y="3446463"/>
          <p14:tracePt t="48522" x="5672138" y="3435350"/>
          <p14:tracePt t="48532" x="5649913" y="3422650"/>
          <p14:tracePt t="48542" x="5626100" y="3406775"/>
          <p14:tracePt t="48552" x="5592763" y="3395663"/>
          <p14:tracePt t="48562" x="5564188" y="3378200"/>
          <p14:tracePt t="48572" x="5526088" y="3362325"/>
          <p14:tracePt t="48582" x="5486400" y="3344863"/>
          <p14:tracePt t="48592" x="5453063" y="3327400"/>
          <p14:tracePt t="48602" x="5424488" y="3311525"/>
          <p14:tracePt t="48612" x="5402263" y="3305175"/>
          <p14:tracePt t="48622" x="5384800" y="3300413"/>
          <p14:tracePt t="48632" x="5373688" y="3300413"/>
          <p14:tracePt t="48642" x="5362575" y="3294063"/>
          <p14:tracePt t="48652" x="5356225" y="3294063"/>
          <p14:tracePt t="48662" x="5351463" y="3287713"/>
          <p14:tracePt t="48672" x="5334000" y="3287713"/>
          <p14:tracePt t="48682" x="5294313" y="3282950"/>
          <p14:tracePt t="48692" x="5249863" y="3276600"/>
          <p14:tracePt t="48702" x="5199063" y="3276600"/>
          <p14:tracePt t="48712" x="5143500" y="3276600"/>
          <p14:tracePt t="48722" x="5099050" y="3276600"/>
          <p14:tracePt t="48732" x="5053013" y="3276600"/>
          <p14:tracePt t="48742" x="5019675" y="3282950"/>
          <p14:tracePt t="48752" x="4991100" y="3294063"/>
          <p14:tracePt t="48762" x="4968875" y="3300413"/>
          <p14:tracePt t="48772" x="4951413" y="3311525"/>
          <p14:tracePt t="48782" x="4940300" y="3316288"/>
          <p14:tracePt t="48792" x="4924425" y="3333750"/>
          <p14:tracePt t="48802" x="4906963" y="3349625"/>
          <p14:tracePt t="48812" x="4884738" y="3378200"/>
          <p14:tracePt t="48822" x="4862513" y="3417888"/>
          <p14:tracePt t="48832" x="4851400" y="3457575"/>
          <p14:tracePt t="48842" x="4840288" y="3479800"/>
          <p14:tracePt t="48852" x="4829175" y="3495675"/>
          <p14:tracePt t="48862" x="4822825" y="3502025"/>
          <p14:tracePt t="48872" x="4822825" y="3508375"/>
          <p14:tracePt t="48882" x="4816475" y="3513138"/>
          <p14:tracePt t="48909" x="4811713" y="3513138"/>
          <p14:tracePt t="48916" x="4811713" y="3519488"/>
          <p14:tracePt t="48971" x="4811713" y="3524250"/>
          <p14:tracePt t="48983" x="4811713" y="3530600"/>
          <p14:tracePt t="48993" x="4805363" y="3535363"/>
          <p14:tracePt t="48997" x="4805363" y="3541713"/>
          <p14:tracePt t="49002" x="4805363" y="3546475"/>
          <p14:tracePt t="49012" x="4800600" y="3557588"/>
          <p14:tracePt t="49022" x="4794250" y="3575050"/>
          <p14:tracePt t="49032" x="4789488" y="3586163"/>
          <p14:tracePt t="49042" x="4789488" y="3597275"/>
          <p14:tracePt t="49052" x="4783138" y="3619500"/>
          <p14:tracePt t="49062" x="4783138" y="3636963"/>
          <p14:tracePt t="49072" x="4778375" y="3654425"/>
          <p14:tracePt t="49082" x="4772025" y="3670300"/>
          <p14:tracePt t="49092" x="4767263" y="3687763"/>
          <p14:tracePt t="49102" x="4760913" y="3705225"/>
          <p14:tracePt t="49113" x="4760913" y="3709988"/>
          <p14:tracePt t="49125" x="4756150" y="3709988"/>
          <p14:tracePt t="49133" x="4756150" y="3716338"/>
          <p14:tracePt t="49282" x="4756150" y="3709988"/>
          <p14:tracePt t="49285" x="4756150" y="3705225"/>
          <p14:tracePt t="49292" x="4756150" y="3698875"/>
          <p14:tracePt t="49302" x="4749800" y="3681413"/>
          <p14:tracePt t="49312" x="4743450" y="3659188"/>
          <p14:tracePt t="49322" x="4732338" y="3636963"/>
          <p14:tracePt t="49332" x="4727575" y="3619500"/>
          <p14:tracePt t="49342" x="4721225" y="3603625"/>
          <p14:tracePt t="49352" x="4716463" y="3581400"/>
          <p14:tracePt t="49362" x="4705350" y="3563938"/>
          <p14:tracePt t="49372" x="4699000" y="3546475"/>
          <p14:tracePt t="49382" x="4699000" y="3535363"/>
          <p14:tracePt t="49392" x="4699000" y="3524250"/>
          <p14:tracePt t="49402" x="4699000" y="3513138"/>
          <p14:tracePt t="49412" x="4699000" y="3495675"/>
          <p14:tracePt t="49422" x="4699000" y="3484563"/>
          <p14:tracePt t="49432" x="4699000" y="3468688"/>
          <p14:tracePt t="49442" x="4705350" y="3462338"/>
          <p14:tracePt t="49452" x="4710113" y="3451225"/>
          <p14:tracePt t="49462" x="4710113" y="3446463"/>
          <p14:tracePt t="49473" x="4716463" y="3446463"/>
          <p14:tracePt t="49482" x="4716463" y="3440113"/>
          <p14:tracePt t="49492" x="4716463" y="3435350"/>
          <p14:tracePt t="49502" x="4721225" y="3429000"/>
          <p14:tracePt t="49518" x="4727575" y="3429000"/>
          <p14:tracePt t="49526" x="4727575" y="3422650"/>
          <p14:tracePt t="49532" x="4732338" y="3422650"/>
          <p14:tracePt t="49543" x="4738688" y="3422650"/>
          <p14:tracePt t="49552" x="4738688" y="3417888"/>
          <p14:tracePt t="49562" x="4756150" y="3411538"/>
          <p14:tracePt t="49572" x="4767263" y="3406775"/>
          <p14:tracePt t="49582" x="4783138" y="3400425"/>
          <p14:tracePt t="49592" x="4805363" y="3389313"/>
          <p14:tracePt t="49602" x="4822825" y="3384550"/>
          <p14:tracePt t="49612" x="4845050" y="3373438"/>
          <p14:tracePt t="49622" x="4862513" y="3367088"/>
          <p14:tracePt t="49632" x="4873625" y="3362325"/>
          <p14:tracePt t="49642" x="4884738" y="3355975"/>
          <p14:tracePt t="49652" x="4902200" y="3355975"/>
          <p14:tracePt t="49662" x="4913313" y="3349625"/>
          <p14:tracePt t="49672" x="4935538" y="3344863"/>
          <p14:tracePt t="49682" x="4968875" y="3333750"/>
          <p14:tracePt t="49692" x="5002213" y="3327400"/>
          <p14:tracePt t="49702" x="5030788" y="3316288"/>
          <p14:tracePt t="49712" x="5059363" y="3316288"/>
          <p14:tracePt t="49722" x="5081588" y="3316288"/>
          <p14:tracePt t="49732" x="5092700" y="3316288"/>
          <p14:tracePt t="49742" x="5103813" y="3316288"/>
          <p14:tracePt t="49752" x="5114925" y="3316288"/>
          <p14:tracePt t="49762" x="5126038" y="3316288"/>
          <p14:tracePt t="49772" x="5154613" y="3316288"/>
          <p14:tracePt t="49782" x="5194300" y="3322638"/>
          <p14:tracePt t="49792" x="5245100" y="3338513"/>
          <p14:tracePt t="49802" x="5318125" y="3349625"/>
          <p14:tracePt t="49812" x="5373688" y="3362325"/>
          <p14:tracePt t="49822" x="5429250" y="3373438"/>
          <p14:tracePt t="49832" x="5480050" y="3378200"/>
          <p14:tracePt t="49842" x="5502275" y="3384550"/>
          <p14:tracePt t="49852" x="5526088" y="3389313"/>
          <p14:tracePt t="49862" x="5537200" y="3389313"/>
          <p14:tracePt t="49872" x="5541963" y="3389313"/>
          <p14:tracePt t="49882" x="5548313" y="3395663"/>
          <p14:tracePt t="49899" x="5548313" y="3400425"/>
          <p14:tracePt t="49903" x="5553075" y="3400425"/>
          <p14:tracePt t="49912" x="5559425" y="3400425"/>
          <p14:tracePt t="49922" x="5570538" y="3406775"/>
          <p14:tracePt t="49932" x="5588000" y="3417888"/>
          <p14:tracePt t="49942" x="5603875" y="3429000"/>
          <p14:tracePt t="49952" x="5621338" y="3435350"/>
          <p14:tracePt t="49962" x="5649913" y="3451225"/>
          <p14:tracePt t="49972" x="5665788" y="3462338"/>
          <p14:tracePt t="49982" x="5694363" y="3473450"/>
          <p14:tracePt t="49992" x="5716588" y="3484563"/>
          <p14:tracePt t="50002" x="5745163" y="3502025"/>
          <p14:tracePt t="50012" x="5789613" y="3524250"/>
          <p14:tracePt t="50022" x="5840413" y="3546475"/>
          <p14:tracePt t="50032" x="5895975" y="3575050"/>
          <p14:tracePt t="50042" x="5953125" y="3603625"/>
          <p14:tracePt t="50052" x="6003925" y="3625850"/>
          <p14:tracePt t="50062" x="6065838" y="3648075"/>
          <p14:tracePt t="50072" x="6115050" y="3676650"/>
          <p14:tracePt t="50082" x="6149975" y="3698875"/>
          <p14:tracePt t="50092" x="6165850" y="3709988"/>
          <p14:tracePt t="50102" x="6172200" y="3716338"/>
          <p14:tracePt t="50112" x="6176963" y="3716338"/>
          <p14:tracePt t="50122" x="6183313" y="3721100"/>
          <p14:tracePt t="50132" x="6183313" y="3732213"/>
          <p14:tracePt t="50142" x="6194425" y="3732213"/>
          <p14:tracePt t="50152" x="6194425" y="3738563"/>
          <p14:tracePt t="50162" x="6200775" y="3743325"/>
          <p14:tracePt t="50172" x="6200775" y="3754438"/>
          <p14:tracePt t="50182" x="6205538" y="3754438"/>
          <p14:tracePt t="50197" x="6205538" y="3760788"/>
          <p14:tracePt t="50235" x="6205538" y="3765550"/>
          <p14:tracePt t="50255" x="6205538" y="3771900"/>
          <p14:tracePt t="50263" x="6205538" y="3778250"/>
          <p14:tracePt t="50276" x="6211888" y="3778250"/>
          <p14:tracePt t="50277" x="6211888" y="3783013"/>
          <p14:tracePt t="50289" x="6211888" y="3789363"/>
          <p14:tracePt t="50295" x="6216650" y="3789363"/>
          <p14:tracePt t="50302" x="6216650" y="3794125"/>
          <p14:tracePt t="50312" x="6216650" y="3800475"/>
          <p14:tracePt t="50322" x="6216650" y="3811588"/>
          <p14:tracePt t="50332" x="6223000" y="3816350"/>
          <p14:tracePt t="50342" x="6227763" y="3833813"/>
          <p14:tracePt t="50352" x="6227763" y="3851275"/>
          <p14:tracePt t="50362" x="6238875" y="3862388"/>
          <p14:tracePt t="50372" x="6245225" y="3878263"/>
          <p14:tracePt t="50382" x="6249988" y="3895725"/>
          <p14:tracePt t="50392" x="6256338" y="3906838"/>
          <p14:tracePt t="50402" x="6261100" y="3917950"/>
          <p14:tracePt t="50412" x="6267450" y="3924300"/>
          <p14:tracePt t="50422" x="6273800" y="3929063"/>
          <p14:tracePt t="50433" x="6278563" y="3929063"/>
          <p14:tracePt t="50442" x="6278563" y="3935413"/>
          <p14:tracePt t="50452" x="6284913" y="3935413"/>
          <p14:tracePt t="50463" x="6289675" y="3935413"/>
          <p14:tracePt t="50475" x="6296025" y="3935413"/>
          <p14:tracePt t="50482" x="6296025" y="3929063"/>
          <p14:tracePt t="50492" x="6307138" y="3917950"/>
          <p14:tracePt t="50502" x="6311900" y="3906838"/>
          <p14:tracePt t="50512" x="6318250" y="3884613"/>
          <p14:tracePt t="50522" x="6318250" y="3856038"/>
          <p14:tracePt t="50532" x="6318250" y="3816350"/>
          <p14:tracePt t="50542" x="6311900" y="3789363"/>
          <p14:tracePt t="50552" x="6300788" y="3754438"/>
          <p14:tracePt t="50562" x="6284913" y="3727450"/>
          <p14:tracePt t="50572" x="6267450" y="3698875"/>
          <p14:tracePt t="50582" x="6245225" y="3670300"/>
          <p14:tracePt t="50592" x="6223000" y="3648075"/>
          <p14:tracePt t="50602" x="6200775" y="3625850"/>
          <p14:tracePt t="50612" x="6176963" y="3608388"/>
          <p14:tracePt t="50622" x="6154738" y="3592513"/>
          <p14:tracePt t="50632" x="6126163" y="3581400"/>
          <p14:tracePt t="50642" x="6092825" y="3563938"/>
          <p14:tracePt t="50652" x="6053138" y="3541713"/>
          <p14:tracePt t="50662" x="6008688" y="3530600"/>
          <p14:tracePt t="50672" x="5964238" y="3513138"/>
          <p14:tracePt t="50682" x="5918200" y="3495675"/>
          <p14:tracePt t="50692" x="5880100" y="3479800"/>
          <p14:tracePt t="50702" x="5840413" y="3473450"/>
          <p14:tracePt t="50712" x="5807075" y="3468688"/>
          <p14:tracePt t="50722" x="5761038" y="3457575"/>
          <p14:tracePt t="50732" x="5727700" y="3457575"/>
          <p14:tracePt t="50742" x="5683250" y="3451225"/>
          <p14:tracePt t="50752" x="5649913" y="3451225"/>
          <p14:tracePt t="50762" x="5610225" y="3451225"/>
          <p14:tracePt t="50772" x="5559425" y="3457575"/>
          <p14:tracePt t="50782" x="5508625" y="3462338"/>
          <p14:tracePt t="50792" x="5457825" y="3473450"/>
          <p14:tracePt t="50802" x="5402263" y="3479800"/>
          <p14:tracePt t="50812" x="5345113" y="3490913"/>
          <p14:tracePt t="50822" x="5294313" y="3502025"/>
          <p14:tracePt t="50832" x="5245100" y="3519488"/>
          <p14:tracePt t="50842" x="5205413" y="3535363"/>
          <p14:tracePt t="50852" x="5176838" y="3552825"/>
          <p14:tracePt t="50862" x="5154613" y="3563938"/>
          <p14:tracePt t="50872" x="5143500" y="3575050"/>
          <p14:tracePt t="50882" x="5137150" y="3575050"/>
          <p14:tracePt t="50899" x="5137150" y="3581400"/>
          <p14:tracePt t="50907" x="5132388" y="3581400"/>
          <p14:tracePt t="50975" x="5126038" y="3581400"/>
          <p14:tracePt t="51056" x="5121275" y="3581400"/>
          <p14:tracePt t="51059" x="5114925" y="3581400"/>
          <p14:tracePt t="51069" x="5110163" y="3581400"/>
          <p14:tracePt t="51079" x="5103813" y="3581400"/>
          <p14:tracePt t="51089" x="5099050" y="3581400"/>
          <p14:tracePt t="51095" x="5092700" y="3581400"/>
          <p14:tracePt t="51111" x="5086350" y="3581400"/>
          <p14:tracePt t="51123" x="5081588" y="3581400"/>
          <p14:tracePt t="51137" x="5075238" y="3581400"/>
          <p14:tracePt t="51143" x="5070475" y="3581400"/>
          <p14:tracePt t="51167" x="5064125" y="3581400"/>
          <p14:tracePt t="51229" x="5059363" y="3581400"/>
          <p14:tracePt t="51243" x="5053013" y="3581400"/>
          <p14:tracePt t="51247" x="5048250" y="3581400"/>
          <p14:tracePt t="51252" x="5048250" y="3575050"/>
          <p14:tracePt t="51262" x="5037138" y="3575050"/>
          <p14:tracePt t="51272" x="5030788" y="3575050"/>
          <p14:tracePt t="51282" x="5019675" y="3570288"/>
          <p14:tracePt t="51295" x="5013325" y="3570288"/>
          <p14:tracePt t="51309" x="5013325" y="3563938"/>
          <p14:tracePt t="51341" x="5008563" y="3563938"/>
          <p14:tracePt t="51648" x="5008563" y="3570288"/>
          <p14:tracePt t="51653" x="5002213" y="3570288"/>
          <p14:tracePt t="51659" x="4997450" y="3570288"/>
          <p14:tracePt t="51665" x="4997450" y="3575050"/>
          <p14:tracePt t="51672" x="4991100" y="3581400"/>
          <p14:tracePt t="51682" x="4986338" y="3592513"/>
          <p14:tracePt t="51692" x="4979988" y="3603625"/>
          <p14:tracePt t="51702" x="4975225" y="3619500"/>
          <p14:tracePt t="51712" x="4968875" y="3636963"/>
          <p14:tracePt t="51722" x="4964113" y="3654425"/>
          <p14:tracePt t="51732" x="4964113" y="3670300"/>
          <p14:tracePt t="51742" x="4957763" y="3687763"/>
          <p14:tracePt t="51752" x="4951413" y="3698875"/>
          <p14:tracePt t="51762" x="4951413" y="3709988"/>
          <p14:tracePt t="51777" x="4951413" y="3716338"/>
          <p14:tracePt t="51809" x="4951413" y="3721100"/>
          <p14:tracePt t="51825" x="4951413" y="3727450"/>
          <p14:tracePt t="51829" x="4951413" y="3732213"/>
          <p14:tracePt t="51837" x="4951413" y="3738563"/>
          <p14:tracePt t="51842" x="4951413" y="3743325"/>
          <p14:tracePt t="51852" x="4951413" y="3754438"/>
          <p14:tracePt t="51862" x="4951413" y="3771900"/>
          <p14:tracePt t="51872" x="4951413" y="3789363"/>
          <p14:tracePt t="51882" x="4957763" y="3805238"/>
          <p14:tracePt t="51892" x="4964113" y="3822700"/>
          <p14:tracePt t="51902" x="4964113" y="3838575"/>
          <p14:tracePt t="51912" x="4968875" y="3851275"/>
          <p14:tracePt t="51922" x="4968875" y="3867150"/>
          <p14:tracePt t="51932" x="4975225" y="3873500"/>
          <p14:tracePt t="51942" x="4975225" y="3884613"/>
          <p14:tracePt t="51952" x="4975225" y="3895725"/>
          <p14:tracePt t="51962" x="4979988" y="3906838"/>
          <p14:tracePt t="51972" x="4979988" y="3917950"/>
          <p14:tracePt t="51982" x="4979988" y="3935413"/>
          <p14:tracePt t="51992" x="4986338" y="3946525"/>
          <p14:tracePt t="52002" x="4986338" y="3962400"/>
          <p14:tracePt t="52012" x="4986338" y="3973513"/>
          <p14:tracePt t="52022" x="4991100" y="3986213"/>
          <p14:tracePt t="52032" x="4991100" y="3997325"/>
          <p14:tracePt t="52042" x="4997450" y="4013200"/>
          <p14:tracePt t="52052" x="5002213" y="4035425"/>
          <p14:tracePt t="52062" x="5008563" y="4052888"/>
          <p14:tracePt t="52072" x="5013325" y="4070350"/>
          <p14:tracePt t="52082" x="5019675" y="4081463"/>
          <p14:tracePt t="52092" x="5024438" y="4092575"/>
          <p14:tracePt t="52102" x="5024438" y="4097338"/>
          <p14:tracePt t="52112" x="5024438" y="4103688"/>
          <p14:tracePt t="52201" x="5024438" y="4097338"/>
          <p14:tracePt t="52203" x="5024438" y="4092575"/>
          <p14:tracePt t="52212" x="5019675" y="4081463"/>
          <p14:tracePt t="52222" x="4997450" y="4052888"/>
          <p14:tracePt t="52232" x="4975225" y="4024313"/>
          <p14:tracePt t="52242" x="4946650" y="3990975"/>
          <p14:tracePt t="52252" x="4906963" y="3951288"/>
          <p14:tracePt t="52262" x="4862513" y="3906838"/>
          <p14:tracePt t="52272" x="4800600" y="3856038"/>
          <p14:tracePt t="52282" x="4756150" y="3816350"/>
          <p14:tracePt t="52292" x="4721225" y="3783013"/>
          <p14:tracePt t="52302" x="4699000" y="3754438"/>
          <p14:tracePt t="52312" x="4681538" y="3732213"/>
          <p14:tracePt t="52322" x="4676775" y="3716338"/>
          <p14:tracePt t="52332" x="4665663" y="3698875"/>
          <p14:tracePt t="52342" x="4659313" y="3687763"/>
          <p14:tracePt t="52352" x="4659313" y="3670300"/>
          <p14:tracePt t="52362" x="4654550" y="3648075"/>
          <p14:tracePt t="52372" x="4654550" y="3630613"/>
          <p14:tracePt t="52382" x="4654550" y="3614738"/>
          <p14:tracePt t="52392" x="4659313" y="3597275"/>
          <p14:tracePt t="52402" x="4670425" y="3581400"/>
          <p14:tracePt t="52412" x="4687888" y="3557588"/>
          <p14:tracePt t="52422" x="4716463" y="3535363"/>
          <p14:tracePt t="52432" x="4756150" y="3519488"/>
          <p14:tracePt t="52442" x="4800600" y="3502025"/>
          <p14:tracePt t="52452" x="4851400" y="3490913"/>
          <p14:tracePt t="52462" x="4902200" y="3479800"/>
          <p14:tracePt t="52472" x="4957763" y="3468688"/>
          <p14:tracePt t="52482" x="5013325" y="3457575"/>
          <p14:tracePt t="52492" x="5070475" y="3451225"/>
          <p14:tracePt t="52502" x="5137150" y="3451225"/>
          <p14:tracePt t="52512" x="5205413" y="3451225"/>
          <p14:tracePt t="52522" x="5272088" y="3451225"/>
          <p14:tracePt t="52532" x="5340350" y="3457575"/>
          <p14:tracePt t="52542" x="5395913" y="3468688"/>
          <p14:tracePt t="52552" x="5446713" y="3484563"/>
          <p14:tracePt t="52562" x="5497513" y="3502025"/>
          <p14:tracePt t="52572" x="5548313" y="3524250"/>
          <p14:tracePt t="52582" x="5588000" y="3541713"/>
          <p14:tracePt t="52592" x="5632450" y="3563938"/>
          <p14:tracePt t="52602" x="5672138" y="3581400"/>
          <p14:tracePt t="52612" x="5710238" y="3603625"/>
          <p14:tracePt t="52622" x="5745163" y="3619500"/>
          <p14:tracePt t="52632" x="5778500" y="3636963"/>
          <p14:tracePt t="52642" x="5811838" y="3659188"/>
          <p14:tracePt t="52652" x="5851525" y="3681413"/>
          <p14:tracePt t="52662" x="5891213" y="3709988"/>
          <p14:tracePt t="52672" x="5935663" y="3738563"/>
          <p14:tracePt t="52682" x="5964238" y="3754438"/>
          <p14:tracePt t="52692" x="5975350" y="3765550"/>
          <p14:tracePt t="52702" x="5980113" y="3771900"/>
          <p14:tracePt t="52760" x="5980113" y="3778250"/>
          <p14:tracePt t="52805" x="5980113" y="3783013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96E4E-8C5C-4631-BA13-0BE74F769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4BDC1-7394-44AD-7A3F-F16934CD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8B541-2861-6AA4-A913-E8CE7A1F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146" name="Picture 2" descr="Picture of the brain; arrows point to the thalamus">
            <a:extLst>
              <a:ext uri="{FF2B5EF4-FFF2-40B4-BE49-F238E27FC236}">
                <a16:creationId xmlns:a16="http://schemas.microsoft.com/office/drawing/2014/main" id="{3D698616-7A58-B0D2-3ECA-06D8DCB011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316" y="1825625"/>
            <a:ext cx="5952343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56ED1CC-E858-CEE4-3248-F3B23788E90E}"/>
              </a:ext>
            </a:extLst>
          </p:cNvPr>
          <p:cNvSpPr/>
          <p:nvPr/>
        </p:nvSpPr>
        <p:spPr>
          <a:xfrm>
            <a:off x="3321811" y="1587443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48AB10-4436-FA68-552F-3A2B5A46CD9A}"/>
              </a:ext>
            </a:extLst>
          </p:cNvPr>
          <p:cNvSpPr/>
          <p:nvPr/>
        </p:nvSpPr>
        <p:spPr>
          <a:xfrm>
            <a:off x="7319553" y="2355622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B51037-E683-2BD9-A390-02F29D5EC911}"/>
              </a:ext>
            </a:extLst>
          </p:cNvPr>
          <p:cNvSpPr/>
          <p:nvPr/>
        </p:nvSpPr>
        <p:spPr>
          <a:xfrm>
            <a:off x="7096976" y="5380025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A49B9A-AAE0-572F-E29A-5AF668FFC085}"/>
              </a:ext>
            </a:extLst>
          </p:cNvPr>
          <p:cNvSpPr/>
          <p:nvPr/>
        </p:nvSpPr>
        <p:spPr>
          <a:xfrm>
            <a:off x="4292816" y="5339576"/>
            <a:ext cx="84473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7A3550-62F5-589F-8D7A-D6A6751490DC}"/>
              </a:ext>
            </a:extLst>
          </p:cNvPr>
          <p:cNvSpPr/>
          <p:nvPr/>
        </p:nvSpPr>
        <p:spPr>
          <a:xfrm>
            <a:off x="4476206" y="4966458"/>
            <a:ext cx="66134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99951C-6777-3DE7-8933-B8BB37CD1858}"/>
              </a:ext>
            </a:extLst>
          </p:cNvPr>
          <p:cNvSpPr/>
          <p:nvPr/>
        </p:nvSpPr>
        <p:spPr>
          <a:xfrm>
            <a:off x="3082835" y="4876237"/>
            <a:ext cx="139337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9C2900-4872-70A5-48E2-3DC4A60871D6}"/>
              </a:ext>
            </a:extLst>
          </p:cNvPr>
          <p:cNvSpPr/>
          <p:nvPr/>
        </p:nvSpPr>
        <p:spPr>
          <a:xfrm>
            <a:off x="2279950" y="4449646"/>
            <a:ext cx="1743410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C5B6FB-6F2B-1850-D310-10096D7E3A5A}"/>
              </a:ext>
            </a:extLst>
          </p:cNvPr>
          <p:cNvSpPr txBox="1"/>
          <p:nvPr/>
        </p:nvSpPr>
        <p:spPr>
          <a:xfrm>
            <a:off x="8712924" y="905691"/>
            <a:ext cx="2790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</a:t>
            </a:r>
            <a:r>
              <a:rPr lang="en-US" dirty="0"/>
              <a:t>: Recognition of stimuli; relay impulses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311570-B954-B9A2-11A8-66D2304CB83E}"/>
              </a:ext>
            </a:extLst>
          </p:cNvPr>
          <p:cNvSpPr/>
          <p:nvPr/>
        </p:nvSpPr>
        <p:spPr>
          <a:xfrm>
            <a:off x="7123103" y="2210278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58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635"/>
    </mc:Choice>
    <mc:Fallback xmlns="">
      <p:transition spd="slow" advTm="33635"/>
    </mc:Fallback>
  </mc:AlternateContent>
  <p:extLst>
    <p:ext uri="{3A86A75C-4F4B-4683-9AE1-C65F6400EC91}">
      <p14:laserTraceLst xmlns:p14="http://schemas.microsoft.com/office/powerpoint/2010/main">
        <p14:tracePtLst>
          <p14:tracePt t="1415" x="5980113" y="3778250"/>
          <p14:tracePt t="1492" x="5980113" y="3771900"/>
          <p14:tracePt t="1496" x="5980113" y="3765550"/>
          <p14:tracePt t="1500" x="5980113" y="3760788"/>
          <p14:tracePt t="1509" x="5980113" y="3754438"/>
          <p14:tracePt t="1519" x="5980113" y="3738563"/>
          <p14:tracePt t="1529" x="5980113" y="3727450"/>
          <p14:tracePt t="1539" x="5980113" y="3721100"/>
          <p14:tracePt t="1576" x="5980113" y="3716338"/>
          <p14:tracePt t="1706" x="5980113" y="3709988"/>
          <p14:tracePt t="1708" x="5975350" y="3698875"/>
          <p14:tracePt t="1719" x="5953125" y="3676650"/>
          <p14:tracePt t="1729" x="5918200" y="3643313"/>
          <p14:tracePt t="1739" x="5873750" y="3603625"/>
          <p14:tracePt t="1749" x="5822950" y="3570288"/>
          <p14:tracePt t="1758" x="5761038" y="3535363"/>
          <p14:tracePt t="1768" x="5710238" y="3513138"/>
          <p14:tracePt t="1778" x="5665788" y="3502025"/>
          <p14:tracePt t="1789" x="5643563" y="3495675"/>
          <p14:tracePt t="1799" x="5632450" y="3490913"/>
          <p14:tracePt t="1809" x="5626100" y="3490913"/>
          <p14:tracePt t="1826" x="5621338" y="3490913"/>
          <p14:tracePt t="1836" x="5614988" y="3490913"/>
          <p14:tracePt t="1844" x="5610225" y="3490913"/>
          <p14:tracePt t="1849" x="5603875" y="3490913"/>
          <p14:tracePt t="1859" x="5588000" y="3502025"/>
          <p14:tracePt t="1869" x="5553075" y="3519488"/>
          <p14:tracePt t="1879" x="5514975" y="3541713"/>
          <p14:tracePt t="1889" x="5475288" y="3557588"/>
          <p14:tracePt t="1899" x="5435600" y="3575050"/>
          <p14:tracePt t="1908" x="5407025" y="3586163"/>
          <p14:tracePt t="1918" x="5384800" y="3586163"/>
          <p14:tracePt t="1928" x="5373688" y="3586163"/>
          <p14:tracePt t="1939" x="5367338" y="3586163"/>
          <p14:tracePt t="1948" x="5362575" y="3586163"/>
          <p14:tracePt t="1966" x="5356225" y="3586163"/>
          <p14:tracePt t="1976" x="5351463" y="3586163"/>
          <p14:tracePt t="1978" x="5345113" y="3586163"/>
          <p14:tracePt t="1988" x="5334000" y="3586163"/>
          <p14:tracePt t="1999" x="5318125" y="3581400"/>
          <p14:tracePt t="2009" x="5278438" y="3570288"/>
          <p14:tracePt t="2019" x="5245100" y="3557588"/>
          <p14:tracePt t="2029" x="5216525" y="3546475"/>
          <p14:tracePt t="2039" x="5194300" y="3541713"/>
          <p14:tracePt t="2049" x="5165725" y="3541713"/>
          <p14:tracePt t="2059" x="5143500" y="3541713"/>
          <p14:tracePt t="2069" x="5126038" y="3541713"/>
          <p14:tracePt t="2079" x="5110163" y="3541713"/>
          <p14:tracePt t="2089" x="5086350" y="3541713"/>
          <p14:tracePt t="2099" x="5075238" y="3546475"/>
          <p14:tracePt t="2109" x="5053013" y="3552825"/>
          <p14:tracePt t="2119" x="5037138" y="3557588"/>
          <p14:tracePt t="2129" x="5030788" y="3570288"/>
          <p14:tracePt t="2139" x="5024438" y="3575050"/>
          <p14:tracePt t="2149" x="5019675" y="3592513"/>
          <p14:tracePt t="2159" x="5013325" y="3603625"/>
          <p14:tracePt t="2168" x="5008563" y="3619500"/>
          <p14:tracePt t="2179" x="4997450" y="3630613"/>
          <p14:tracePt t="2188" x="4986338" y="3643313"/>
          <p14:tracePt t="2199" x="4979988" y="3648075"/>
          <p14:tracePt t="2214" x="4975225" y="3648075"/>
          <p14:tracePt t="2276" x="4968875" y="3643313"/>
          <p14:tracePt t="2288" x="4968875" y="3636963"/>
          <p14:tracePt t="2292" x="4968875" y="3630613"/>
          <p14:tracePt t="2298" x="4964113" y="3625850"/>
          <p14:tracePt t="2308" x="4951413" y="3614738"/>
          <p14:tracePt t="2319" x="4946650" y="3597275"/>
          <p14:tracePt t="2329" x="4935538" y="3581400"/>
          <p14:tracePt t="2339" x="4929188" y="3557588"/>
          <p14:tracePt t="2349" x="4924425" y="3541713"/>
          <p14:tracePt t="2358" x="4918075" y="3530600"/>
          <p14:tracePt t="2369" x="4913313" y="3519488"/>
          <p14:tracePt t="2379" x="4913313" y="3513138"/>
          <p14:tracePt t="2389" x="4906963" y="3508375"/>
          <p14:tracePt t="2399" x="4906963" y="3502025"/>
          <p14:tracePt t="2409" x="4906963" y="3490913"/>
          <p14:tracePt t="2419" x="4906963" y="3484563"/>
          <p14:tracePt t="2429" x="4913313" y="3473450"/>
          <p14:tracePt t="2439" x="4924425" y="3462338"/>
          <p14:tracePt t="2448" x="4940300" y="3451225"/>
          <p14:tracePt t="2459" x="4957763" y="3446463"/>
          <p14:tracePt t="2468" x="4979988" y="3446463"/>
          <p14:tracePt t="2478" x="5030788" y="3440113"/>
          <p14:tracePt t="2489" x="5070475" y="3440113"/>
          <p14:tracePt t="2499" x="5114925" y="3440113"/>
          <p14:tracePt t="2508" x="5165725" y="3440113"/>
          <p14:tracePt t="2519" x="5245100" y="3446463"/>
          <p14:tracePt t="2529" x="5311775" y="3457575"/>
          <p14:tracePt t="2539" x="5380038" y="3468688"/>
          <p14:tracePt t="2548" x="5429250" y="3473450"/>
          <p14:tracePt t="2558" x="5464175" y="3484563"/>
          <p14:tracePt t="2568" x="5491163" y="3484563"/>
          <p14:tracePt t="2579" x="5502275" y="3490913"/>
          <p14:tracePt t="2588" x="5519738" y="3495675"/>
          <p14:tracePt t="2599" x="5537200" y="3508375"/>
          <p14:tracePt t="2608" x="5559425" y="3519488"/>
          <p14:tracePt t="2618" x="5575300" y="3524250"/>
          <p14:tracePt t="2628" x="5599113" y="3541713"/>
          <p14:tracePt t="2639" x="5626100" y="3557588"/>
          <p14:tracePt t="2648" x="5654675" y="3592513"/>
          <p14:tracePt t="2659" x="5688013" y="3625850"/>
          <p14:tracePt t="2669" x="5722938" y="3670300"/>
          <p14:tracePt t="2678" x="5756275" y="3716338"/>
          <p14:tracePt t="2688" x="5772150" y="3760788"/>
          <p14:tracePt t="2698" x="5795963" y="3805238"/>
          <p14:tracePt t="2709" x="5807075" y="3833813"/>
          <p14:tracePt t="2719" x="5811838" y="3844925"/>
          <p14:tracePt t="2729" x="5811838" y="3851275"/>
          <p14:tracePt t="2738" x="5811838" y="3856038"/>
          <p14:tracePt t="2800" x="5811838" y="3851275"/>
          <p14:tracePt t="2804" x="5811838" y="3844925"/>
          <p14:tracePt t="2808" x="5811838" y="3838575"/>
          <p14:tracePt t="2819" x="5807075" y="3827463"/>
          <p14:tracePt t="2829" x="5795963" y="3811588"/>
          <p14:tracePt t="2839" x="5789613" y="3794125"/>
          <p14:tracePt t="2849" x="5783263" y="3789363"/>
          <p14:tracePt t="2859" x="5783263" y="3783013"/>
          <p14:tracePt t="2870" x="5778500" y="3783013"/>
          <p14:tracePt t="2902" x="5772150" y="3783013"/>
          <p14:tracePt t="2914" x="5772150" y="3778250"/>
          <p14:tracePt t="2982" x="5772150" y="3771900"/>
          <p14:tracePt t="3148" x="5772150" y="3765550"/>
          <p14:tracePt t="3156" x="5767388" y="3765550"/>
          <p14:tracePt t="3166" x="5767388" y="3760788"/>
          <p14:tracePt t="3169" x="5761038" y="3760788"/>
          <p14:tracePt t="3179" x="5756275" y="3754438"/>
          <p14:tracePt t="3189" x="5738813" y="3743325"/>
          <p14:tracePt t="3199" x="5722938" y="3738563"/>
          <p14:tracePt t="3209" x="5705475" y="3727450"/>
          <p14:tracePt t="3219" x="5688013" y="3716338"/>
          <p14:tracePt t="3229" x="5672138" y="3709988"/>
          <p14:tracePt t="3239" x="5661025" y="3705225"/>
          <p14:tracePt t="3249" x="5649913" y="3698875"/>
          <p14:tracePt t="3259" x="5632450" y="3692525"/>
          <p14:tracePt t="3269" x="5603875" y="3681413"/>
          <p14:tracePt t="3279" x="5575300" y="3670300"/>
          <p14:tracePt t="3289" x="5548313" y="3659188"/>
          <p14:tracePt t="3298" x="5508625" y="3654425"/>
          <p14:tracePt t="3308" x="5468938" y="3636963"/>
          <p14:tracePt t="3319" x="5435600" y="3630613"/>
          <p14:tracePt t="3329" x="5407025" y="3625850"/>
          <p14:tracePt t="3339" x="5391150" y="3625850"/>
          <p14:tracePt t="3349" x="5384800" y="3625850"/>
          <p14:tracePt t="3366" x="5380038" y="3625850"/>
          <p14:tracePt t="3384" x="5373688" y="3625850"/>
          <p14:tracePt t="3390" x="5367338" y="3625850"/>
          <p14:tracePt t="3402" x="5362575" y="3625850"/>
          <p14:tracePt t="3410" x="5356225" y="3625850"/>
          <p14:tracePt t="3412" x="5356225" y="3630613"/>
          <p14:tracePt t="3420" x="5351463" y="3630613"/>
          <p14:tracePt t="3429" x="5345113" y="3630613"/>
          <p14:tracePt t="3439" x="5340350" y="3630613"/>
          <p14:tracePt t="3448" x="5334000" y="3630613"/>
          <p14:tracePt t="3459" x="5322888" y="3630613"/>
          <p14:tracePt t="3469" x="5318125" y="3630613"/>
          <p14:tracePt t="3479" x="5300663" y="3636963"/>
          <p14:tracePt t="3489" x="5278438" y="3643313"/>
          <p14:tracePt t="3499" x="5245100" y="3648075"/>
          <p14:tracePt t="3508" x="5210175" y="3659188"/>
          <p14:tracePt t="3519" x="5187950" y="3665538"/>
          <p14:tracePt t="3529" x="5165725" y="3670300"/>
          <p14:tracePt t="3539" x="5159375" y="3676650"/>
          <p14:tracePt t="3549" x="5154613" y="3676650"/>
          <p14:tracePt t="3576" x="5154613" y="3681413"/>
          <p14:tracePt t="3580" x="5148263" y="3681413"/>
          <p14:tracePt t="3594" x="5148263" y="3687763"/>
          <p14:tracePt t="3602" x="5143500" y="3687763"/>
          <p14:tracePt t="3604" x="5143500" y="3692525"/>
          <p14:tracePt t="3609" x="5143500" y="3698875"/>
          <p14:tracePt t="3618" x="5137150" y="3709988"/>
          <p14:tracePt t="3628" x="5132388" y="3727450"/>
          <p14:tracePt t="3638" x="5126038" y="3743325"/>
          <p14:tracePt t="3648" x="5121275" y="3765550"/>
          <p14:tracePt t="3658" x="5114925" y="3800475"/>
          <p14:tracePt t="3669" x="5103813" y="3833813"/>
          <p14:tracePt t="3679" x="5099050" y="3867150"/>
          <p14:tracePt t="3688" x="5092700" y="3895725"/>
          <p14:tracePt t="3699" x="5086350" y="3924300"/>
          <p14:tracePt t="3709" x="5081588" y="3951288"/>
          <p14:tracePt t="3719" x="5081588" y="3973513"/>
          <p14:tracePt t="3729" x="5081588" y="3990975"/>
          <p14:tracePt t="3739" x="5081588" y="4008438"/>
          <p14:tracePt t="3749" x="5081588" y="4024313"/>
          <p14:tracePt t="3758" x="5081588" y="4041775"/>
          <p14:tracePt t="3769" x="5081588" y="4059238"/>
          <p14:tracePt t="3778" x="5081588" y="4081463"/>
          <p14:tracePt t="3789" x="5081588" y="4097338"/>
          <p14:tracePt t="3799" x="5081588" y="4108450"/>
          <p14:tracePt t="3808" x="5081588" y="4121150"/>
          <p14:tracePt t="3819" x="5081588" y="4125913"/>
          <p14:tracePt t="3829" x="5086350" y="4143375"/>
          <p14:tracePt t="3839" x="5086350" y="4154488"/>
          <p14:tracePt t="3849" x="5092700" y="4170363"/>
          <p14:tracePt t="3859" x="5099050" y="4176713"/>
          <p14:tracePt t="3869" x="5103813" y="4187825"/>
          <p14:tracePt t="3879" x="5103813" y="4194175"/>
          <p14:tracePt t="3889" x="5110163" y="4198938"/>
          <p14:tracePt t="3932" x="5110163" y="4205288"/>
          <p14:tracePt t="3934" x="5114925" y="4205288"/>
          <p14:tracePt t="3962" x="5121275" y="4205288"/>
          <p14:tracePt t="3968" x="5126038" y="4205288"/>
          <p14:tracePt t="3972" x="5132388" y="4205288"/>
          <p14:tracePt t="3979" x="5137150" y="4205288"/>
          <p14:tracePt t="3988" x="5154613" y="4205288"/>
          <p14:tracePt t="3999" x="5165725" y="4205288"/>
          <p14:tracePt t="4008" x="5183188" y="4210050"/>
          <p14:tracePt t="4019" x="5221288" y="4216400"/>
          <p14:tracePt t="4029" x="5260975" y="4227513"/>
          <p14:tracePt t="4039" x="5318125" y="4243388"/>
          <p14:tracePt t="4049" x="5367338" y="4260850"/>
          <p14:tracePt t="4058" x="5418138" y="4271963"/>
          <p14:tracePt t="4069" x="5446713" y="4278313"/>
          <p14:tracePt t="4078" x="5464175" y="4283075"/>
          <p14:tracePt t="4089" x="5475288" y="4283075"/>
          <p14:tracePt t="4100" x="5480050" y="4283075"/>
          <p14:tracePt t="4132" x="5486400" y="4283075"/>
          <p14:tracePt t="4156" x="5491163" y="4283075"/>
          <p14:tracePt t="4162" x="5497513" y="4283075"/>
          <p14:tracePt t="4164" x="5497513" y="4278313"/>
          <p14:tracePt t="4168" x="5502275" y="4271963"/>
          <p14:tracePt t="4179" x="5526088" y="4243388"/>
          <p14:tracePt t="4188" x="5559425" y="4216400"/>
          <p14:tracePt t="4198" x="5599113" y="4181475"/>
          <p14:tracePt t="4209" x="5626100" y="4165600"/>
          <p14:tracePt t="4219" x="5643563" y="4143375"/>
          <p14:tracePt t="4229" x="5665788" y="4125913"/>
          <p14:tracePt t="4238" x="5683250" y="4108450"/>
          <p14:tracePt t="4248" x="5699125" y="4097338"/>
          <p14:tracePt t="4258" x="5705475" y="4086225"/>
          <p14:tracePt t="4269" x="5716588" y="4081463"/>
          <p14:tracePt t="4279" x="5722938" y="4070350"/>
          <p14:tracePt t="4289" x="5727700" y="4064000"/>
          <p14:tracePt t="4299" x="5745163" y="4052888"/>
          <p14:tracePt t="4308" x="5756275" y="4041775"/>
          <p14:tracePt t="4319" x="5778500" y="4024313"/>
          <p14:tracePt t="4328" x="5789613" y="4013200"/>
          <p14:tracePt t="4339" x="5807075" y="4002088"/>
          <p14:tracePt t="4349" x="5811838" y="3997325"/>
          <p14:tracePt t="4359" x="5818188" y="3986213"/>
          <p14:tracePt t="4369" x="5818188" y="3979863"/>
          <p14:tracePt t="4379" x="5822950" y="3973513"/>
          <p14:tracePt t="4389" x="5829300" y="3973513"/>
          <p14:tracePt t="4399" x="5829300" y="3968750"/>
          <p14:tracePt t="4408" x="5834063" y="3951288"/>
          <p14:tracePt t="4418" x="5840413" y="3940175"/>
          <p14:tracePt t="4428" x="5840413" y="3929063"/>
          <p14:tracePt t="4438" x="5840413" y="3917950"/>
          <p14:tracePt t="4449" x="5840413" y="3906838"/>
          <p14:tracePt t="4459" x="5840413" y="3900488"/>
          <p14:tracePt t="4469" x="5840413" y="3889375"/>
          <p14:tracePt t="4479" x="5840413" y="3878263"/>
          <p14:tracePt t="4488" x="5840413" y="3867150"/>
          <p14:tracePt t="4498" x="5840413" y="3862388"/>
          <p14:tracePt t="4508" x="5840413" y="3851275"/>
          <p14:tracePt t="4519" x="5834063" y="3844925"/>
          <p14:tracePt t="4529" x="5834063" y="3833813"/>
          <p14:tracePt t="4539" x="5829300" y="3827463"/>
          <p14:tracePt t="4549" x="5822950" y="3816350"/>
          <p14:tracePt t="4559" x="5818188" y="3811588"/>
          <p14:tracePt t="4569" x="5818188" y="3805238"/>
          <p14:tracePt t="4579" x="5811838" y="3800475"/>
          <p14:tracePt t="4589" x="5807075" y="3789363"/>
          <p14:tracePt t="4599" x="5800725" y="3783013"/>
          <p14:tracePt t="4608" x="5789613" y="3771900"/>
          <p14:tracePt t="4618" x="5783263" y="3760788"/>
          <p14:tracePt t="4628" x="5772150" y="3754438"/>
          <p14:tracePt t="4639" x="5761038" y="3743325"/>
          <p14:tracePt t="4648" x="5756275" y="3738563"/>
          <p14:tracePt t="4658" x="5745163" y="3732213"/>
          <p14:tracePt t="4669" x="5734050" y="3721100"/>
          <p14:tracePt t="4679" x="5722938" y="3716338"/>
          <p14:tracePt t="4688" x="5710238" y="3705225"/>
          <p14:tracePt t="4699" x="5699125" y="3698875"/>
          <p14:tracePt t="4709" x="5694363" y="3692525"/>
          <p14:tracePt t="4719" x="5688013" y="3687763"/>
          <p14:tracePt t="4729" x="5683250" y="3681413"/>
          <p14:tracePt t="4738" x="5676900" y="3676650"/>
          <p14:tracePt t="4749" x="5672138" y="3676650"/>
          <p14:tracePt t="4758" x="5665788" y="3670300"/>
          <p14:tracePt t="4769" x="5661025" y="3670300"/>
          <p14:tracePt t="4778" x="5649913" y="3659188"/>
          <p14:tracePt t="4788" x="5632450" y="3654425"/>
          <p14:tracePt t="4798" x="5626100" y="3648075"/>
          <p14:tracePt t="4808" x="5614988" y="3643313"/>
          <p14:tracePt t="4818" x="5603875" y="3636963"/>
          <p14:tracePt t="4829" x="5592763" y="3630613"/>
          <p14:tracePt t="4839" x="5581650" y="3630613"/>
          <p14:tracePt t="4849" x="5564188" y="3625850"/>
          <p14:tracePt t="4859" x="5553075" y="3619500"/>
          <p14:tracePt t="4868" x="5537200" y="3614738"/>
          <p14:tracePt t="4879" x="5526088" y="3608388"/>
          <p14:tracePt t="4889" x="5514975" y="3603625"/>
          <p14:tracePt t="4899" x="5497513" y="3603625"/>
          <p14:tracePt t="4909" x="5491163" y="3603625"/>
          <p14:tracePt t="4936" x="5486400" y="3603625"/>
          <p14:tracePt t="4976" x="5480050" y="3603625"/>
          <p14:tracePt t="4986" x="5475288" y="3603625"/>
          <p14:tracePt t="4996" x="5468938" y="3603625"/>
          <p14:tracePt t="5006" x="5464175" y="3603625"/>
          <p14:tracePt t="5014" x="5457825" y="3608388"/>
          <p14:tracePt t="5016" x="5453063" y="3608388"/>
          <p14:tracePt t="5018" x="5453063" y="3614738"/>
          <p14:tracePt t="5029" x="5440363" y="3619500"/>
          <p14:tracePt t="5039" x="5429250" y="3625850"/>
          <p14:tracePt t="5049" x="5418138" y="3636963"/>
          <p14:tracePt t="5059" x="5407025" y="3643313"/>
          <p14:tracePt t="5069" x="5395913" y="3654425"/>
          <p14:tracePt t="5078" x="5391150" y="3659188"/>
          <p14:tracePt t="5088" x="5373688" y="3665538"/>
          <p14:tracePt t="5099" x="5367338" y="3670300"/>
          <p14:tracePt t="5109" x="5356225" y="3676650"/>
          <p14:tracePt t="5118" x="5351463" y="3681413"/>
          <p14:tracePt t="5129" x="5345113" y="3687763"/>
          <p14:tracePt t="5139" x="5334000" y="3692525"/>
          <p14:tracePt t="5152" x="5329238" y="3692525"/>
          <p14:tracePt t="5159" x="5329238" y="3698875"/>
          <p14:tracePt t="5176" x="5329238" y="3705225"/>
          <p14:tracePt t="5178" x="5322888" y="3705225"/>
          <p14:tracePt t="5190" x="5322888" y="3709988"/>
          <p14:tracePt t="5210" x="5322888" y="3716338"/>
          <p14:tracePt t="5222" x="5322888" y="3721100"/>
          <p14:tracePt t="5228" x="5318125" y="3721100"/>
          <p14:tracePt t="5232" x="5318125" y="3727450"/>
          <p14:tracePt t="5239" x="5318125" y="3732213"/>
          <p14:tracePt t="5249" x="5318125" y="3738563"/>
          <p14:tracePt t="5259" x="5318125" y="3743325"/>
          <p14:tracePt t="5268" x="5311775" y="3754438"/>
          <p14:tracePt t="5279" x="5311775" y="3765550"/>
          <p14:tracePt t="5289" x="5311775" y="3778250"/>
          <p14:tracePt t="5299" x="5311775" y="3789363"/>
          <p14:tracePt t="5308" x="5311775" y="3805238"/>
          <p14:tracePt t="5319" x="5318125" y="3816350"/>
          <p14:tracePt t="5329" x="5322888" y="3833813"/>
          <p14:tracePt t="5339" x="5322888" y="3851275"/>
          <p14:tracePt t="5349" x="5329238" y="3862388"/>
          <p14:tracePt t="5358" x="5329238" y="3873500"/>
          <p14:tracePt t="5368" x="5334000" y="3873500"/>
          <p14:tracePt t="5379" x="5340350" y="3878263"/>
          <p14:tracePt t="5389" x="5340350" y="3884613"/>
          <p14:tracePt t="5398" x="5345113" y="3895725"/>
          <p14:tracePt t="5409" x="5351463" y="3906838"/>
          <p14:tracePt t="5419" x="5356225" y="3917950"/>
          <p14:tracePt t="5428" x="5367338" y="3924300"/>
          <p14:tracePt t="5438" x="5373688" y="3929063"/>
          <p14:tracePt t="5448" x="5384800" y="3940175"/>
          <p14:tracePt t="5459" x="5391150" y="3940175"/>
          <p14:tracePt t="5468" x="5395913" y="3946525"/>
          <p14:tracePt t="5480" x="5402263" y="3946525"/>
          <p14:tracePt t="5489" x="5402263" y="3951288"/>
          <p14:tracePt t="5499" x="5407025" y="3951288"/>
          <p14:tracePt t="5520" x="5413375" y="3951288"/>
          <p14:tracePt t="5526" x="5418138" y="3957638"/>
          <p14:tracePt t="5530" x="5429250" y="3957638"/>
          <p14:tracePt t="5538" x="5453063" y="3962400"/>
          <p14:tracePt t="5549" x="5491163" y="3968750"/>
          <p14:tracePt t="5558" x="5537200" y="3968750"/>
          <p14:tracePt t="5569" x="5581650" y="3973513"/>
          <p14:tracePt t="5579" x="5621338" y="3973513"/>
          <p14:tracePt t="5589" x="5661025" y="3968750"/>
          <p14:tracePt t="5598" x="5699125" y="3957638"/>
          <p14:tracePt t="5609" x="5738813" y="3951288"/>
          <p14:tracePt t="5618" x="5772150" y="3940175"/>
          <p14:tracePt t="5629" x="5800725" y="3940175"/>
          <p14:tracePt t="5639" x="5818188" y="3935413"/>
          <p14:tracePt t="5649" x="5840413" y="3935413"/>
          <p14:tracePt t="5659" x="5862638" y="3929063"/>
          <p14:tracePt t="5669" x="5880100" y="3917950"/>
          <p14:tracePt t="5679" x="5895975" y="3913188"/>
          <p14:tracePt t="5689" x="5907088" y="3906838"/>
          <p14:tracePt t="5699" x="5918200" y="3889375"/>
          <p14:tracePt t="5709" x="5935663" y="3878263"/>
          <p14:tracePt t="5719" x="5946775" y="3867150"/>
          <p14:tracePt t="5728" x="5957888" y="3856038"/>
          <p14:tracePt t="5739" x="5964238" y="3844925"/>
          <p14:tracePt t="5749" x="5975350" y="3833813"/>
          <p14:tracePt t="5758" x="5980113" y="3827463"/>
          <p14:tracePt t="5769" x="5986463" y="3822700"/>
          <p14:tracePt t="5779" x="5997575" y="3811588"/>
          <p14:tracePt t="5788" x="6003925" y="3805238"/>
          <p14:tracePt t="5799" x="6003925" y="3800475"/>
          <p14:tracePt t="5809" x="6003925" y="3794125"/>
          <p14:tracePt t="5820" x="6003925" y="3789363"/>
          <p14:tracePt t="5830" x="6008688" y="3789363"/>
          <p14:tracePt t="5839" x="6008688" y="3783013"/>
          <p14:tracePt t="5849" x="6008688" y="3778250"/>
          <p14:tracePt t="5859" x="6008688" y="3771900"/>
          <p14:tracePt t="5872" x="6008688" y="3765550"/>
          <p14:tracePt t="5884" x="6008688" y="3760788"/>
          <p14:tracePt t="5890" x="6008688" y="3754438"/>
          <p14:tracePt t="5900" x="6008688" y="3749675"/>
          <p14:tracePt t="5908" x="6003925" y="3743325"/>
          <p14:tracePt t="5919" x="5991225" y="3727450"/>
          <p14:tracePt t="5929" x="5986463" y="3716338"/>
          <p14:tracePt t="5939" x="5969000" y="3698875"/>
          <p14:tracePt t="5949" x="5957888" y="3681413"/>
          <p14:tracePt t="5959" x="5924550" y="3659188"/>
          <p14:tracePt t="5969" x="5895975" y="3636963"/>
          <p14:tracePt t="5979" x="5862638" y="3614738"/>
          <p14:tracePt t="5989" x="5834063" y="3592513"/>
          <p14:tracePt t="5999" x="5807075" y="3575050"/>
          <p14:tracePt t="6009" x="5778500" y="3557588"/>
          <p14:tracePt t="6019" x="5756275" y="3541713"/>
          <p14:tracePt t="6029" x="5727700" y="3530600"/>
          <p14:tracePt t="6039" x="5710238" y="3519488"/>
          <p14:tracePt t="6049" x="5694363" y="3508375"/>
          <p14:tracePt t="6059" x="5676900" y="3495675"/>
          <p14:tracePt t="6069" x="5654675" y="3484563"/>
          <p14:tracePt t="6079" x="5637213" y="3479800"/>
          <p14:tracePt t="6089" x="5621338" y="3473450"/>
          <p14:tracePt t="6099" x="5610225" y="3468688"/>
          <p14:tracePt t="6109" x="5599113" y="3468688"/>
          <p14:tracePt t="6119" x="5592763" y="3468688"/>
          <p14:tracePt t="6134" x="5588000" y="3468688"/>
          <p14:tracePt t="6140" x="5581650" y="3468688"/>
          <p14:tracePt t="6158" x="5575300" y="3468688"/>
          <p14:tracePt t="6172" x="5570538" y="3468688"/>
          <p14:tracePt t="6182" x="5564188" y="3468688"/>
          <p14:tracePt t="6184" x="5559425" y="3468688"/>
          <p14:tracePt t="6188" x="5559425" y="3473450"/>
          <p14:tracePt t="6199" x="5541963" y="3479800"/>
          <p14:tracePt t="6209" x="5526088" y="3495675"/>
          <p14:tracePt t="6219" x="5491163" y="3524250"/>
          <p14:tracePt t="6229" x="5475288" y="3541713"/>
          <p14:tracePt t="6239" x="5464175" y="3552825"/>
          <p14:tracePt t="6249" x="5453063" y="3563938"/>
          <p14:tracePt t="6259" x="5446713" y="3575050"/>
          <p14:tracePt t="6269" x="5440363" y="3581400"/>
          <p14:tracePt t="6279" x="5435600" y="3592513"/>
          <p14:tracePt t="6289" x="5429250" y="3603625"/>
          <p14:tracePt t="6299" x="5413375" y="3636963"/>
          <p14:tracePt t="6309" x="5391150" y="3665538"/>
          <p14:tracePt t="6319" x="5373688" y="3698875"/>
          <p14:tracePt t="6329" x="5351463" y="3727450"/>
          <p14:tracePt t="6339" x="5334000" y="3749675"/>
          <p14:tracePt t="6349" x="5329238" y="3754438"/>
          <p14:tracePt t="6359" x="5329238" y="3760788"/>
          <p14:tracePt t="6369" x="5329238" y="3765550"/>
          <p14:tracePt t="6382" x="5322888" y="3765550"/>
          <p14:tracePt t="6662" x="5329238" y="3765550"/>
          <p14:tracePt t="6668" x="5329238" y="3771900"/>
          <p14:tracePt t="6674" x="5334000" y="3771900"/>
          <p14:tracePt t="6684" x="5340350" y="3771900"/>
          <p14:tracePt t="6690" x="5345113" y="3771900"/>
          <p14:tracePt t="6702" x="5345113" y="3778250"/>
          <p14:tracePt t="6709" x="5351463" y="3778250"/>
          <p14:tracePt t="6720" x="5356225" y="3778250"/>
          <p14:tracePt t="6734" x="5362575" y="3778250"/>
          <p14:tracePt t="6742" x="5367338" y="3778250"/>
          <p14:tracePt t="6749" x="5367338" y="3783013"/>
          <p14:tracePt t="6759" x="5373688" y="3783013"/>
          <p14:tracePt t="6774" x="5380038" y="3783013"/>
          <p14:tracePt t="6802" x="5384800" y="3783013"/>
          <p14:tracePt t="6812" x="5384800" y="3789363"/>
          <p14:tracePt t="6822" x="5391150" y="3789363"/>
          <p14:tracePt t="7222" x="5391150" y="3783013"/>
          <p14:tracePt t="7236" x="5391150" y="3778250"/>
          <p14:tracePt t="7246" x="5391150" y="3771900"/>
          <p14:tracePt t="7270" x="5391150" y="3765550"/>
          <p14:tracePt t="7286" x="5391150" y="3760788"/>
          <p14:tracePt t="14186" x="5391150" y="3754438"/>
          <p14:tracePt t="14190" x="5391150" y="3743325"/>
          <p14:tracePt t="14199" x="5391150" y="3716338"/>
          <p14:tracePt t="14209" x="5384800" y="3659188"/>
          <p14:tracePt t="14219" x="5384800" y="3597275"/>
          <p14:tracePt t="14229" x="5384800" y="3524250"/>
          <p14:tracePt t="14239" x="5384800" y="3451225"/>
          <p14:tracePt t="14249" x="5384800" y="3395663"/>
          <p14:tracePt t="14259" x="5380038" y="3344863"/>
          <p14:tracePt t="14269" x="5380038" y="3311525"/>
          <p14:tracePt t="14279" x="5380038" y="3300413"/>
          <p14:tracePt t="14289" x="5384800" y="3294063"/>
          <p14:tracePt t="14308" x="5384800" y="3305175"/>
          <p14:tracePt t="14310" x="5391150" y="3316288"/>
          <p14:tracePt t="14319" x="5413375" y="3440113"/>
          <p14:tracePt t="14329" x="5468938" y="3687763"/>
          <p14:tracePt t="14339" x="5541963" y="3986213"/>
          <p14:tracePt t="14349" x="5610225" y="4278313"/>
          <p14:tracePt t="14359" x="5665788" y="4552950"/>
          <p14:tracePt t="14369" x="5710238" y="4806950"/>
          <p14:tracePt t="14379" x="5749925" y="5030788"/>
          <p14:tracePt t="14389" x="5795963" y="5216525"/>
          <p14:tracePt t="14399" x="5834063" y="5368925"/>
          <p14:tracePt t="14409" x="5868988" y="5475288"/>
          <p14:tracePt t="14419" x="5884863" y="5541963"/>
          <p14:tracePt t="14429" x="5907088" y="5592763"/>
          <p14:tracePt t="14439" x="5930900" y="5638800"/>
          <p14:tracePt t="14449" x="5946775" y="5672138"/>
          <p14:tracePt t="14459" x="5964238" y="5688013"/>
          <p14:tracePt t="14469" x="5975350" y="5705475"/>
          <p14:tracePt t="14479" x="5980113" y="5716588"/>
          <p14:tracePt t="14489" x="5980113" y="5722938"/>
          <p14:tracePt t="14499" x="5986463" y="5727700"/>
          <p14:tracePt t="14509" x="5986463" y="5734050"/>
          <p14:tracePt t="14524" x="5986463" y="5738813"/>
          <p14:tracePt t="14542" x="5986463" y="5745163"/>
          <p14:tracePt t="14548" x="5980113" y="5749925"/>
          <p14:tracePt t="14550" x="5980113" y="5756275"/>
          <p14:tracePt t="14559" x="5980113" y="5773738"/>
          <p14:tracePt t="14569" x="5980113" y="5818188"/>
          <p14:tracePt t="14579" x="5980113" y="5862638"/>
          <p14:tracePt t="14589" x="5980113" y="5895975"/>
          <p14:tracePt t="14599" x="5980113" y="5919788"/>
          <p14:tracePt t="14609" x="5980113" y="5930900"/>
          <p14:tracePt t="14619" x="5980113" y="5935663"/>
          <p14:tracePt t="14629" x="5980113" y="5942013"/>
          <p14:tracePt t="14830" x="5980113" y="5935663"/>
          <p14:tracePt t="14836" x="5980113" y="5930900"/>
          <p14:tracePt t="14839" x="5980113" y="5919788"/>
          <p14:tracePt t="14849" x="5980113" y="5884863"/>
          <p14:tracePt t="14859" x="5980113" y="5811838"/>
          <p14:tracePt t="14869" x="5980113" y="5722938"/>
          <p14:tracePt t="14879" x="5975350" y="5627688"/>
          <p14:tracePt t="14889" x="5969000" y="5530850"/>
          <p14:tracePt t="14899" x="5964238" y="5435600"/>
          <p14:tracePt t="14909" x="5964238" y="5351463"/>
          <p14:tracePt t="14919" x="5957888" y="5260975"/>
          <p14:tracePt t="14929" x="5953125" y="5176838"/>
          <p14:tracePt t="14939" x="5946775" y="5087938"/>
          <p14:tracePt t="14949" x="5942013" y="4986338"/>
          <p14:tracePt t="14959" x="5935663" y="4895850"/>
          <p14:tracePt t="14969" x="5930900" y="4806950"/>
          <p14:tracePt t="14979" x="5924550" y="4721225"/>
          <p14:tracePt t="14989" x="5918200" y="4643438"/>
          <p14:tracePt t="14999" x="5913438" y="4570413"/>
          <p14:tracePt t="15009" x="5907088" y="4479925"/>
          <p14:tracePt t="15019" x="5895975" y="4395788"/>
          <p14:tracePt t="15029" x="5891213" y="4322763"/>
          <p14:tracePt t="15039" x="5880100" y="4260850"/>
          <p14:tracePt t="15049" x="5873750" y="4216400"/>
          <p14:tracePt t="15059" x="5868988" y="4194175"/>
          <p14:tracePt t="15069" x="5857875" y="4170363"/>
          <p14:tracePt t="15079" x="5857875" y="4154488"/>
          <p14:tracePt t="15089" x="5857875" y="4143375"/>
          <p14:tracePt t="15099" x="5851525" y="4132263"/>
          <p14:tracePt t="15109" x="5851525" y="4114800"/>
          <p14:tracePt t="15119" x="5845175" y="4097338"/>
          <p14:tracePt t="15129" x="5840413" y="4081463"/>
          <p14:tracePt t="15139" x="5834063" y="4064000"/>
          <p14:tracePt t="15149" x="5834063" y="4052888"/>
          <p14:tracePt t="15159" x="5829300" y="4041775"/>
          <p14:tracePt t="15169" x="5822950" y="4035425"/>
          <p14:tracePt t="15179" x="5811838" y="4019550"/>
          <p14:tracePt t="15189" x="5807075" y="4008438"/>
          <p14:tracePt t="15199" x="5783263" y="3968750"/>
          <p14:tracePt t="15209" x="5761038" y="3929063"/>
          <p14:tracePt t="15219" x="5734050" y="3895725"/>
          <p14:tracePt t="15229" x="5710238" y="3862388"/>
          <p14:tracePt t="15239" x="5694363" y="3838575"/>
          <p14:tracePt t="15249" x="5683250" y="3833813"/>
          <p14:tracePt t="15259" x="5676900" y="3827463"/>
          <p14:tracePt t="15269" x="5672138" y="3827463"/>
          <p14:tracePt t="15279" x="5672138" y="3822700"/>
          <p14:tracePt t="15296" x="5665788" y="3822700"/>
          <p14:tracePt t="15390" x="5661025" y="3822700"/>
          <p14:tracePt t="15396" x="5661025" y="3827463"/>
          <p14:tracePt t="15399" x="5661025" y="3833813"/>
          <p14:tracePt t="15409" x="5654675" y="3851275"/>
          <p14:tracePt t="15419" x="5649913" y="3884613"/>
          <p14:tracePt t="15429" x="5643563" y="3929063"/>
          <p14:tracePt t="15439" x="5637213" y="4002088"/>
          <p14:tracePt t="15449" x="5632450" y="4097338"/>
          <p14:tracePt t="15459" x="5621338" y="4194175"/>
          <p14:tracePt t="15469" x="5610225" y="4300538"/>
          <p14:tracePt t="15479" x="5603875" y="4424363"/>
          <p14:tracePt t="15489" x="5599113" y="4552950"/>
          <p14:tracePt t="15499" x="5599113" y="4687888"/>
          <p14:tracePt t="15509" x="5599113" y="4818063"/>
          <p14:tracePt t="15519" x="5592763" y="4941888"/>
          <p14:tracePt t="15529" x="5592763" y="5041900"/>
          <p14:tracePt t="15539" x="5588000" y="5126038"/>
          <p14:tracePt t="15549" x="5588000" y="5199063"/>
          <p14:tracePt t="15559" x="5588000" y="5256213"/>
          <p14:tracePt t="15569" x="5588000" y="5307013"/>
          <p14:tracePt t="15579" x="5588000" y="5351463"/>
          <p14:tracePt t="15589" x="5588000" y="5395913"/>
          <p14:tracePt t="15599" x="5592763" y="5441950"/>
          <p14:tracePt t="15609" x="5599113" y="5480050"/>
          <p14:tracePt t="15619" x="5603875" y="5526088"/>
          <p14:tracePt t="15629" x="5603875" y="5559425"/>
          <p14:tracePt t="15639" x="5603875" y="5588000"/>
          <p14:tracePt t="15649" x="5603875" y="5627688"/>
          <p14:tracePt t="15659" x="5610225" y="5661025"/>
          <p14:tracePt t="15669" x="5614988" y="5705475"/>
          <p14:tracePt t="15679" x="5626100" y="5745163"/>
          <p14:tracePt t="15689" x="5637213" y="5778500"/>
          <p14:tracePt t="15699" x="5643563" y="5795963"/>
          <p14:tracePt t="15709" x="5643563" y="5807075"/>
          <p14:tracePt t="15719" x="5649913" y="5818188"/>
          <p14:tracePt t="15729" x="5654675" y="5829300"/>
          <p14:tracePt t="15739" x="5661025" y="5840413"/>
          <p14:tracePt t="15749" x="5665788" y="5851525"/>
          <p14:tracePt t="15759" x="5672138" y="5862638"/>
          <p14:tracePt t="15769" x="5683250" y="5873750"/>
          <p14:tracePt t="15779" x="5694363" y="5884863"/>
          <p14:tracePt t="15789" x="5705475" y="5891213"/>
          <p14:tracePt t="15799" x="5705475" y="5895975"/>
          <p14:tracePt t="15809" x="5710238" y="5902325"/>
          <p14:tracePt t="15819" x="5716588" y="5902325"/>
          <p14:tracePt t="15829" x="5727700" y="5902325"/>
          <p14:tracePt t="15839" x="5738813" y="5902325"/>
          <p14:tracePt t="15849" x="5772150" y="5908675"/>
          <p14:tracePt t="15859" x="5811838" y="5919788"/>
          <p14:tracePt t="15869" x="5845175" y="5930900"/>
          <p14:tracePt t="15879" x="5891213" y="5942013"/>
          <p14:tracePt t="15889" x="5918200" y="5953125"/>
          <p14:tracePt t="15899" x="5942013" y="5957888"/>
          <p14:tracePt t="15909" x="5975350" y="5975350"/>
          <p14:tracePt t="15919" x="6019800" y="6003925"/>
          <p14:tracePt t="15929" x="6065838" y="6037263"/>
          <p14:tracePt t="15939" x="6115050" y="6088063"/>
          <p14:tracePt t="15949" x="6154738" y="6138863"/>
          <p14:tracePt t="15959" x="6200775" y="6211888"/>
          <p14:tracePt t="15969" x="6256338" y="6284913"/>
          <p14:tracePt t="15979" x="6307138" y="6369050"/>
          <p14:tracePt t="15989" x="6369050" y="6442075"/>
          <p14:tracePt t="15999" x="6413500" y="6508750"/>
          <p14:tracePt t="16009" x="6453188" y="6548438"/>
          <p14:tracePt t="16019" x="6469063" y="6570663"/>
          <p14:tracePt t="16029" x="6475413" y="6581775"/>
          <p14:tracePt t="16039" x="6481763" y="6588125"/>
          <p14:tracePt t="16066" x="6481763" y="6594475"/>
          <p14:tracePt t="16116" x="6481763" y="6588125"/>
          <p14:tracePt t="16122" x="6481763" y="6581775"/>
          <p14:tracePt t="16126" x="6481763" y="6577013"/>
          <p14:tracePt t="16129" x="6481763" y="6570663"/>
          <p14:tracePt t="16139" x="6481763" y="6548438"/>
          <p14:tracePt t="16149" x="6481763" y="6503988"/>
          <p14:tracePt t="16159" x="6469063" y="6453188"/>
          <p14:tracePt t="16169" x="6453188" y="6397625"/>
          <p14:tracePt t="16179" x="6430963" y="6307138"/>
          <p14:tracePt t="16189" x="6408738" y="6227763"/>
          <p14:tracePt t="16199" x="6384925" y="6138863"/>
          <p14:tracePt t="16209" x="6369050" y="6037263"/>
          <p14:tracePt t="16219" x="6357938" y="5930900"/>
          <p14:tracePt t="16229" x="6334125" y="5829300"/>
          <p14:tracePt t="16239" x="6318250" y="5727700"/>
          <p14:tracePt t="16249" x="6300788" y="5627688"/>
          <p14:tracePt t="16259" x="6289675" y="5541963"/>
          <p14:tracePt t="16269" x="6289675" y="5457825"/>
          <p14:tracePt t="16279" x="6289675" y="5373688"/>
          <p14:tracePt t="16289" x="6284913" y="5289550"/>
          <p14:tracePt t="16299" x="6278563" y="5210175"/>
          <p14:tracePt t="16309" x="6273800" y="5137150"/>
          <p14:tracePt t="16319" x="6273800" y="5070475"/>
          <p14:tracePt t="16329" x="6273800" y="5019675"/>
          <p14:tracePt t="16339" x="6273800" y="4968875"/>
          <p14:tracePt t="16349" x="6273800" y="4924425"/>
          <p14:tracePt t="16359" x="6273800" y="4873625"/>
          <p14:tracePt t="16369" x="6261100" y="4822825"/>
          <p14:tracePt t="16379" x="6256338" y="4767263"/>
          <p14:tracePt t="16389" x="6245225" y="4710113"/>
          <p14:tracePt t="16399" x="6227763" y="4654550"/>
          <p14:tracePt t="16409" x="6223000" y="4610100"/>
          <p14:tracePt t="16419" x="6211888" y="4570413"/>
          <p14:tracePt t="16429" x="6205538" y="4537075"/>
          <p14:tracePt t="16439" x="6194425" y="4508500"/>
          <p14:tracePt t="16449" x="6188075" y="4479925"/>
          <p14:tracePt t="16459" x="6176963" y="4440238"/>
          <p14:tracePt t="16469" x="6161088" y="4402138"/>
          <p14:tracePt t="16479" x="6138863" y="4333875"/>
          <p14:tracePt t="16489" x="6103938" y="4256088"/>
          <p14:tracePt t="16499" x="6088063" y="4198938"/>
          <p14:tracePt t="16509" x="6065838" y="4154488"/>
          <p14:tracePt t="16519" x="6048375" y="4114800"/>
          <p14:tracePt t="16529" x="6042025" y="4097338"/>
          <p14:tracePt t="16539" x="6030913" y="4070350"/>
          <p14:tracePt t="16549" x="6019800" y="4059238"/>
          <p14:tracePt t="16559" x="6015038" y="4048125"/>
          <p14:tracePt t="16569" x="6008688" y="4035425"/>
          <p14:tracePt t="16579" x="6008688" y="4030663"/>
          <p14:tracePt t="16589" x="6003925" y="4019550"/>
          <p14:tracePt t="16599" x="6003925" y="4013200"/>
          <p14:tracePt t="16609" x="5991225" y="3997325"/>
          <p14:tracePt t="16619" x="5975350" y="3979863"/>
          <p14:tracePt t="16629" x="5957888" y="3957638"/>
          <p14:tracePt t="16639" x="5942013" y="3935413"/>
          <p14:tracePt t="16649" x="5913438" y="3906838"/>
          <p14:tracePt t="16659" x="5880100" y="3873500"/>
          <p14:tracePt t="16669" x="5845175" y="3838575"/>
          <p14:tracePt t="16679" x="5807075" y="3805238"/>
          <p14:tracePt t="16689" x="5783263" y="3789363"/>
          <p14:tracePt t="16699" x="5761038" y="3765550"/>
          <p14:tracePt t="16709" x="5745163" y="3754438"/>
          <p14:tracePt t="16719" x="5734050" y="3749675"/>
          <p14:tracePt t="16729" x="5727700" y="3743325"/>
          <p14:tracePt t="16742" x="5727700" y="3738563"/>
          <p14:tracePt t="16749" x="5722938" y="3738563"/>
          <p14:tracePt t="16790" x="5716588" y="3738563"/>
          <p14:tracePt t="16800" x="5710238" y="3738563"/>
          <p14:tracePt t="16810" x="5705475" y="3738563"/>
          <p14:tracePt t="16818" x="5699125" y="3738563"/>
          <p14:tracePt t="16824" x="5694363" y="3738563"/>
          <p14:tracePt t="16829" x="5688013" y="3738563"/>
          <p14:tracePt t="16839" x="5683250" y="3738563"/>
          <p14:tracePt t="16849" x="5665788" y="3738563"/>
          <p14:tracePt t="16859" x="5643563" y="3738563"/>
          <p14:tracePt t="16869" x="5599113" y="3738563"/>
          <p14:tracePt t="16879" x="5559425" y="3738563"/>
          <p14:tracePt t="16889" x="5519738" y="3732213"/>
          <p14:tracePt t="16899" x="5486400" y="3732213"/>
          <p14:tracePt t="16909" x="5468938" y="3732213"/>
          <p14:tracePt t="16919" x="5457825" y="3732213"/>
          <p14:tracePt t="16929" x="5446713" y="3732213"/>
          <p14:tracePt t="16952" x="5440363" y="3732213"/>
          <p14:tracePt t="17038" x="5446713" y="3732213"/>
          <p14:tracePt t="17040" x="5446713" y="3738563"/>
          <p14:tracePt t="17049" x="5457825" y="3749675"/>
          <p14:tracePt t="17059" x="5464175" y="3760788"/>
          <p14:tracePt t="17069" x="5468938" y="3778250"/>
          <p14:tracePt t="17079" x="5475288" y="3783013"/>
          <p14:tracePt t="17089" x="5480050" y="3783013"/>
          <p14:tracePt t="17099" x="5480050" y="3789363"/>
          <p14:tracePt t="17220" x="5480050" y="3783013"/>
          <p14:tracePt t="17228" x="5480050" y="3778250"/>
          <p14:tracePt t="17230" x="5475288" y="3778250"/>
          <p14:tracePt t="17239" x="5468938" y="3760788"/>
          <p14:tracePt t="17249" x="5457825" y="3749675"/>
          <p14:tracePt t="17259" x="5446713" y="3732213"/>
          <p14:tracePt t="17269" x="5413375" y="3716338"/>
          <p14:tracePt t="17279" x="5373688" y="3692525"/>
          <p14:tracePt t="17289" x="5322888" y="3665538"/>
          <p14:tracePt t="17299" x="5256213" y="3643313"/>
          <p14:tracePt t="17309" x="5199063" y="3619500"/>
          <p14:tracePt t="17319" x="5165725" y="3608388"/>
          <p14:tracePt t="17329" x="5143500" y="3603625"/>
          <p14:tracePt t="17339" x="5132388" y="3603625"/>
          <p14:tracePt t="17349" x="5126038" y="3603625"/>
          <p14:tracePt t="17359" x="5121275" y="3603625"/>
          <p14:tracePt t="17398" x="5114925" y="3603625"/>
          <p14:tracePt t="17418" x="5114925" y="3608388"/>
          <p14:tracePt t="17422" x="5114925" y="3614738"/>
          <p14:tracePt t="17429" x="5121275" y="3625850"/>
          <p14:tracePt t="17439" x="5126038" y="3643313"/>
          <p14:tracePt t="17449" x="5132388" y="3665538"/>
          <p14:tracePt t="17459" x="5137150" y="3681413"/>
          <p14:tracePt t="17469" x="5148263" y="3705225"/>
          <p14:tracePt t="17479" x="5159375" y="3716338"/>
          <p14:tracePt t="17489" x="5165725" y="3727450"/>
          <p14:tracePt t="17499" x="5172075" y="3732213"/>
          <p14:tracePt t="17509" x="5183188" y="3738563"/>
          <p14:tracePt t="17519" x="5187950" y="3743325"/>
          <p14:tracePt t="17529" x="5187950" y="3749675"/>
          <p14:tracePt t="17539" x="5194300" y="3749675"/>
          <p14:tracePt t="17549" x="5199063" y="3749675"/>
          <p14:tracePt t="17566" x="5205413" y="3749675"/>
          <p14:tracePt t="17572" x="5210175" y="3749675"/>
          <p14:tracePt t="17579" x="5216525" y="3754438"/>
          <p14:tracePt t="17589" x="5232400" y="3760788"/>
          <p14:tracePt t="17599" x="5260975" y="3765550"/>
          <p14:tracePt t="17609" x="5283200" y="3771900"/>
          <p14:tracePt t="17619" x="5294313" y="3771900"/>
          <p14:tracePt t="17629" x="5307013" y="3778250"/>
          <p14:tracePt t="17642" x="5311775" y="3778250"/>
          <p14:tracePt t="17680" x="5318125" y="3778250"/>
          <p14:tracePt t="17682" x="5322888" y="3778250"/>
          <p14:tracePt t="17689" x="5329238" y="3783013"/>
          <p14:tracePt t="17699" x="5362575" y="3794125"/>
          <p14:tracePt t="17709" x="5384800" y="3805238"/>
          <p14:tracePt t="17719" x="5418138" y="3816350"/>
          <p14:tracePt t="17729" x="5440363" y="3822700"/>
          <p14:tracePt t="17739" x="5457825" y="3833813"/>
          <p14:tracePt t="17749" x="5464175" y="3833813"/>
          <p14:tracePt t="17759" x="5468938" y="3833813"/>
          <p14:tracePt t="17769" x="5475288" y="3838575"/>
          <p14:tracePt t="17779" x="5480050" y="3838575"/>
          <p14:tracePt t="17802" x="5486400" y="3838575"/>
          <p14:tracePt t="17810" x="5491163" y="3838575"/>
          <p14:tracePt t="17812" x="5491163" y="3844925"/>
          <p14:tracePt t="17819" x="5502275" y="3844925"/>
          <p14:tracePt t="17829" x="5514975" y="3851275"/>
          <p14:tracePt t="17839" x="5541963" y="3856038"/>
          <p14:tracePt t="17849" x="5575300" y="3862388"/>
          <p14:tracePt t="17859" x="5614988" y="3867150"/>
          <p14:tracePt t="17869" x="5654675" y="3873500"/>
          <p14:tracePt t="17879" x="5705475" y="3873500"/>
          <p14:tracePt t="17889" x="5756275" y="3873500"/>
          <p14:tracePt t="17899" x="5811838" y="3873500"/>
          <p14:tracePt t="17909" x="5868988" y="3873500"/>
          <p14:tracePt t="17919" x="5924550" y="3867150"/>
          <p14:tracePt t="17929" x="5986463" y="3867150"/>
          <p14:tracePt t="17939" x="6026150" y="3862388"/>
          <p14:tracePt t="17954" x="6030913" y="3862388"/>
          <p14:tracePt t="17960" x="6030913" y="3856038"/>
          <p14:tracePt t="18108" x="6030913" y="3862388"/>
          <p14:tracePt t="18112" x="6026150" y="3862388"/>
          <p14:tracePt t="18128" x="6026150" y="3867150"/>
          <p14:tracePt t="18148" x="6026150" y="3873500"/>
          <p14:tracePt t="18172" x="6026150" y="3878263"/>
          <p14:tracePt t="18218" x="6026150" y="3884613"/>
          <p14:tracePt t="18302" x="6019800" y="3884613"/>
          <p14:tracePt t="18306" x="6015038" y="3884613"/>
          <p14:tracePt t="18309" x="6008688" y="3878263"/>
          <p14:tracePt t="18319" x="5975350" y="3867150"/>
          <p14:tracePt t="18329" x="5913438" y="3838575"/>
          <p14:tracePt t="18339" x="5829300" y="3816350"/>
          <p14:tracePt t="18349" x="5722938" y="3783013"/>
          <p14:tracePt t="18359" x="5581650" y="3749675"/>
          <p14:tracePt t="18369" x="5440363" y="3727450"/>
          <p14:tracePt t="18379" x="5283200" y="3705225"/>
          <p14:tracePt t="18389" x="5126038" y="3681413"/>
          <p14:tracePt t="18399" x="4957763" y="3665538"/>
          <p14:tracePt t="18409" x="4778375" y="3643313"/>
          <p14:tracePt t="18419" x="4597400" y="3614738"/>
          <p14:tracePt t="18429" x="4435475" y="3592513"/>
          <p14:tracePt t="18439" x="4283075" y="3570288"/>
          <p14:tracePt t="18449" x="4159250" y="3557588"/>
          <p14:tracePt t="18459" x="4057650" y="3552825"/>
          <p14:tracePt t="18469" x="3968750" y="3546475"/>
          <p14:tracePt t="18479" x="3900488" y="3541713"/>
          <p14:tracePt t="18489" x="3838575" y="3541713"/>
          <p14:tracePt t="18499" x="3789363" y="3541713"/>
          <p14:tracePt t="18509" x="3754438" y="3530600"/>
          <p14:tracePt t="18519" x="3732213" y="3530600"/>
          <p14:tracePt t="18529" x="3721100" y="3524250"/>
          <p14:tracePt t="18572" x="3714750" y="3524250"/>
          <p14:tracePt t="18612" x="3714750" y="3519488"/>
          <p14:tracePt t="18618" x="3714750" y="3513138"/>
          <p14:tracePt t="18624" x="3714750" y="3508375"/>
          <p14:tracePt t="18629" x="3714750" y="3502025"/>
          <p14:tracePt t="18639" x="3727450" y="3484563"/>
          <p14:tracePt t="18649" x="3743325" y="3446463"/>
          <p14:tracePt t="18659" x="3771900" y="3411538"/>
          <p14:tracePt t="18669" x="3833813" y="3355975"/>
          <p14:tracePt t="18679" x="3917950" y="3305175"/>
          <p14:tracePt t="18689" x="4057650" y="3265488"/>
          <p14:tracePt t="18699" x="4238625" y="3238500"/>
          <p14:tracePt t="18709" x="4440238" y="3232150"/>
          <p14:tracePt t="18719" x="4625975" y="3232150"/>
          <p14:tracePt t="18729" x="4778375" y="3232150"/>
          <p14:tracePt t="18739" x="4889500" y="3243263"/>
          <p14:tracePt t="18749" x="4964113" y="3254375"/>
          <p14:tracePt t="18759" x="5030788" y="3271838"/>
          <p14:tracePt t="18769" x="5086350" y="3282950"/>
          <p14:tracePt t="18779" x="5137150" y="3300413"/>
          <p14:tracePt t="18789" x="5172075" y="3311525"/>
          <p14:tracePt t="18799" x="5194300" y="3322638"/>
          <p14:tracePt t="18809" x="5216525" y="3333750"/>
          <p14:tracePt t="18819" x="5245100" y="3344863"/>
          <p14:tracePt t="18829" x="5272088" y="3367088"/>
          <p14:tracePt t="18839" x="5307013" y="3389313"/>
          <p14:tracePt t="18849" x="5329238" y="3400425"/>
          <p14:tracePt t="18859" x="5345113" y="3417888"/>
          <p14:tracePt t="18869" x="5351463" y="3422650"/>
          <p14:tracePt t="18879" x="5356225" y="3435350"/>
          <p14:tracePt t="18889" x="5356225" y="3446463"/>
          <p14:tracePt t="18899" x="5362575" y="3462338"/>
          <p14:tracePt t="18909" x="5367338" y="3484563"/>
          <p14:tracePt t="18919" x="5367338" y="3513138"/>
          <p14:tracePt t="18929" x="5367338" y="3552825"/>
          <p14:tracePt t="18939" x="5367338" y="3586163"/>
          <p14:tracePt t="18949" x="5362575" y="3625850"/>
          <p14:tracePt t="18959" x="5345113" y="3676650"/>
          <p14:tracePt t="18969" x="5329238" y="3727450"/>
          <p14:tracePt t="18979" x="5311775" y="3783013"/>
          <p14:tracePt t="18989" x="5300663" y="3838575"/>
          <p14:tracePt t="18999" x="5283200" y="3895725"/>
          <p14:tracePt t="19009" x="5283200" y="3946525"/>
          <p14:tracePt t="19019" x="5283200" y="3979863"/>
          <p14:tracePt t="19029" x="5283200" y="3990975"/>
          <p14:tracePt t="19039" x="5283200" y="3997325"/>
          <p14:tracePt t="19070" x="5289550" y="3997325"/>
          <p14:tracePt t="19072" x="5294313" y="3997325"/>
          <p14:tracePt t="19079" x="5322888" y="3986213"/>
          <p14:tracePt t="19089" x="5407025" y="3957638"/>
          <p14:tracePt t="19099" x="5508625" y="3929063"/>
          <p14:tracePt t="19109" x="5637213" y="3900488"/>
          <p14:tracePt t="19119" x="5772150" y="3878263"/>
          <p14:tracePt t="19129" x="5913438" y="3851275"/>
          <p14:tracePt t="19139" x="6008688" y="3833813"/>
          <p14:tracePt t="19149" x="6070600" y="3822700"/>
          <p14:tracePt t="19159" x="6103938" y="3811588"/>
          <p14:tracePt t="19169" x="6121400" y="3811588"/>
          <p14:tracePt t="19179" x="6126163" y="3805238"/>
          <p14:tracePt t="19189" x="6132513" y="3805238"/>
          <p14:tracePt t="19220" x="6138863" y="3805238"/>
          <p14:tracePt t="25552" x="6132513" y="3805238"/>
          <p14:tracePt t="25556" x="6126163" y="3805238"/>
          <p14:tracePt t="25559" x="6121400" y="3805238"/>
          <p14:tracePt t="25569" x="6092825" y="3822700"/>
          <p14:tracePt t="25579" x="6070600" y="3838575"/>
          <p14:tracePt t="25589" x="6053138" y="3851275"/>
          <p14:tracePt t="25599" x="6048375" y="3856038"/>
          <p14:tracePt t="25609" x="6037263" y="3856038"/>
          <p14:tracePt t="25619" x="6030913" y="3862388"/>
          <p14:tracePt t="25629" x="6030913" y="3867150"/>
          <p14:tracePt t="25639" x="6019800" y="3873500"/>
          <p14:tracePt t="25649" x="6015038" y="3873500"/>
          <p14:tracePt t="25659" x="6008688" y="3878263"/>
          <p14:tracePt t="25669" x="6003925" y="3878263"/>
          <p14:tracePt t="25679" x="6003925" y="3884613"/>
          <p14:tracePt t="25689" x="5997575" y="3884613"/>
          <p14:tracePt t="25700" x="5991225" y="3884613"/>
          <p14:tracePt t="25710" x="5986463" y="3884613"/>
          <p14:tracePt t="25722" x="5980113" y="3884613"/>
          <p14:tracePt t="25734" x="5975350" y="3884613"/>
          <p14:tracePt t="25754" x="5969000" y="3884613"/>
          <p14:tracePt t="25762" x="5964238" y="3884613"/>
          <p14:tracePt t="25770" x="5957888" y="3884613"/>
          <p14:tracePt t="25772" x="5957888" y="3889375"/>
          <p14:tracePt t="25779" x="5953125" y="3889375"/>
          <p14:tracePt t="25789" x="5935663" y="3900488"/>
          <p14:tracePt t="25799" x="5924550" y="3906838"/>
          <p14:tracePt t="25809" x="5907088" y="3917950"/>
          <p14:tracePt t="25819" x="5895975" y="3929063"/>
          <p14:tracePt t="25829" x="5880100" y="3940175"/>
          <p14:tracePt t="25839" x="5862638" y="3951288"/>
          <p14:tracePt t="25849" x="5845175" y="3962400"/>
          <p14:tracePt t="25859" x="5829300" y="3979863"/>
          <p14:tracePt t="25869" x="5818188" y="3986213"/>
          <p14:tracePt t="25879" x="5800725" y="3997325"/>
          <p14:tracePt t="25889" x="5789613" y="4002088"/>
          <p14:tracePt t="25899" x="5778500" y="4008438"/>
          <p14:tracePt t="25909" x="5772150" y="4008438"/>
          <p14:tracePt t="25920" x="5767388" y="4008438"/>
          <p14:tracePt t="25929" x="5761038" y="4013200"/>
          <p14:tracePt t="25939" x="5749925" y="4013200"/>
          <p14:tracePt t="25949" x="5734050" y="4019550"/>
          <p14:tracePt t="25959" x="5716588" y="4024313"/>
          <p14:tracePt t="25969" x="5672138" y="4035425"/>
          <p14:tracePt t="25979" x="5649913" y="4048125"/>
          <p14:tracePt t="25989" x="5614988" y="4059238"/>
          <p14:tracePt t="25999" x="5588000" y="4075113"/>
          <p14:tracePt t="26009" x="5553075" y="4086225"/>
          <p14:tracePt t="26019" x="5519738" y="4103688"/>
          <p14:tracePt t="26029" x="5491163" y="4114800"/>
          <p14:tracePt t="26039" x="5468938" y="4132263"/>
          <p14:tracePt t="26049" x="5453063" y="4137025"/>
          <p14:tracePt t="26059" x="5446713" y="4137025"/>
          <p14:tracePt t="26070" x="5446713" y="4143375"/>
          <p14:tracePt t="26079" x="5440363" y="4143375"/>
          <p14:tracePt t="26089" x="5435600" y="4143375"/>
          <p14:tracePt t="27222" x="5429250" y="4143375"/>
          <p14:tracePt t="27230" x="5424488" y="4143375"/>
          <p14:tracePt t="27234" x="5418138" y="4143375"/>
          <p14:tracePt t="27239" x="5413375" y="4137025"/>
          <p14:tracePt t="27249" x="5402263" y="4132263"/>
          <p14:tracePt t="27259" x="5384800" y="4125913"/>
          <p14:tracePt t="27269" x="5367338" y="4125913"/>
          <p14:tracePt t="27279" x="5351463" y="4125913"/>
          <p14:tracePt t="27289" x="5340350" y="4132263"/>
          <p14:tracePt t="27299" x="5329238" y="4137025"/>
          <p14:tracePt t="27309" x="5329238" y="4143375"/>
          <p14:tracePt t="27319" x="5318125" y="4143375"/>
          <p14:tracePt t="27332" x="5318125" y="4148138"/>
          <p14:tracePt t="27339" x="5311775" y="4148138"/>
          <p14:tracePt t="27364" x="5311775" y="4154488"/>
          <p14:tracePt t="27402" x="5322888" y="4148138"/>
          <p14:tracePt t="27404" x="5322888" y="4143375"/>
          <p14:tracePt t="27409" x="5340350" y="4132263"/>
          <p14:tracePt t="27419" x="5380038" y="4097338"/>
          <p14:tracePt t="27429" x="5429250" y="4052888"/>
          <p14:tracePt t="27439" x="5480050" y="4013200"/>
          <p14:tracePt t="27449" x="5530850" y="3973513"/>
          <p14:tracePt t="27459" x="5575300" y="3940175"/>
          <p14:tracePt t="27469" x="5614988" y="3924300"/>
          <p14:tracePt t="27479" x="5626100" y="3917950"/>
          <p14:tracePt t="27498" x="5632450" y="3917950"/>
          <p14:tracePt t="27530" x="5637213" y="3917950"/>
          <p14:tracePt t="27630" x="5632450" y="3917950"/>
          <p14:tracePt t="27642" x="5626100" y="3917950"/>
          <p14:tracePt t="27646" x="5626100" y="3913188"/>
          <p14:tracePt t="27656" x="5621338" y="3913188"/>
          <p14:tracePt t="27690" x="5621338" y="3906838"/>
          <p14:tracePt t="27704" x="5614988" y="3906838"/>
          <p14:tracePt t="27885" x="5610225" y="3906838"/>
          <p14:tracePt t="27900" x="5603875" y="3906838"/>
          <p14:tracePt t="27906" x="5599113" y="3906838"/>
          <p14:tracePt t="27910" x="5592763" y="3900488"/>
          <p14:tracePt t="27919" x="5581650" y="3889375"/>
          <p14:tracePt t="27929" x="5564188" y="3884613"/>
          <p14:tracePt t="27939" x="5548313" y="3867150"/>
          <p14:tracePt t="27949" x="5530850" y="3856038"/>
          <p14:tracePt t="27959" x="5514975" y="3838575"/>
          <p14:tracePt t="27969" x="5486400" y="3816350"/>
          <p14:tracePt t="27979" x="5464175" y="3789363"/>
          <p14:tracePt t="27989" x="5446713" y="3765550"/>
          <p14:tracePt t="27999" x="5424488" y="3743325"/>
          <p14:tracePt t="28009" x="5407025" y="3721100"/>
          <p14:tracePt t="28019" x="5391150" y="3705225"/>
          <p14:tracePt t="28029" x="5380038" y="3681413"/>
          <p14:tracePt t="28039" x="5362575" y="3659188"/>
          <p14:tracePt t="28049" x="5356225" y="3636963"/>
          <p14:tracePt t="28059" x="5345113" y="3619500"/>
          <p14:tracePt t="28069" x="5345113" y="3603625"/>
          <p14:tracePt t="28079" x="5340350" y="3586163"/>
          <p14:tracePt t="28089" x="5340350" y="3575050"/>
          <p14:tracePt t="28099" x="5340350" y="3563938"/>
          <p14:tracePt t="28109" x="5340350" y="3552825"/>
          <p14:tracePt t="28119" x="5340350" y="3546475"/>
          <p14:tracePt t="28152" x="5340350" y="3541713"/>
          <p14:tracePt t="28232" x="5345113" y="3541713"/>
          <p14:tracePt t="28244" x="5351463" y="3541713"/>
          <p14:tracePt t="28272" x="5356225" y="3541713"/>
          <p14:tracePt t="28302" x="5362575" y="3541713"/>
          <p14:tracePt t="28312" x="5367338" y="3541713"/>
          <p14:tracePt t="28316" x="5373688" y="3541713"/>
          <p14:tracePt t="28324" x="5380038" y="3541713"/>
          <p14:tracePt t="28332" x="5384800" y="3541713"/>
          <p14:tracePt t="28340" x="5391150" y="3541713"/>
          <p14:tracePt t="28349" x="5402263" y="3541713"/>
          <p14:tracePt t="28359" x="5413375" y="3541713"/>
          <p14:tracePt t="28369" x="5424488" y="3546475"/>
          <p14:tracePt t="28379" x="5453063" y="3557588"/>
          <p14:tracePt t="28389" x="5486400" y="3570288"/>
          <p14:tracePt t="28399" x="5559425" y="3603625"/>
          <p14:tracePt t="28409" x="5637213" y="3636963"/>
          <p14:tracePt t="28419" x="5716588" y="3670300"/>
          <p14:tracePt t="28429" x="5789613" y="3705225"/>
          <p14:tracePt t="28439" x="5834063" y="3727450"/>
          <p14:tracePt t="28449" x="5857875" y="3732213"/>
          <p14:tracePt t="28459" x="5857875" y="3738563"/>
          <p14:tracePt t="28469" x="5862638" y="3738563"/>
          <p14:tracePt t="28482" x="5862638" y="3743325"/>
          <p14:tracePt t="28489" x="5873750" y="3749675"/>
          <p14:tracePt t="28499" x="5884863" y="3760788"/>
          <p14:tracePt t="28509" x="5902325" y="3771900"/>
          <p14:tracePt t="28519" x="5930900" y="3805238"/>
          <p14:tracePt t="28529" x="5946775" y="3827463"/>
          <p14:tracePt t="28539" x="5957888" y="3844925"/>
          <p14:tracePt t="28549" x="5964238" y="3862388"/>
          <p14:tracePt t="28559" x="5969000" y="3873500"/>
          <p14:tracePt t="28569" x="5975350" y="3884613"/>
          <p14:tracePt t="28579" x="5980113" y="3895725"/>
          <p14:tracePt t="28589" x="5986463" y="3906838"/>
          <p14:tracePt t="28599" x="5986463" y="3913188"/>
          <p14:tracePt t="28609" x="5986463" y="3917950"/>
          <p14:tracePt t="28619" x="5986463" y="3924300"/>
          <p14:tracePt t="28629" x="5986463" y="3929063"/>
          <p14:tracePt t="28639" x="5991225" y="3935413"/>
          <p14:tracePt t="28649" x="5991225" y="3946525"/>
          <p14:tracePt t="28659" x="5991225" y="3968750"/>
          <p14:tracePt t="28669" x="5991225" y="3979863"/>
          <p14:tracePt t="28679" x="5991225" y="4002088"/>
          <p14:tracePt t="28689" x="5991225" y="4019550"/>
          <p14:tracePt t="28699" x="5991225" y="4035425"/>
          <p14:tracePt t="28709" x="5991225" y="4052888"/>
          <p14:tracePt t="28719" x="5991225" y="4070350"/>
          <p14:tracePt t="28729" x="5991225" y="4092575"/>
          <p14:tracePt t="28739" x="5986463" y="4114800"/>
          <p14:tracePt t="28749" x="5986463" y="4125913"/>
          <p14:tracePt t="28759" x="5986463" y="4143375"/>
          <p14:tracePt t="28769" x="5986463" y="4159250"/>
          <p14:tracePt t="28779" x="5986463" y="4176713"/>
          <p14:tracePt t="28789" x="5986463" y="4194175"/>
          <p14:tracePt t="28799" x="5986463" y="4210050"/>
          <p14:tracePt t="28809" x="5986463" y="4221163"/>
          <p14:tracePt t="28819" x="5980113" y="4227513"/>
          <p14:tracePt t="28854" x="5980113" y="4232275"/>
          <p14:tracePt t="28870" x="5975350" y="4232275"/>
          <p14:tracePt t="28888" x="5969000" y="4232275"/>
          <p14:tracePt t="28896" x="5964238" y="4238625"/>
          <p14:tracePt t="28900" x="5957888" y="4238625"/>
          <p14:tracePt t="28909" x="5942013" y="4238625"/>
          <p14:tracePt t="28919" x="5907088" y="4243388"/>
          <p14:tracePt t="28929" x="5873750" y="4249738"/>
          <p14:tracePt t="28939" x="5834063" y="4256088"/>
          <p14:tracePt t="28949" x="5795963" y="4260850"/>
          <p14:tracePt t="28959" x="5749925" y="4260850"/>
          <p14:tracePt t="28969" x="5694363" y="4260850"/>
          <p14:tracePt t="28979" x="5643563" y="4260850"/>
          <p14:tracePt t="28989" x="5599113" y="4249738"/>
          <p14:tracePt t="28999" x="5541963" y="4243388"/>
          <p14:tracePt t="29009" x="5486400" y="4232275"/>
          <p14:tracePt t="29019" x="5435600" y="4210050"/>
          <p14:tracePt t="29029" x="5384800" y="4198938"/>
          <p14:tracePt t="29039" x="5340350" y="4176713"/>
          <p14:tracePt t="29049" x="5307013" y="4165600"/>
          <p14:tracePt t="29059" x="5289550" y="4154488"/>
          <p14:tracePt t="29069" x="5272088" y="4143375"/>
          <p14:tracePt t="29079" x="5256213" y="4137025"/>
          <p14:tracePt t="29089" x="5238750" y="4125913"/>
          <p14:tracePt t="29099" x="5216525" y="4108450"/>
          <p14:tracePt t="29109" x="5199063" y="4092575"/>
          <p14:tracePt t="29119" x="5176838" y="4070350"/>
          <p14:tracePt t="29129" x="5159375" y="4059238"/>
          <p14:tracePt t="29139" x="5143500" y="4035425"/>
          <p14:tracePt t="29149" x="5126038" y="4013200"/>
          <p14:tracePt t="29159" x="5110163" y="3990975"/>
          <p14:tracePt t="29169" x="5103813" y="3968750"/>
          <p14:tracePt t="29179" x="5092700" y="3951288"/>
          <p14:tracePt t="29189" x="5081588" y="3924300"/>
          <p14:tracePt t="29199" x="5070475" y="3913188"/>
          <p14:tracePt t="29209" x="5064125" y="3895725"/>
          <p14:tracePt t="29219" x="5064125" y="3878263"/>
          <p14:tracePt t="29229" x="5059363" y="3873500"/>
          <p14:tracePt t="29239" x="5059363" y="3856038"/>
          <p14:tracePt t="29249" x="5059363" y="3844925"/>
          <p14:tracePt t="29259" x="5059363" y="3827463"/>
          <p14:tracePt t="29269" x="5059363" y="3811588"/>
          <p14:tracePt t="29279" x="5059363" y="3794125"/>
          <p14:tracePt t="29289" x="5064125" y="3783013"/>
          <p14:tracePt t="29299" x="5070475" y="3771900"/>
          <p14:tracePt t="29309" x="5075238" y="3754438"/>
          <p14:tracePt t="29319" x="5081588" y="3738563"/>
          <p14:tracePt t="29329" x="5086350" y="3727450"/>
          <p14:tracePt t="29339" x="5092700" y="3709988"/>
          <p14:tracePt t="29349" x="5099050" y="3692525"/>
          <p14:tracePt t="29359" x="5103813" y="3676650"/>
          <p14:tracePt t="29369" x="5110163" y="3665538"/>
          <p14:tracePt t="29379" x="5114925" y="3659188"/>
          <p14:tracePt t="29389" x="5121275" y="3648075"/>
          <p14:tracePt t="29399" x="5126038" y="3643313"/>
          <p14:tracePt t="29409" x="5132388" y="3636963"/>
          <p14:tracePt t="29419" x="5137150" y="3636963"/>
          <p14:tracePt t="29429" x="5148263" y="3630613"/>
          <p14:tracePt t="29439" x="5154613" y="3625850"/>
          <p14:tracePt t="29449" x="5159375" y="3625850"/>
          <p14:tracePt t="29459" x="5172075" y="3619500"/>
          <p14:tracePt t="29469" x="5176838" y="3619500"/>
          <p14:tracePt t="29479" x="5183188" y="3619500"/>
          <p14:tracePt t="29489" x="5199063" y="3619500"/>
          <p14:tracePt t="29499" x="5216525" y="3614738"/>
          <p14:tracePt t="29509" x="5238750" y="3614738"/>
          <p14:tracePt t="29519" x="5260975" y="3614738"/>
          <p14:tracePt t="29529" x="5278438" y="3608388"/>
          <p14:tracePt t="29539" x="5300663" y="3603625"/>
          <p14:tracePt t="29549" x="5322888" y="3597275"/>
          <p14:tracePt t="29559" x="5345113" y="3597275"/>
          <p14:tracePt t="29569" x="5391150" y="3597275"/>
          <p14:tracePt t="29579" x="5429250" y="3597275"/>
          <p14:tracePt t="29589" x="5480050" y="3603625"/>
          <p14:tracePt t="29599" x="5526088" y="3614738"/>
          <p14:tracePt t="29609" x="5564188" y="3619500"/>
          <p14:tracePt t="29619" x="5575300" y="3625850"/>
          <p14:tracePt t="29629" x="5581650" y="3625850"/>
          <p14:tracePt t="29639" x="5588000" y="3625850"/>
          <p14:tracePt t="29674" x="5588000" y="3630613"/>
          <p14:tracePt t="29676" x="5592763" y="3630613"/>
          <p14:tracePt t="29686" x="5599113" y="3630613"/>
          <p14:tracePt t="29694" x="5603875" y="3636963"/>
          <p14:tracePt t="29699" x="5610225" y="3636963"/>
          <p14:tracePt t="29709" x="5621338" y="3643313"/>
          <p14:tracePt t="29719" x="5632450" y="3654425"/>
          <p14:tracePt t="29729" x="5637213" y="3665538"/>
          <p14:tracePt t="29739" x="5649913" y="3670300"/>
          <p14:tracePt t="29749" x="5661025" y="3687763"/>
          <p14:tracePt t="29759" x="5683250" y="3716338"/>
          <p14:tracePt t="29769" x="5710238" y="3754438"/>
          <p14:tracePt t="29779" x="5734050" y="3789363"/>
          <p14:tracePt t="29789" x="5749925" y="3816350"/>
          <p14:tracePt t="29799" x="5767388" y="3851275"/>
          <p14:tracePt t="29809" x="5783263" y="3873500"/>
          <p14:tracePt t="29819" x="5789613" y="3900488"/>
          <p14:tracePt t="29829" x="5807075" y="3917950"/>
          <p14:tracePt t="29839" x="5811838" y="3940175"/>
          <p14:tracePt t="29849" x="5829300" y="3962400"/>
          <p14:tracePt t="29859" x="5834063" y="3986213"/>
          <p14:tracePt t="29869" x="5845175" y="4008438"/>
          <p14:tracePt t="29879" x="5862638" y="4030663"/>
          <p14:tracePt t="29889" x="5868988" y="4052888"/>
          <p14:tracePt t="29899" x="5880100" y="4081463"/>
          <p14:tracePt t="29909" x="5891213" y="4092575"/>
          <p14:tracePt t="29919" x="5895975" y="4108450"/>
          <p14:tracePt t="29929" x="5902325" y="4114800"/>
          <p14:tracePt t="29939" x="5907088" y="4125913"/>
          <p14:tracePt t="29949" x="5907088" y="4132263"/>
          <p14:tracePt t="29978" x="5913438" y="4132263"/>
          <p14:tracePt t="29992" x="5913438" y="4137025"/>
          <p14:tracePt t="30072" x="5907088" y="4137025"/>
          <p14:tracePt t="30080" x="5902325" y="4137025"/>
          <p14:tracePt t="30084" x="5895975" y="4137025"/>
          <p14:tracePt t="30089" x="5891213" y="4143375"/>
          <p14:tracePt t="30099" x="5873750" y="4148138"/>
          <p14:tracePt t="30109" x="5868988" y="4154488"/>
          <p14:tracePt t="30119" x="5851525" y="4159250"/>
          <p14:tracePt t="30129" x="5845175" y="4159250"/>
          <p14:tracePt t="30139" x="5834063" y="4165600"/>
          <p14:tracePt t="30149" x="5829300" y="4170363"/>
          <p14:tracePt t="30159" x="5818188" y="4176713"/>
          <p14:tracePt t="30169" x="5807075" y="4181475"/>
          <p14:tracePt t="30179" x="5789613" y="4205288"/>
          <p14:tracePt t="30189" x="5761038" y="4232275"/>
          <p14:tracePt t="30199" x="5738813" y="4249738"/>
          <p14:tracePt t="30209" x="5727700" y="4260850"/>
          <p14:tracePt t="30228" x="5727700" y="4267200"/>
          <p14:tracePt t="30232" x="5722938" y="4267200"/>
          <p14:tracePt t="30286" x="5716588" y="4267200"/>
          <p14:tracePt t="30290" x="5710238" y="4267200"/>
          <p14:tracePt t="30292" x="5710238" y="4260850"/>
          <p14:tracePt t="30299" x="5705475" y="4256088"/>
          <p14:tracePt t="30309" x="5676900" y="4232275"/>
          <p14:tracePt t="30319" x="5637213" y="4205288"/>
          <p14:tracePt t="30329" x="5592763" y="4170363"/>
          <p14:tracePt t="30339" x="5548313" y="4132263"/>
          <p14:tracePt t="30349" x="5502275" y="4097338"/>
          <p14:tracePt t="30359" x="5457825" y="4064000"/>
          <p14:tracePt t="30369" x="5418138" y="4035425"/>
          <p14:tracePt t="30379" x="5391150" y="4019550"/>
          <p14:tracePt t="30389" x="5362575" y="4002088"/>
          <p14:tracePt t="30399" x="5345113" y="3990975"/>
          <p14:tracePt t="30409" x="5334000" y="3986213"/>
          <p14:tracePt t="30419" x="5329238" y="3979863"/>
          <p14:tracePt t="30429" x="5318125" y="3968750"/>
          <p14:tracePt t="30439" x="5311775" y="3962400"/>
          <p14:tracePt t="30449" x="5300663" y="3951288"/>
          <p14:tracePt t="30459" x="5289550" y="3940175"/>
          <p14:tracePt t="30469" x="5278438" y="3935413"/>
          <p14:tracePt t="30479" x="5272088" y="3924300"/>
          <p14:tracePt t="30489" x="5260975" y="3917950"/>
          <p14:tracePt t="30499" x="5256213" y="3906838"/>
          <p14:tracePt t="30509" x="5249863" y="3900488"/>
          <p14:tracePt t="30519" x="5245100" y="3889375"/>
          <p14:tracePt t="30529" x="5238750" y="3884613"/>
          <p14:tracePt t="30539" x="5232400" y="3873500"/>
          <p14:tracePt t="30549" x="5232400" y="3867150"/>
          <p14:tracePt t="30559" x="5227638" y="3856038"/>
          <p14:tracePt t="30569" x="5227638" y="3851275"/>
          <p14:tracePt t="30582" x="5227638" y="3844925"/>
          <p14:tracePt t="30592" x="5227638" y="3838575"/>
          <p14:tracePt t="30600" x="5227638" y="3833813"/>
          <p14:tracePt t="30609" x="5227638" y="3822700"/>
          <p14:tracePt t="30619" x="5227638" y="3805238"/>
          <p14:tracePt t="30629" x="5232400" y="3794125"/>
          <p14:tracePt t="30639" x="5245100" y="3783013"/>
          <p14:tracePt t="30649" x="5249863" y="3771900"/>
          <p14:tracePt t="30659" x="5256213" y="3765550"/>
          <p14:tracePt t="30670" x="5256213" y="3760788"/>
          <p14:tracePt t="30679" x="5260975" y="3760788"/>
          <p14:tracePt t="30689" x="5267325" y="3760788"/>
          <p14:tracePt t="30706" x="5272088" y="3760788"/>
          <p14:tracePt t="30718" x="5278438" y="3760788"/>
          <p14:tracePt t="30722" x="5283200" y="3760788"/>
          <p14:tracePt t="30729" x="5294313" y="3760788"/>
          <p14:tracePt t="30739" x="5329238" y="3771900"/>
          <p14:tracePt t="30749" x="5362575" y="3778250"/>
          <p14:tracePt t="30759" x="5402263" y="3789363"/>
          <p14:tracePt t="30769" x="5429250" y="3794125"/>
          <p14:tracePt t="30779" x="5453063" y="3800475"/>
          <p14:tracePt t="30789" x="5464175" y="3800475"/>
          <p14:tracePt t="30799" x="5475288" y="3800475"/>
          <p14:tracePt t="30818" x="5480050" y="3800475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E87F6-D1ED-FBA3-D8BC-CE83D400B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C9ECB-7573-2C20-42F6-519F89172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61D8A-7B67-EE1B-74F2-1338AC8FA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146" name="Picture 2" descr="Picture of the brain; arrows point to the cerebellum">
            <a:extLst>
              <a:ext uri="{FF2B5EF4-FFF2-40B4-BE49-F238E27FC236}">
                <a16:creationId xmlns:a16="http://schemas.microsoft.com/office/drawing/2014/main" id="{3898358F-D0B2-9785-1EA8-6E7F5211C0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316" y="1825625"/>
            <a:ext cx="5952343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918DFD-DBE0-2FF7-7B36-D29A1C770709}"/>
              </a:ext>
            </a:extLst>
          </p:cNvPr>
          <p:cNvSpPr/>
          <p:nvPr/>
        </p:nvSpPr>
        <p:spPr>
          <a:xfrm>
            <a:off x="3321811" y="1587443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33C66A-008F-72D6-8B2D-5B0C22FB7F27}"/>
              </a:ext>
            </a:extLst>
          </p:cNvPr>
          <p:cNvSpPr/>
          <p:nvPr/>
        </p:nvSpPr>
        <p:spPr>
          <a:xfrm>
            <a:off x="7319553" y="2355622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156A0A-D7AC-183C-6F2D-B25EF8BB7922}"/>
              </a:ext>
            </a:extLst>
          </p:cNvPr>
          <p:cNvSpPr/>
          <p:nvPr/>
        </p:nvSpPr>
        <p:spPr>
          <a:xfrm rot="1315802">
            <a:off x="7761260" y="3766361"/>
            <a:ext cx="147559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3C983B-FC23-2002-90EF-D3F503F8E752}"/>
              </a:ext>
            </a:extLst>
          </p:cNvPr>
          <p:cNvSpPr/>
          <p:nvPr/>
        </p:nvSpPr>
        <p:spPr>
          <a:xfrm>
            <a:off x="4292816" y="5339576"/>
            <a:ext cx="84473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090C8B-9BA7-4E64-A2B5-3BB09516695E}"/>
              </a:ext>
            </a:extLst>
          </p:cNvPr>
          <p:cNvSpPr/>
          <p:nvPr/>
        </p:nvSpPr>
        <p:spPr>
          <a:xfrm>
            <a:off x="4476206" y="4966458"/>
            <a:ext cx="66134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F617FA-54BB-B019-4587-DD1CB7B8D038}"/>
              </a:ext>
            </a:extLst>
          </p:cNvPr>
          <p:cNvSpPr/>
          <p:nvPr/>
        </p:nvSpPr>
        <p:spPr>
          <a:xfrm>
            <a:off x="7054455" y="5349943"/>
            <a:ext cx="139337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5D6587-0FAE-97A6-CA80-2DB6F9FC8449}"/>
              </a:ext>
            </a:extLst>
          </p:cNvPr>
          <p:cNvSpPr/>
          <p:nvPr/>
        </p:nvSpPr>
        <p:spPr>
          <a:xfrm>
            <a:off x="2279950" y="4449646"/>
            <a:ext cx="1743410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081CC-225A-96E2-C15F-B3266AF1FCA1}"/>
              </a:ext>
            </a:extLst>
          </p:cNvPr>
          <p:cNvSpPr txBox="1"/>
          <p:nvPr/>
        </p:nvSpPr>
        <p:spPr>
          <a:xfrm>
            <a:off x="8712924" y="905691"/>
            <a:ext cx="2790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</a:t>
            </a:r>
            <a:r>
              <a:rPr lang="en-US" dirty="0"/>
              <a:t>: Movement and balance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2E5ABF-4326-C61C-CE01-44CFC923242D}"/>
              </a:ext>
            </a:extLst>
          </p:cNvPr>
          <p:cNvSpPr/>
          <p:nvPr/>
        </p:nvSpPr>
        <p:spPr>
          <a:xfrm>
            <a:off x="7123103" y="2210278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3F2E7A-B452-E15E-851A-8E2F7BE7F95C}"/>
              </a:ext>
            </a:extLst>
          </p:cNvPr>
          <p:cNvSpPr/>
          <p:nvPr/>
        </p:nvSpPr>
        <p:spPr>
          <a:xfrm>
            <a:off x="2936629" y="4863055"/>
            <a:ext cx="1548286" cy="706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9E8DE3-A35F-C09F-46E3-9957EBC64836}"/>
              </a:ext>
            </a:extLst>
          </p:cNvPr>
          <p:cNvCxnSpPr>
            <a:cxnSpLocks/>
          </p:cNvCxnSpPr>
          <p:nvPr/>
        </p:nvCxnSpPr>
        <p:spPr>
          <a:xfrm>
            <a:off x="7194465" y="5027345"/>
            <a:ext cx="625323" cy="15685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ADE820-1E4E-4D1C-513C-8DF31E9A6941}"/>
              </a:ext>
            </a:extLst>
          </p:cNvPr>
          <p:cNvSpPr txBox="1"/>
          <p:nvPr/>
        </p:nvSpPr>
        <p:spPr>
          <a:xfrm>
            <a:off x="7759648" y="5022615"/>
            <a:ext cx="122132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Cerebellum</a:t>
            </a:r>
          </a:p>
        </p:txBody>
      </p:sp>
    </p:spTree>
    <p:extLst>
      <p:ext uri="{BB962C8B-B14F-4D97-AF65-F5344CB8AC3E}">
        <p14:creationId xmlns:p14="http://schemas.microsoft.com/office/powerpoint/2010/main" val="325137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361"/>
    </mc:Choice>
    <mc:Fallback xmlns="">
      <p:transition spd="slow" advTm="40361"/>
    </mc:Fallback>
  </mc:AlternateContent>
  <p:extLst>
    <p:ext uri="{3A86A75C-4F4B-4683-9AE1-C65F6400EC91}">
      <p14:laserTraceLst xmlns:p14="http://schemas.microsoft.com/office/powerpoint/2010/main">
        <p14:tracePtLst>
          <p14:tracePt t="30" x="5913438" y="5705475"/>
          <p14:tracePt t="35" x="5918200" y="5705475"/>
          <p14:tracePt t="38" x="5930900" y="5716588"/>
          <p14:tracePt t="48" x="5953125" y="5727700"/>
          <p14:tracePt t="58" x="5969000" y="5749925"/>
          <p14:tracePt t="68" x="5980113" y="5773738"/>
          <p14:tracePt t="78" x="5986463" y="5778500"/>
          <p14:tracePt t="99" x="5986463" y="5784850"/>
          <p14:tracePt t="101" x="5991225" y="5784850"/>
          <p14:tracePt t="129" x="5991225" y="5789613"/>
          <p14:tracePt t="522" x="5997575" y="5789613"/>
          <p14:tracePt t="532" x="6003925" y="5789613"/>
          <p14:tracePt t="544" x="6008688" y="5789613"/>
          <p14:tracePt t="554" x="6015038" y="5789613"/>
          <p14:tracePt t="561" x="6019800" y="5789613"/>
          <p14:tracePt t="566" x="6026150" y="5789613"/>
          <p14:tracePt t="569" x="6030913" y="5789613"/>
          <p14:tracePt t="578" x="6048375" y="5784850"/>
          <p14:tracePt t="588" x="6065838" y="5784850"/>
          <p14:tracePt t="598" x="6099175" y="5784850"/>
          <p14:tracePt t="608" x="6132513" y="5784850"/>
          <p14:tracePt t="618" x="6165850" y="5778500"/>
          <p14:tracePt t="628" x="6188075" y="5778500"/>
          <p14:tracePt t="638" x="6200775" y="5773738"/>
          <p14:tracePt t="648" x="6211888" y="5773738"/>
          <p14:tracePt t="658" x="6223000" y="5762625"/>
          <p14:tracePt t="668" x="6227763" y="5762625"/>
          <p14:tracePt t="678" x="6234113" y="5756275"/>
          <p14:tracePt t="688" x="6238875" y="5756275"/>
          <p14:tracePt t="698" x="6245225" y="5749925"/>
          <p14:tracePt t="708" x="6249988" y="5745163"/>
          <p14:tracePt t="718" x="6261100" y="5738813"/>
          <p14:tracePt t="728" x="6273800" y="5727700"/>
          <p14:tracePt t="738" x="6289675" y="5716588"/>
          <p14:tracePt t="748" x="6300788" y="5711825"/>
          <p14:tracePt t="758" x="6311900" y="5700713"/>
          <p14:tracePt t="768" x="6318250" y="5688013"/>
          <p14:tracePt t="789" x="6318250" y="5683250"/>
          <p14:tracePt t="809" x="6318250" y="5676900"/>
          <p14:tracePt t="817" x="6318250" y="5672138"/>
          <p14:tracePt t="832" x="6318250" y="5665788"/>
          <p14:tracePt t="837" x="6318250" y="5661025"/>
          <p14:tracePt t="843" x="6311900" y="5654675"/>
          <p14:tracePt t="848" x="6307138" y="5649913"/>
          <p14:tracePt t="858" x="6300788" y="5638800"/>
          <p14:tracePt t="868" x="6284913" y="5621338"/>
          <p14:tracePt t="878" x="6273800" y="5599113"/>
          <p14:tracePt t="888" x="6261100" y="5581650"/>
          <p14:tracePt t="889" x="6256338" y="5576888"/>
          <p14:tracePt t="898" x="6245225" y="5553075"/>
          <p14:tracePt t="908" x="6216650" y="5526088"/>
          <p14:tracePt t="918" x="6194425" y="5492750"/>
          <p14:tracePt t="928" x="6176963" y="5453063"/>
          <p14:tracePt t="938" x="6165850" y="5419725"/>
          <p14:tracePt t="948" x="6143625" y="5368925"/>
          <p14:tracePt t="958" x="6132513" y="5329238"/>
          <p14:tracePt t="968" x="6115050" y="5284788"/>
          <p14:tracePt t="978" x="6092825" y="5233988"/>
          <p14:tracePt t="988" x="6065838" y="5205413"/>
          <p14:tracePt t="998" x="6065838" y="5187950"/>
          <p14:tracePt t="1008" x="6053138" y="5154613"/>
          <p14:tracePt t="1018" x="6048375" y="5126038"/>
          <p14:tracePt t="1028" x="6037263" y="5110163"/>
          <p14:tracePt t="1038" x="6030913" y="5103813"/>
          <p14:tracePt t="1048" x="6026150" y="5092700"/>
          <p14:tracePt t="1058" x="6026150" y="5081588"/>
          <p14:tracePt t="1068" x="6026150" y="5076825"/>
          <p14:tracePt t="1079" x="6026150" y="5070475"/>
          <p14:tracePt t="1119" x="6026150" y="5064125"/>
          <p14:tracePt t="1386" x="6019800" y="5064125"/>
          <p14:tracePt t="1405" x="6019800" y="5070475"/>
          <p14:tracePt t="1407" x="6019800" y="5076825"/>
          <p14:tracePt t="1409" x="6037263" y="5087938"/>
          <p14:tracePt t="1418" x="6070600" y="5149850"/>
          <p14:tracePt t="1428" x="6165850" y="5249863"/>
          <p14:tracePt t="1438" x="6311900" y="5395913"/>
          <p14:tracePt t="1448" x="6475413" y="5541963"/>
          <p14:tracePt t="1458" x="6632575" y="5683250"/>
          <p14:tracePt t="1468" x="6784975" y="5789613"/>
          <p14:tracePt t="1478" x="6908800" y="5884863"/>
          <p14:tracePt t="1488" x="7026275" y="5957888"/>
          <p14:tracePt t="1498" x="7121525" y="6015038"/>
          <p14:tracePt t="1508" x="7183438" y="6054725"/>
          <p14:tracePt t="1518" x="7205663" y="6065838"/>
          <p14:tracePt t="1528" x="7205663" y="6070600"/>
          <p14:tracePt t="1538" x="7212013" y="6070600"/>
          <p14:tracePt t="1786" x="7205663" y="6070600"/>
          <p14:tracePt t="1787" x="7200900" y="6070600"/>
          <p14:tracePt t="1791" x="7194550" y="6070600"/>
          <p14:tracePt t="1798" x="7183438" y="6070600"/>
          <p14:tracePt t="1808" x="7143750" y="6059488"/>
          <p14:tracePt t="1818" x="7105650" y="6054725"/>
          <p14:tracePt t="1828" x="7054850" y="6037263"/>
          <p14:tracePt t="1838" x="6997700" y="6015038"/>
          <p14:tracePt t="1848" x="6946900" y="5992813"/>
          <p14:tracePt t="1858" x="6897688" y="5970588"/>
          <p14:tracePt t="1868" x="6858000" y="5942013"/>
          <p14:tracePt t="1878" x="6824663" y="5919788"/>
          <p14:tracePt t="1888" x="6796088" y="5902325"/>
          <p14:tracePt t="1898" x="6767513" y="5884863"/>
          <p14:tracePt t="1908" x="6734175" y="5857875"/>
          <p14:tracePt t="1918" x="6694488" y="5829300"/>
          <p14:tracePt t="1928" x="6654800" y="5795963"/>
          <p14:tracePt t="1938" x="6604000" y="5762625"/>
          <p14:tracePt t="1948" x="6559550" y="5727700"/>
          <p14:tracePt t="1958" x="6508750" y="5694363"/>
          <p14:tracePt t="1968" x="6464300" y="5665788"/>
          <p14:tracePt t="1978" x="6413500" y="5632450"/>
          <p14:tracePt t="1988" x="6373813" y="5603875"/>
          <p14:tracePt t="1998" x="6334125" y="5576888"/>
          <p14:tracePt t="2008" x="6300788" y="5548313"/>
          <p14:tracePt t="2018" x="6273800" y="5526088"/>
          <p14:tracePt t="2028" x="6238875" y="5503863"/>
          <p14:tracePt t="2038" x="6194425" y="5468938"/>
          <p14:tracePt t="2048" x="6143625" y="5430838"/>
          <p14:tracePt t="2058" x="6092825" y="5395913"/>
          <p14:tracePt t="2069" x="6053138" y="5362575"/>
          <p14:tracePt t="2078" x="6042025" y="5351463"/>
          <p14:tracePt t="2088" x="6037263" y="5345113"/>
          <p14:tracePt t="2098" x="6030913" y="5345113"/>
          <p14:tracePt t="2114" x="6030913" y="5340350"/>
          <p14:tracePt t="2214" x="6030913" y="5334000"/>
          <p14:tracePt t="2217" x="6026150" y="5334000"/>
          <p14:tracePt t="2219" x="6026150" y="5322888"/>
          <p14:tracePt t="2229" x="6008688" y="5295900"/>
          <p14:tracePt t="2238" x="5991225" y="5260975"/>
          <p14:tracePt t="2248" x="5964238" y="5222875"/>
          <p14:tracePt t="2258" x="5942013" y="5187950"/>
          <p14:tracePt t="2268" x="5924550" y="5160963"/>
          <p14:tracePt t="2278" x="5902325" y="5126038"/>
          <p14:tracePt t="2288" x="5884863" y="5081588"/>
          <p14:tracePt t="2298" x="5862638" y="5037138"/>
          <p14:tracePt t="2308" x="5840413" y="4991100"/>
          <p14:tracePt t="2318" x="5822950" y="4946650"/>
          <p14:tracePt t="2328" x="5811838" y="4913313"/>
          <p14:tracePt t="2338" x="5800725" y="4884738"/>
          <p14:tracePt t="2348" x="5795963" y="4867275"/>
          <p14:tracePt t="2367" x="5795963" y="4862513"/>
          <p14:tracePt t="2382" x="5789613" y="4862513"/>
          <p14:tracePt t="2478" x="5789613" y="4856163"/>
          <p14:tracePt t="2487" x="5789613" y="4851400"/>
          <p14:tracePt t="2489" x="5789613" y="4845050"/>
          <p14:tracePt t="2498" x="5789613" y="4840288"/>
          <p14:tracePt t="2508" x="5789613" y="4833938"/>
          <p14:tracePt t="2518" x="5789613" y="4818063"/>
          <p14:tracePt t="2528" x="5783263" y="4806950"/>
          <p14:tracePt t="2538" x="5783263" y="4794250"/>
          <p14:tracePt t="2553" x="5783263" y="4789488"/>
          <p14:tracePt t="2602" x="5783263" y="4783138"/>
          <p14:tracePt t="2902" x="5789613" y="4783138"/>
          <p14:tracePt t="2913" x="5795963" y="4783138"/>
          <p14:tracePt t="2919" x="5795963" y="4778375"/>
          <p14:tracePt t="2921" x="5800725" y="4778375"/>
          <p14:tracePt t="2928" x="5807075" y="4778375"/>
          <p14:tracePt t="2938" x="5818188" y="4767263"/>
          <p14:tracePt t="2948" x="5834063" y="4760913"/>
          <p14:tracePt t="2958" x="5845175" y="4749800"/>
          <p14:tracePt t="2968" x="5862638" y="4738688"/>
          <p14:tracePt t="2978" x="5868988" y="4733925"/>
          <p14:tracePt t="2988" x="5868988" y="4727575"/>
          <p14:tracePt t="2998" x="5873750" y="4727575"/>
          <p14:tracePt t="3008" x="5880100" y="4727575"/>
          <p14:tracePt t="3018" x="5880100" y="4721225"/>
          <p14:tracePt t="3042" x="5884863" y="4721225"/>
          <p14:tracePt t="3053" x="5884863" y="4716463"/>
          <p14:tracePt t="3065" x="5891213" y="4716463"/>
          <p14:tracePt t="3069" x="5891213" y="4710113"/>
          <p14:tracePt t="3076" x="5891213" y="4705350"/>
          <p14:tracePt t="3087" x="5895975" y="4705350"/>
          <p14:tracePt t="3089" x="5895975" y="4699000"/>
          <p14:tracePt t="3098" x="5902325" y="4699000"/>
          <p14:tracePt t="3108" x="5907088" y="4683125"/>
          <p14:tracePt t="3118" x="5907088" y="4676775"/>
          <p14:tracePt t="3128" x="5913438" y="4659313"/>
          <p14:tracePt t="3138" x="5924550" y="4648200"/>
          <p14:tracePt t="3148" x="5930900" y="4632325"/>
          <p14:tracePt t="3158" x="5935663" y="4610100"/>
          <p14:tracePt t="3168" x="5946775" y="4592638"/>
          <p14:tracePt t="3178" x="5953125" y="4581525"/>
          <p14:tracePt t="3188" x="5957888" y="4570413"/>
          <p14:tracePt t="3198" x="5964238" y="4564063"/>
          <p14:tracePt t="3208" x="5969000" y="4564063"/>
          <p14:tracePt t="3218" x="5969000" y="4552950"/>
          <p14:tracePt t="3228" x="5980113" y="4548188"/>
          <p14:tracePt t="3238" x="5991225" y="4541838"/>
          <p14:tracePt t="3248" x="6003925" y="4530725"/>
          <p14:tracePt t="3258" x="6015038" y="4524375"/>
          <p14:tracePt t="3268" x="6030913" y="4508500"/>
          <p14:tracePt t="3278" x="6042025" y="4497388"/>
          <p14:tracePt t="3288" x="6059488" y="4486275"/>
          <p14:tracePt t="3298" x="6070600" y="4468813"/>
          <p14:tracePt t="3308" x="6081713" y="4457700"/>
          <p14:tracePt t="3318" x="6099175" y="4440238"/>
          <p14:tracePt t="3328" x="6110288" y="4429125"/>
          <p14:tracePt t="3338" x="6121400" y="4424363"/>
          <p14:tracePt t="3348" x="6126163" y="4418013"/>
          <p14:tracePt t="3358" x="6132513" y="4418013"/>
          <p14:tracePt t="3374" x="6132513" y="4413250"/>
          <p14:tracePt t="3488" x="6138863" y="4413250"/>
          <p14:tracePt t="3498" x="6143625" y="4413250"/>
          <p14:tracePt t="3503" x="6154738" y="4413250"/>
          <p14:tracePt t="3508" x="6161088" y="4413250"/>
          <p14:tracePt t="3518" x="6176963" y="4413250"/>
          <p14:tracePt t="3528" x="6205538" y="4413250"/>
          <p14:tracePt t="3538" x="6245225" y="4413250"/>
          <p14:tracePt t="3548" x="6289675" y="4413250"/>
          <p14:tracePt t="3558" x="6340475" y="4424363"/>
          <p14:tracePt t="3568" x="6396038" y="4429125"/>
          <p14:tracePt t="3578" x="6442075" y="4435475"/>
          <p14:tracePt t="3588" x="6469063" y="4435475"/>
          <p14:tracePt t="3598" x="6481763" y="4435475"/>
          <p14:tracePt t="3608" x="6486525" y="4435475"/>
          <p14:tracePt t="3618" x="6492875" y="4435475"/>
          <p14:tracePt t="3628" x="6497638" y="4435475"/>
          <p14:tracePt t="3666" x="6497638" y="4440238"/>
          <p14:tracePt t="4070" x="6503988" y="4440238"/>
          <p14:tracePt t="4076" x="6508750" y="4440238"/>
          <p14:tracePt t="4082" x="6515100" y="4440238"/>
          <p14:tracePt t="4088" x="6526213" y="4440238"/>
          <p14:tracePt t="4098" x="6542088" y="4440238"/>
          <p14:tracePt t="4108" x="6559550" y="4451350"/>
          <p14:tracePt t="4118" x="6599238" y="4457700"/>
          <p14:tracePt t="4128" x="6627813" y="4468813"/>
          <p14:tracePt t="4138" x="6654800" y="4475163"/>
          <p14:tracePt t="4148" x="6677025" y="4479925"/>
          <p14:tracePt t="4158" x="6683375" y="4486275"/>
          <p14:tracePt t="4168" x="6689725" y="4486275"/>
          <p14:tracePt t="4178" x="6694488" y="4486275"/>
          <p14:tracePt t="4218" x="6700838" y="4491038"/>
          <p14:tracePt t="4225" x="6705600" y="4491038"/>
          <p14:tracePt t="4229" x="6705600" y="4497388"/>
          <p14:tracePt t="4238" x="6723063" y="4502150"/>
          <p14:tracePt t="4248" x="6751638" y="4519613"/>
          <p14:tracePt t="4258" x="6778625" y="4537075"/>
          <p14:tracePt t="4268" x="6807200" y="4548188"/>
          <p14:tracePt t="4278" x="6829425" y="4559300"/>
          <p14:tracePt t="4288" x="6846888" y="4575175"/>
          <p14:tracePt t="4298" x="6869113" y="4586288"/>
          <p14:tracePt t="4308" x="6884988" y="4598988"/>
          <p14:tracePt t="4318" x="6902450" y="4610100"/>
          <p14:tracePt t="4328" x="6919913" y="4621213"/>
          <p14:tracePt t="4338" x="6935788" y="4632325"/>
          <p14:tracePt t="4348" x="6959600" y="4643438"/>
          <p14:tracePt t="4358" x="7004050" y="4672013"/>
          <p14:tracePt t="4368" x="7070725" y="4710113"/>
          <p14:tracePt t="4378" x="7138988" y="4745038"/>
          <p14:tracePt t="4388" x="7194550" y="4778375"/>
          <p14:tracePt t="4398" x="7227888" y="4800600"/>
          <p14:tracePt t="4408" x="7240588" y="4806950"/>
          <p14:tracePt t="4418" x="7245350" y="4811713"/>
          <p14:tracePt t="4428" x="7245350" y="4818063"/>
          <p14:tracePt t="4470" x="7245350" y="4822825"/>
          <p14:tracePt t="4497" x="7245350" y="4829175"/>
          <p14:tracePt t="4505" x="7245350" y="4833938"/>
          <p14:tracePt t="4509" x="7245350" y="4840288"/>
          <p14:tracePt t="4518" x="7245350" y="4845050"/>
          <p14:tracePt t="4528" x="7245350" y="4851400"/>
          <p14:tracePt t="4538" x="7245350" y="4862513"/>
          <p14:tracePt t="4548" x="7245350" y="4873625"/>
          <p14:tracePt t="4558" x="7245350" y="4884738"/>
          <p14:tracePt t="4568" x="7245350" y="4895850"/>
          <p14:tracePt t="4578" x="7245350" y="4906963"/>
          <p14:tracePt t="4588" x="7245350" y="4918075"/>
          <p14:tracePt t="4598" x="7245350" y="4929188"/>
          <p14:tracePt t="4608" x="7245350" y="4941888"/>
          <p14:tracePt t="4618" x="7240588" y="4957763"/>
          <p14:tracePt t="4628" x="7240588" y="4968875"/>
          <p14:tracePt t="4638" x="7234238" y="4979988"/>
          <p14:tracePt t="4648" x="7234238" y="4991100"/>
          <p14:tracePt t="4658" x="7227888" y="5008563"/>
          <p14:tracePt t="4668" x="7227888" y="5019675"/>
          <p14:tracePt t="4678" x="7223125" y="5030788"/>
          <p14:tracePt t="4688" x="7216775" y="5041900"/>
          <p14:tracePt t="4698" x="7212013" y="5053013"/>
          <p14:tracePt t="4708" x="7212013" y="5064125"/>
          <p14:tracePt t="4718" x="7205663" y="5076825"/>
          <p14:tracePt t="4728" x="7205663" y="5087938"/>
          <p14:tracePt t="4738" x="7200900" y="5103813"/>
          <p14:tracePt t="4748" x="7194550" y="5126038"/>
          <p14:tracePt t="4758" x="7189788" y="5143500"/>
          <p14:tracePt t="4768" x="7189788" y="5160963"/>
          <p14:tracePt t="4778" x="7183438" y="5176838"/>
          <p14:tracePt t="4788" x="7178675" y="5194300"/>
          <p14:tracePt t="4798" x="7172325" y="5205413"/>
          <p14:tracePt t="4808" x="7172325" y="5216525"/>
          <p14:tracePt t="4818" x="7167563" y="5227638"/>
          <p14:tracePt t="4829" x="7167563" y="5233988"/>
          <p14:tracePt t="4841" x="7167563" y="5238750"/>
          <p14:tracePt t="4851" x="7161213" y="5245100"/>
          <p14:tracePt t="4858" x="7161213" y="5249863"/>
          <p14:tracePt t="4868" x="7161213" y="5256213"/>
          <p14:tracePt t="4878" x="7154863" y="5260975"/>
          <p14:tracePt t="4888" x="7150100" y="5272088"/>
          <p14:tracePt t="4898" x="7150100" y="5278438"/>
          <p14:tracePt t="4908" x="7143750" y="5284788"/>
          <p14:tracePt t="4918" x="7143750" y="5295900"/>
          <p14:tracePt t="4928" x="7143750" y="5300663"/>
          <p14:tracePt t="4938" x="7138988" y="5307013"/>
          <p14:tracePt t="4948" x="7138988" y="5318125"/>
          <p14:tracePt t="4958" x="7127875" y="5329238"/>
          <p14:tracePt t="4968" x="7121525" y="5345113"/>
          <p14:tracePt t="4978" x="7116763" y="5362575"/>
          <p14:tracePt t="4988" x="7105650" y="5384800"/>
          <p14:tracePt t="4998" x="7099300" y="5402263"/>
          <p14:tracePt t="5008" x="7088188" y="5424488"/>
          <p14:tracePt t="5018" x="7081838" y="5435600"/>
          <p14:tracePt t="5028" x="7070725" y="5446713"/>
          <p14:tracePt t="5038" x="7065963" y="5457825"/>
          <p14:tracePt t="5048" x="7059613" y="5468938"/>
          <p14:tracePt t="5058" x="7054850" y="5475288"/>
          <p14:tracePt t="5068" x="7048500" y="5486400"/>
          <p14:tracePt t="5078" x="7037388" y="5497513"/>
          <p14:tracePt t="5088" x="7026275" y="5508625"/>
          <p14:tracePt t="5098" x="7008813" y="5519738"/>
          <p14:tracePt t="5108" x="6997700" y="5530850"/>
          <p14:tracePt t="5118" x="6981825" y="5537200"/>
          <p14:tracePt t="5128" x="6964363" y="5541963"/>
          <p14:tracePt t="5138" x="6953250" y="5541963"/>
          <p14:tracePt t="5148" x="6942138" y="5548313"/>
          <p14:tracePt t="5158" x="6924675" y="5553075"/>
          <p14:tracePt t="5168" x="6913563" y="5553075"/>
          <p14:tracePt t="5179" x="6891338" y="5559425"/>
          <p14:tracePt t="5188" x="6858000" y="5570538"/>
          <p14:tracePt t="5198" x="6811963" y="5576888"/>
          <p14:tracePt t="5208" x="6767513" y="5588000"/>
          <p14:tracePt t="5218" x="6723063" y="5599113"/>
          <p14:tracePt t="5228" x="6677025" y="5603875"/>
          <p14:tracePt t="5238" x="6643688" y="5610225"/>
          <p14:tracePt t="5248" x="6616700" y="5610225"/>
          <p14:tracePt t="5258" x="6588125" y="5610225"/>
          <p14:tracePt t="5268" x="6559550" y="5610225"/>
          <p14:tracePt t="5278" x="6537325" y="5610225"/>
          <p14:tracePt t="5288" x="6515100" y="5610225"/>
          <p14:tracePt t="5298" x="6492875" y="5610225"/>
          <p14:tracePt t="5308" x="6481763" y="5610225"/>
          <p14:tracePt t="5318" x="6475413" y="5610225"/>
          <p14:tracePt t="5331" x="6469063" y="5610225"/>
          <p14:tracePt t="5338" x="6469063" y="5603875"/>
          <p14:tracePt t="5348" x="6457950" y="5588000"/>
          <p14:tracePt t="5358" x="6446838" y="5570538"/>
          <p14:tracePt t="5368" x="6430963" y="5559425"/>
          <p14:tracePt t="5378" x="6419850" y="5548313"/>
          <p14:tracePt t="5388" x="6408738" y="5537200"/>
          <p14:tracePt t="5398" x="6402388" y="5526088"/>
          <p14:tracePt t="5408" x="6396038" y="5519738"/>
          <p14:tracePt t="5418" x="6391275" y="5514975"/>
          <p14:tracePt t="5428" x="6380163" y="5497513"/>
          <p14:tracePt t="5438" x="6373813" y="5480050"/>
          <p14:tracePt t="5448" x="6362700" y="5468938"/>
          <p14:tracePt t="5458" x="6357938" y="5453063"/>
          <p14:tracePt t="5468" x="6340475" y="5430838"/>
          <p14:tracePt t="5478" x="6329363" y="5413375"/>
          <p14:tracePt t="5488" x="6307138" y="5384800"/>
          <p14:tracePt t="5498" x="6284913" y="5351463"/>
          <p14:tracePt t="5508" x="6256338" y="5318125"/>
          <p14:tracePt t="5518" x="6234113" y="5278438"/>
          <p14:tracePt t="5528" x="6205538" y="5233988"/>
          <p14:tracePt t="5538" x="6176963" y="5187950"/>
          <p14:tracePt t="5548" x="6149975" y="5137150"/>
          <p14:tracePt t="5558" x="6121400" y="5099050"/>
          <p14:tracePt t="5568" x="6099175" y="5070475"/>
          <p14:tracePt t="5578" x="6076950" y="5037138"/>
          <p14:tracePt t="5588" x="6053138" y="5002213"/>
          <p14:tracePt t="5598" x="6030913" y="4968875"/>
          <p14:tracePt t="5608" x="6015038" y="4946650"/>
          <p14:tracePt t="5618" x="6003925" y="4929188"/>
          <p14:tracePt t="5628" x="5997575" y="4918075"/>
          <p14:tracePt t="5638" x="5986463" y="4906963"/>
          <p14:tracePt t="5648" x="5980113" y="4902200"/>
          <p14:tracePt t="5658" x="5975350" y="4884738"/>
          <p14:tracePt t="5668" x="5969000" y="4879975"/>
          <p14:tracePt t="5678" x="5964238" y="4862513"/>
          <p14:tracePt t="5688" x="5957888" y="4851400"/>
          <p14:tracePt t="5698" x="5957888" y="4829175"/>
          <p14:tracePt t="5708" x="5946775" y="4794250"/>
          <p14:tracePt t="5718" x="5946775" y="4767263"/>
          <p14:tracePt t="5728" x="5942013" y="4745038"/>
          <p14:tracePt t="5738" x="5942013" y="4727575"/>
          <p14:tracePt t="5748" x="5942013" y="4716463"/>
          <p14:tracePt t="5758" x="5942013" y="4705350"/>
          <p14:tracePt t="5768" x="5942013" y="4694238"/>
          <p14:tracePt t="5778" x="5942013" y="4683125"/>
          <p14:tracePt t="5788" x="5942013" y="4676775"/>
          <p14:tracePt t="5798" x="5942013" y="4659313"/>
          <p14:tracePt t="5808" x="5942013" y="4654550"/>
          <p14:tracePt t="5818" x="5942013" y="4643438"/>
          <p14:tracePt t="5828" x="5942013" y="4637088"/>
          <p14:tracePt t="5838" x="5946775" y="4632325"/>
          <p14:tracePt t="5848" x="5946775" y="4625975"/>
          <p14:tracePt t="5863" x="5953125" y="4625975"/>
          <p14:tracePt t="5868" x="5953125" y="4621213"/>
          <p14:tracePt t="5883" x="5953125" y="4614863"/>
          <p14:tracePt t="5889" x="5953125" y="4610100"/>
          <p14:tracePt t="5899" x="5957888" y="4603750"/>
          <p14:tracePt t="5908" x="5964238" y="4598988"/>
          <p14:tracePt t="5918" x="5969000" y="4581525"/>
          <p14:tracePt t="5928" x="5975350" y="4575175"/>
          <p14:tracePt t="5938" x="5980113" y="4564063"/>
          <p14:tracePt t="5948" x="5980113" y="4559300"/>
          <p14:tracePt t="5958" x="5986463" y="4559300"/>
          <p14:tracePt t="5968" x="5986463" y="4552950"/>
          <p14:tracePt t="5978" x="5991225" y="4552950"/>
          <p14:tracePt t="5988" x="5991225" y="4548188"/>
          <p14:tracePt t="5998" x="6003925" y="4541838"/>
          <p14:tracePt t="6008" x="6008688" y="4537075"/>
          <p14:tracePt t="6018" x="6026150" y="4530725"/>
          <p14:tracePt t="6028" x="6042025" y="4524375"/>
          <p14:tracePt t="6038" x="6065838" y="4519613"/>
          <p14:tracePt t="6048" x="6092825" y="4513263"/>
          <p14:tracePt t="6058" x="6121400" y="4513263"/>
          <p14:tracePt t="6068" x="6149975" y="4513263"/>
          <p14:tracePt t="6078" x="6176963" y="4513263"/>
          <p14:tracePt t="6088" x="6200775" y="4508500"/>
          <p14:tracePt t="6098" x="6216650" y="4508500"/>
          <p14:tracePt t="6108" x="6234113" y="4508500"/>
          <p14:tracePt t="6118" x="6238875" y="4508500"/>
          <p14:tracePt t="6128" x="6245225" y="4508500"/>
          <p14:tracePt t="6138" x="6245225" y="4502150"/>
          <p14:tracePt t="6148" x="6249988" y="4502150"/>
          <p14:tracePt t="6158" x="6256338" y="4502150"/>
          <p14:tracePt t="6168" x="6267450" y="4502150"/>
          <p14:tracePt t="6178" x="6284913" y="4502150"/>
          <p14:tracePt t="6188" x="6307138" y="4502150"/>
          <p14:tracePt t="6198" x="6334125" y="4508500"/>
          <p14:tracePt t="6208" x="6373813" y="4508500"/>
          <p14:tracePt t="6218" x="6408738" y="4508500"/>
          <p14:tracePt t="6228" x="6430963" y="4513263"/>
          <p14:tracePt t="6238" x="6475413" y="4519613"/>
          <p14:tracePt t="6248" x="6515100" y="4524375"/>
          <p14:tracePt t="6258" x="6565900" y="4530725"/>
          <p14:tracePt t="6268" x="6616700" y="4548188"/>
          <p14:tracePt t="6278" x="6672263" y="4552950"/>
          <p14:tracePt t="6288" x="6705600" y="4559300"/>
          <p14:tracePt t="6298" x="6734175" y="4564063"/>
          <p14:tracePt t="6308" x="6745288" y="4570413"/>
          <p14:tracePt t="6318" x="6751638" y="4570413"/>
          <p14:tracePt t="6357" x="6756400" y="4570413"/>
          <p14:tracePt t="6373" x="6756400" y="4575175"/>
          <p14:tracePt t="6377" x="6762750" y="4575175"/>
          <p14:tracePt t="6379" x="6762750" y="4581525"/>
          <p14:tracePt t="6388" x="6767513" y="4586288"/>
          <p14:tracePt t="6398" x="6773863" y="4598988"/>
          <p14:tracePt t="6408" x="6778625" y="4603750"/>
          <p14:tracePt t="6418" x="6784975" y="4621213"/>
          <p14:tracePt t="6428" x="6789738" y="4625975"/>
          <p14:tracePt t="6438" x="6800850" y="4637088"/>
          <p14:tracePt t="6448" x="6807200" y="4654550"/>
          <p14:tracePt t="6458" x="6811963" y="4665663"/>
          <p14:tracePt t="6468" x="6829425" y="4687888"/>
          <p14:tracePt t="6478" x="6840538" y="4705350"/>
          <p14:tracePt t="6488" x="6851650" y="4721225"/>
          <p14:tracePt t="6498" x="6869113" y="4738688"/>
          <p14:tracePt t="6508" x="6880225" y="4756150"/>
          <p14:tracePt t="6518" x="6891338" y="4767263"/>
          <p14:tracePt t="6528" x="6897688" y="4778375"/>
          <p14:tracePt t="6538" x="6902450" y="4789488"/>
          <p14:tracePt t="6548" x="6908800" y="4800600"/>
          <p14:tracePt t="6558" x="6913563" y="4806950"/>
          <p14:tracePt t="6568" x="6913563" y="4811713"/>
          <p14:tracePt t="6592" x="6919913" y="4811713"/>
          <p14:tracePt t="6593" x="6919913" y="4818063"/>
          <p14:tracePt t="6802" x="6919913" y="4822825"/>
          <p14:tracePt t="6814" x="6919913" y="4829175"/>
          <p14:tracePt t="6817" x="6919913" y="4833938"/>
          <p14:tracePt t="6825" x="6919913" y="4840288"/>
          <p14:tracePt t="6831" x="6919913" y="4845050"/>
          <p14:tracePt t="6838" x="6919913" y="4851400"/>
          <p14:tracePt t="6848" x="6919913" y="4867275"/>
          <p14:tracePt t="6858" x="6924675" y="4884738"/>
          <p14:tracePt t="6868" x="6931025" y="4906963"/>
          <p14:tracePt t="6878" x="6931025" y="4929188"/>
          <p14:tracePt t="6888" x="6935788" y="4953000"/>
          <p14:tracePt t="6898" x="6935788" y="4975225"/>
          <p14:tracePt t="6908" x="6942138" y="4997450"/>
          <p14:tracePt t="6918" x="6946900" y="5014913"/>
          <p14:tracePt t="6928" x="6946900" y="5037138"/>
          <p14:tracePt t="6938" x="6946900" y="5059363"/>
          <p14:tracePt t="6948" x="6946900" y="5081588"/>
          <p14:tracePt t="6958" x="6946900" y="5103813"/>
          <p14:tracePt t="6968" x="6946900" y="5121275"/>
          <p14:tracePt t="6978" x="6953250" y="5143500"/>
          <p14:tracePt t="6988" x="6953250" y="5154613"/>
          <p14:tracePt t="6998" x="6953250" y="5172075"/>
          <p14:tracePt t="7008" x="6953250" y="5176838"/>
          <p14:tracePt t="7018" x="6953250" y="5187950"/>
          <p14:tracePt t="7028" x="6953250" y="5199063"/>
          <p14:tracePt t="7038" x="6953250" y="5216525"/>
          <p14:tracePt t="7048" x="6946900" y="5233988"/>
          <p14:tracePt t="7059" x="6942138" y="5256213"/>
          <p14:tracePt t="7068" x="6935788" y="5278438"/>
          <p14:tracePt t="7079" x="6931025" y="5307013"/>
          <p14:tracePt t="7088" x="6919913" y="5329238"/>
          <p14:tracePt t="7098" x="6908800" y="5345113"/>
          <p14:tracePt t="7108" x="6902450" y="5368925"/>
          <p14:tracePt t="7118" x="6891338" y="5384800"/>
          <p14:tracePt t="7128" x="6880225" y="5402263"/>
          <p14:tracePt t="7138" x="6862763" y="5424488"/>
          <p14:tracePt t="7148" x="6846888" y="5457825"/>
          <p14:tracePt t="7158" x="6829425" y="5486400"/>
          <p14:tracePt t="7168" x="6818313" y="5508625"/>
          <p14:tracePt t="7178" x="6800850" y="5530850"/>
          <p14:tracePt t="7188" x="6789738" y="5553075"/>
          <p14:tracePt t="7198" x="6778625" y="5570538"/>
          <p14:tracePt t="7208" x="6773863" y="5581650"/>
          <p14:tracePt t="7218" x="6767513" y="5588000"/>
          <p14:tracePt t="7228" x="6762750" y="5603875"/>
          <p14:tracePt t="7238" x="6751638" y="5614988"/>
          <p14:tracePt t="7248" x="6745288" y="5632450"/>
          <p14:tracePt t="7258" x="6738938" y="5649913"/>
          <p14:tracePt t="7268" x="6734175" y="5672138"/>
          <p14:tracePt t="7278" x="6727825" y="5683250"/>
          <p14:tracePt t="7288" x="6727825" y="5694363"/>
          <p14:tracePt t="7298" x="6723063" y="5694363"/>
          <p14:tracePt t="7308" x="6723063" y="5700713"/>
          <p14:tracePt t="7318" x="6716713" y="5700713"/>
          <p14:tracePt t="7328" x="6716713" y="5705475"/>
          <p14:tracePt t="7339" x="6716713" y="5711825"/>
          <p14:tracePt t="7357" x="6716713" y="5716588"/>
          <p14:tracePt t="7372" x="6711950" y="5716588"/>
          <p14:tracePt t="7387" x="6711950" y="5722938"/>
          <p14:tracePt t="7648" x="6711950" y="5716588"/>
          <p14:tracePt t="10530" x="6705600" y="5716588"/>
          <p14:tracePt t="10535" x="6700838" y="5716588"/>
          <p14:tracePt t="10545" x="6694488" y="5716588"/>
          <p14:tracePt t="10563" x="6689725" y="5716588"/>
          <p14:tracePt t="10714" x="6689725" y="5711825"/>
          <p14:tracePt t="10717" x="6694488" y="5711825"/>
          <p14:tracePt t="10719" x="6694488" y="5705475"/>
          <p14:tracePt t="10728" x="6700838" y="5700713"/>
          <p14:tracePt t="10738" x="6700838" y="5688013"/>
          <p14:tracePt t="10782" x="6700838" y="5683250"/>
          <p14:tracePt t="10797" x="6694488" y="5683250"/>
          <p14:tracePt t="10799" x="6689725" y="5683250"/>
          <p14:tracePt t="10808" x="6672263" y="5683250"/>
          <p14:tracePt t="10818" x="6632575" y="5683250"/>
          <p14:tracePt t="10828" x="6599238" y="5683250"/>
          <p14:tracePt t="10838" x="6554788" y="5700713"/>
          <p14:tracePt t="10848" x="6503988" y="5716588"/>
          <p14:tracePt t="10858" x="6446838" y="5745163"/>
          <p14:tracePt t="10868" x="6373813" y="5789613"/>
          <p14:tracePt t="10878" x="6323013" y="5822950"/>
          <p14:tracePt t="10888" x="6284913" y="5851525"/>
          <p14:tracePt t="10898" x="6273800" y="5868988"/>
          <p14:tracePt t="10908" x="6261100" y="5895975"/>
          <p14:tracePt t="10918" x="6256338" y="5919788"/>
          <p14:tracePt t="10928" x="6256338" y="5935663"/>
          <p14:tracePt t="10938" x="6256338" y="5957888"/>
          <p14:tracePt t="10948" x="6256338" y="5964238"/>
          <p14:tracePt t="10958" x="6256338" y="5970588"/>
          <p14:tracePt t="10968" x="6256338" y="5975350"/>
          <p14:tracePt t="11001" x="6256338" y="5981700"/>
          <p14:tracePt t="11188" x="6249988" y="5981700"/>
          <p14:tracePt t="11202" x="6245225" y="5981700"/>
          <p14:tracePt t="11213" x="6238875" y="5981700"/>
          <p14:tracePt t="11221" x="6234113" y="5981700"/>
          <p14:tracePt t="11225" x="6234113" y="5975350"/>
          <p14:tracePt t="11228" x="6227763" y="5975350"/>
          <p14:tracePt t="11238" x="6216650" y="5964238"/>
          <p14:tracePt t="11248" x="6194425" y="5946775"/>
          <p14:tracePt t="11258" x="6165850" y="5930900"/>
          <p14:tracePt t="11268" x="6138863" y="5908675"/>
          <p14:tracePt t="11278" x="6115050" y="5891213"/>
          <p14:tracePt t="11288" x="6092825" y="5880100"/>
          <p14:tracePt t="11298" x="6081713" y="5873750"/>
          <p14:tracePt t="11308" x="6076950" y="5862638"/>
          <p14:tracePt t="11318" x="6065838" y="5857875"/>
          <p14:tracePt t="11328" x="6053138" y="5851525"/>
          <p14:tracePt t="11338" x="6042025" y="5840413"/>
          <p14:tracePt t="11348" x="6026150" y="5829300"/>
          <p14:tracePt t="11358" x="6015038" y="5811838"/>
          <p14:tracePt t="11368" x="6003925" y="5807075"/>
          <p14:tracePt t="11378" x="5997575" y="5789613"/>
          <p14:tracePt t="11388" x="5975350" y="5773738"/>
          <p14:tracePt t="11398" x="5953125" y="5745163"/>
          <p14:tracePt t="11408" x="5907088" y="5700713"/>
          <p14:tracePt t="11418" x="5851525" y="5638800"/>
          <p14:tracePt t="11428" x="5778500" y="5565775"/>
          <p14:tracePt t="11438" x="5699125" y="5486400"/>
          <p14:tracePt t="11448" x="5614988" y="5407025"/>
          <p14:tracePt t="11458" x="5537200" y="5329238"/>
          <p14:tracePt t="11468" x="5475288" y="5267325"/>
          <p14:tracePt t="11478" x="5407025" y="5199063"/>
          <p14:tracePt t="11488" x="5345113" y="5143500"/>
          <p14:tracePt t="11498" x="5294313" y="5099050"/>
          <p14:tracePt t="11508" x="5267325" y="5070475"/>
          <p14:tracePt t="11518" x="5256213" y="5053013"/>
          <p14:tracePt t="11528" x="5245100" y="5041900"/>
          <p14:tracePt t="11538" x="5238750" y="5030788"/>
          <p14:tracePt t="11548" x="5232400" y="5026025"/>
          <p14:tracePt t="11560" x="5232400" y="5019675"/>
          <p14:tracePt t="11571" x="5227638" y="5019675"/>
          <p14:tracePt t="11634" x="5227638" y="5014913"/>
          <p14:tracePt t="11643" x="5227638" y="5008563"/>
          <p14:tracePt t="11654" x="5227638" y="5002213"/>
          <p14:tracePt t="11659" x="5227638" y="4997450"/>
          <p14:tracePt t="11664" x="5227638" y="4991100"/>
          <p14:tracePt t="11668" x="5221288" y="4986338"/>
          <p14:tracePt t="11678" x="5221288" y="4968875"/>
          <p14:tracePt t="11688" x="5221288" y="4935538"/>
          <p14:tracePt t="11698" x="5221288" y="4891088"/>
          <p14:tracePt t="11708" x="5221288" y="4840288"/>
          <p14:tracePt t="11718" x="5216525" y="4745038"/>
          <p14:tracePt t="11728" x="5205413" y="4665663"/>
          <p14:tracePt t="11738" x="5194300" y="4586288"/>
          <p14:tracePt t="11748" x="5183188" y="4513263"/>
          <p14:tracePt t="11758" x="5165725" y="4457700"/>
          <p14:tracePt t="11768" x="5159375" y="4418013"/>
          <p14:tracePt t="11778" x="5154613" y="4402138"/>
          <p14:tracePt t="11788" x="5154613" y="4395788"/>
          <p14:tracePt t="11798" x="5154613" y="4378325"/>
          <p14:tracePt t="11900" x="5159375" y="4378325"/>
          <p14:tracePt t="11903" x="5159375" y="4373563"/>
          <p14:tracePt t="11908" x="5165725" y="4373563"/>
          <p14:tracePt t="11918" x="5183188" y="4367213"/>
          <p14:tracePt t="11928" x="5194300" y="4356100"/>
          <p14:tracePt t="11938" x="5210175" y="4344988"/>
          <p14:tracePt t="11948" x="5227638" y="4333875"/>
          <p14:tracePt t="11958" x="5238750" y="4329113"/>
          <p14:tracePt t="11968" x="5249863" y="4322763"/>
          <p14:tracePt t="11978" x="5256213" y="4322763"/>
          <p14:tracePt t="11988" x="5260975" y="4316413"/>
          <p14:tracePt t="11999" x="5267325" y="4311650"/>
          <p14:tracePt t="12008" x="5272088" y="4311650"/>
          <p14:tracePt t="12018" x="5278438" y="4305300"/>
          <p14:tracePt t="12028" x="5283200" y="4305300"/>
          <p14:tracePt t="12038" x="5289550" y="4300538"/>
          <p14:tracePt t="12048" x="5294313" y="4300538"/>
          <p14:tracePt t="12058" x="5300663" y="4300538"/>
          <p14:tracePt t="12068" x="5311775" y="4289425"/>
          <p14:tracePt t="12078" x="5329238" y="4283075"/>
          <p14:tracePt t="12088" x="5362575" y="4267200"/>
          <p14:tracePt t="12098" x="5395913" y="4249738"/>
          <p14:tracePt t="12108" x="5446713" y="4232275"/>
          <p14:tracePt t="12118" x="5497513" y="4210050"/>
          <p14:tracePt t="12128" x="5548313" y="4198938"/>
          <p14:tracePt t="12138" x="5603875" y="4181475"/>
          <p14:tracePt t="12148" x="5661025" y="4170363"/>
          <p14:tracePt t="12158" x="5738813" y="4154488"/>
          <p14:tracePt t="12168" x="5811838" y="4148138"/>
          <p14:tracePt t="12178" x="5884863" y="4143375"/>
          <p14:tracePt t="12188" x="5946775" y="4143375"/>
          <p14:tracePt t="12198" x="5986463" y="4137025"/>
          <p14:tracePt t="12208" x="6003925" y="4137025"/>
          <p14:tracePt t="12218" x="6008688" y="4137025"/>
          <p14:tracePt t="12262" x="6015038" y="4137025"/>
          <p14:tracePt t="12276" x="6019800" y="4137025"/>
          <p14:tracePt t="12281" x="6019800" y="4143375"/>
          <p14:tracePt t="12283" x="6026150" y="4143375"/>
          <p14:tracePt t="12288" x="6026150" y="4148138"/>
          <p14:tracePt t="12298" x="6037263" y="4154488"/>
          <p14:tracePt t="12308" x="6042025" y="4159250"/>
          <p14:tracePt t="12318" x="6048375" y="4165600"/>
          <p14:tracePt t="12328" x="6059488" y="4170363"/>
          <p14:tracePt t="12338" x="6059488" y="4176713"/>
          <p14:tracePt t="12348" x="6065838" y="4176713"/>
          <p14:tracePt t="12358" x="6081713" y="4187825"/>
          <p14:tracePt t="12368" x="6092825" y="4194175"/>
          <p14:tracePt t="12378" x="6110288" y="4198938"/>
          <p14:tracePt t="12388" x="6126163" y="4205288"/>
          <p14:tracePt t="12398" x="6138863" y="4210050"/>
          <p14:tracePt t="12408" x="6149975" y="4216400"/>
          <p14:tracePt t="12418" x="6161088" y="4221163"/>
          <p14:tracePt t="12428" x="6172200" y="4227513"/>
          <p14:tracePt t="12438" x="6183313" y="4232275"/>
          <p14:tracePt t="12448" x="6200775" y="4243388"/>
          <p14:tracePt t="12458" x="6227763" y="4256088"/>
          <p14:tracePt t="12468" x="6256338" y="4271963"/>
          <p14:tracePt t="12478" x="6307138" y="4294188"/>
          <p14:tracePt t="12488" x="6357938" y="4322763"/>
          <p14:tracePt t="12498" x="6419850" y="4356100"/>
          <p14:tracePt t="12508" x="6469063" y="4378325"/>
          <p14:tracePt t="12518" x="6497638" y="4395788"/>
          <p14:tracePt t="12528" x="6515100" y="4402138"/>
          <p14:tracePt t="12538" x="6526213" y="4413250"/>
          <p14:tracePt t="12548" x="6537325" y="4418013"/>
          <p14:tracePt t="12558" x="6542088" y="4424363"/>
          <p14:tracePt t="12568" x="6554788" y="4429125"/>
          <p14:tracePt t="12578" x="6565900" y="4435475"/>
          <p14:tracePt t="12588" x="6570663" y="4440238"/>
          <p14:tracePt t="12599" x="6577013" y="4440238"/>
          <p14:tracePt t="12608" x="6581775" y="4440238"/>
          <p14:tracePt t="12618" x="6581775" y="4446588"/>
          <p14:tracePt t="12653" x="6588125" y="4446588"/>
          <p14:tracePt t="12762" x="6588125" y="4451350"/>
          <p14:tracePt t="12767" x="6588125" y="4457700"/>
          <p14:tracePt t="12771" x="6592888" y="4457700"/>
          <p14:tracePt t="12778" x="6599238" y="4468813"/>
          <p14:tracePt t="12788" x="6604000" y="4479925"/>
          <p14:tracePt t="12798" x="6616700" y="4491038"/>
          <p14:tracePt t="12808" x="6627813" y="4502150"/>
          <p14:tracePt t="12818" x="6632575" y="4508500"/>
          <p14:tracePt t="12828" x="6638925" y="4513263"/>
          <p14:tracePt t="12838" x="6650038" y="4519613"/>
          <p14:tracePt t="12848" x="6654800" y="4524375"/>
          <p14:tracePt t="12858" x="6661150" y="4530725"/>
          <p14:tracePt t="12868" x="6672263" y="4541838"/>
          <p14:tracePt t="12878" x="6683375" y="4559300"/>
          <p14:tracePt t="12888" x="6700838" y="4575175"/>
          <p14:tracePt t="12898" x="6716713" y="4598988"/>
          <p14:tracePt t="12908" x="6738938" y="4621213"/>
          <p14:tracePt t="12918" x="6762750" y="4643438"/>
          <p14:tracePt t="12928" x="6778625" y="4659313"/>
          <p14:tracePt t="12938" x="6789738" y="4672013"/>
          <p14:tracePt t="12948" x="6796088" y="4676775"/>
          <p14:tracePt t="12959" x="6800850" y="4676775"/>
          <p14:tracePt t="12968" x="6800850" y="4683125"/>
          <p14:tracePt t="12978" x="6807200" y="4687888"/>
          <p14:tracePt t="12988" x="6818313" y="4710113"/>
          <p14:tracePt t="12998" x="6840538" y="4745038"/>
          <p14:tracePt t="13008" x="6862763" y="4772025"/>
          <p14:tracePt t="13018" x="6880225" y="4789488"/>
          <p14:tracePt t="13028" x="6897688" y="4806950"/>
          <p14:tracePt t="13038" x="6902450" y="4822825"/>
          <p14:tracePt t="13048" x="6913563" y="4829175"/>
          <p14:tracePt t="13058" x="6919913" y="4833938"/>
          <p14:tracePt t="13068" x="6924675" y="4845050"/>
          <p14:tracePt t="13078" x="6931025" y="4856163"/>
          <p14:tracePt t="13088" x="6935788" y="4867275"/>
          <p14:tracePt t="13098" x="6942138" y="4879975"/>
          <p14:tracePt t="13108" x="6942138" y="4895850"/>
          <p14:tracePt t="13118" x="6946900" y="4913313"/>
          <p14:tracePt t="13128" x="6959600" y="4935538"/>
          <p14:tracePt t="13138" x="6964363" y="4953000"/>
          <p14:tracePt t="13148" x="6970713" y="4968875"/>
          <p14:tracePt t="13158" x="6970713" y="4979988"/>
          <p14:tracePt t="13168" x="6975475" y="4991100"/>
          <p14:tracePt t="13178" x="6975475" y="5002213"/>
          <p14:tracePt t="13188" x="6981825" y="5008563"/>
          <p14:tracePt t="13198" x="6981825" y="5014913"/>
          <p14:tracePt t="13208" x="6981825" y="5026025"/>
          <p14:tracePt t="13218" x="6981825" y="5037138"/>
          <p14:tracePt t="13228" x="6981825" y="5053013"/>
          <p14:tracePt t="13238" x="6986588" y="5076825"/>
          <p14:tracePt t="13248" x="6986588" y="5092700"/>
          <p14:tracePt t="13258" x="6986588" y="5121275"/>
          <p14:tracePt t="13268" x="6992938" y="5143500"/>
          <p14:tracePt t="13278" x="6992938" y="5172075"/>
          <p14:tracePt t="13288" x="6992938" y="5194300"/>
          <p14:tracePt t="13298" x="6992938" y="5216525"/>
          <p14:tracePt t="13308" x="6992938" y="5245100"/>
          <p14:tracePt t="13318" x="6992938" y="5278438"/>
          <p14:tracePt t="13328" x="6992938" y="5311775"/>
          <p14:tracePt t="13338" x="6986588" y="5334000"/>
          <p14:tracePt t="13348" x="6981825" y="5362575"/>
          <p14:tracePt t="13358" x="6975475" y="5384800"/>
          <p14:tracePt t="13368" x="6975475" y="5402263"/>
          <p14:tracePt t="13378" x="6970713" y="5407025"/>
          <p14:tracePt t="13388" x="6970713" y="5413375"/>
          <p14:tracePt t="13398" x="6964363" y="5419725"/>
          <p14:tracePt t="13408" x="6964363" y="5424488"/>
          <p14:tracePt t="13418" x="6959600" y="5424488"/>
          <p14:tracePt t="13428" x="6953250" y="5430838"/>
          <p14:tracePt t="13438" x="6953250" y="5435600"/>
          <p14:tracePt t="13448" x="6946900" y="5435600"/>
          <p14:tracePt t="13458" x="6942138" y="5453063"/>
          <p14:tracePt t="13468" x="6924675" y="5468938"/>
          <p14:tracePt t="13478" x="6902450" y="5497513"/>
          <p14:tracePt t="13488" x="6873875" y="5530850"/>
          <p14:tracePt t="13498" x="6840538" y="5570538"/>
          <p14:tracePt t="13508" x="6807200" y="5621338"/>
          <p14:tracePt t="13518" x="6762750" y="5672138"/>
          <p14:tracePt t="13528" x="6716713" y="5722938"/>
          <p14:tracePt t="13538" x="6683375" y="5762625"/>
          <p14:tracePt t="13548" x="6654800" y="5795963"/>
          <p14:tracePt t="13558" x="6632575" y="5818188"/>
          <p14:tracePt t="13568" x="6621463" y="5835650"/>
          <p14:tracePt t="13578" x="6616700" y="5846763"/>
          <p14:tracePt t="13588" x="6604000" y="5857875"/>
          <p14:tracePt t="13598" x="6599238" y="5862638"/>
          <p14:tracePt t="13608" x="6592888" y="5873750"/>
          <p14:tracePt t="13618" x="6588125" y="5884863"/>
          <p14:tracePt t="13628" x="6581775" y="5891213"/>
          <p14:tracePt t="13638" x="6570663" y="5908675"/>
          <p14:tracePt t="13648" x="6559550" y="5924550"/>
          <p14:tracePt t="13658" x="6554788" y="5935663"/>
          <p14:tracePt t="13668" x="6548438" y="5953125"/>
          <p14:tracePt t="13678" x="6530975" y="5970588"/>
          <p14:tracePt t="13688" x="6526213" y="5986463"/>
          <p14:tracePt t="13698" x="6508750" y="6008688"/>
          <p14:tracePt t="13708" x="6492875" y="6026150"/>
          <p14:tracePt t="13718" x="6481763" y="6048375"/>
          <p14:tracePt t="13728" x="6469063" y="6070600"/>
          <p14:tracePt t="13738" x="6457950" y="6088063"/>
          <p14:tracePt t="13748" x="6446838" y="6105525"/>
          <p14:tracePt t="13758" x="6435725" y="6110288"/>
          <p14:tracePt t="13768" x="6430963" y="6121400"/>
          <p14:tracePt t="13778" x="6424613" y="6132513"/>
          <p14:tracePt t="13794" x="6419850" y="6132513"/>
          <p14:tracePt t="13799" x="6419850" y="6138863"/>
          <p14:tracePt t="13808" x="6413500" y="6138863"/>
          <p14:tracePt t="14218" x="6408738" y="6138863"/>
          <p14:tracePt t="14235" x="6402388" y="6138863"/>
          <p14:tracePt t="14241" x="6402388" y="6132513"/>
          <p14:tracePt t="14255" x="6402388" y="6127750"/>
          <p14:tracePt t="14257" x="6402388" y="6121400"/>
          <p14:tracePt t="14265" x="6402388" y="6116638"/>
          <p14:tracePt t="14271" x="6402388" y="6110288"/>
          <p14:tracePt t="14278" x="6396038" y="6110288"/>
          <p14:tracePt t="14288" x="6396038" y="6105525"/>
          <p14:tracePt t="14298" x="6396038" y="6099175"/>
          <p14:tracePt t="14340" x="6396038" y="6092825"/>
          <p14:tracePt t="14391" x="6396038" y="6088063"/>
          <p14:tracePt t="14397" x="6396038" y="6081713"/>
          <p14:tracePt t="14399" x="6396038" y="6076950"/>
          <p14:tracePt t="14408" x="6396038" y="6070600"/>
          <p14:tracePt t="14418" x="6402388" y="6054725"/>
          <p14:tracePt t="14428" x="6413500" y="6026150"/>
          <p14:tracePt t="14438" x="6430963" y="5986463"/>
          <p14:tracePt t="14448" x="6446838" y="5953125"/>
          <p14:tracePt t="14458" x="6486525" y="5880100"/>
          <p14:tracePt t="14468" x="6537325" y="5811838"/>
          <p14:tracePt t="14478" x="6610350" y="5738813"/>
          <p14:tracePt t="14488" x="6711950" y="5654675"/>
          <p14:tracePt t="14498" x="6835775" y="5576888"/>
          <p14:tracePt t="14508" x="6986588" y="5503863"/>
          <p14:tracePt t="14518" x="7138988" y="5446713"/>
          <p14:tracePt t="14528" x="7234238" y="5413375"/>
          <p14:tracePt t="14538" x="7273925" y="5395913"/>
          <p14:tracePt t="14548" x="7278688" y="5391150"/>
          <p14:tracePt t="14558" x="7285038" y="5391150"/>
          <p14:tracePt t="14581" x="7285038" y="5384800"/>
          <p14:tracePt t="14607" x="7285038" y="5380038"/>
          <p14:tracePt t="14611" x="7285038" y="5373688"/>
          <p14:tracePt t="14618" x="7285038" y="5362575"/>
          <p14:tracePt t="14628" x="7289800" y="5340350"/>
          <p14:tracePt t="14638" x="7285038" y="5295900"/>
          <p14:tracePt t="14648" x="7278688" y="5249863"/>
          <p14:tracePt t="14658" x="7262813" y="5194300"/>
          <p14:tracePt t="14668" x="7245350" y="5110163"/>
          <p14:tracePt t="14678" x="7227888" y="5048250"/>
          <p14:tracePt t="14688" x="7212013" y="4979988"/>
          <p14:tracePt t="14698" x="7194550" y="4913313"/>
          <p14:tracePt t="14708" x="7172325" y="4851400"/>
          <p14:tracePt t="14718" x="7143750" y="4783138"/>
          <p14:tracePt t="14728" x="7110413" y="4716463"/>
          <p14:tracePt t="14738" x="7065963" y="4643438"/>
          <p14:tracePt t="14748" x="7015163" y="4570413"/>
          <p14:tracePt t="14758" x="6959600" y="4497388"/>
          <p14:tracePt t="14768" x="6919913" y="4446588"/>
          <p14:tracePt t="14778" x="6884988" y="4402138"/>
          <p14:tracePt t="14788" x="6873875" y="4391025"/>
          <p14:tracePt t="14798" x="6862763" y="4378325"/>
          <p14:tracePt t="14808" x="6858000" y="4373563"/>
          <p14:tracePt t="14818" x="6858000" y="4367213"/>
          <p14:tracePt t="14828" x="6851650" y="4367213"/>
          <p14:tracePt t="14839" x="6851650" y="4362450"/>
          <p14:tracePt t="14848" x="6846888" y="4362450"/>
          <p14:tracePt t="14858" x="6835775" y="4351338"/>
          <p14:tracePt t="14868" x="6829425" y="4340225"/>
          <p14:tracePt t="14878" x="6811963" y="4322763"/>
          <p14:tracePt t="14888" x="6800850" y="4311650"/>
          <p14:tracePt t="14898" x="6778625" y="4300538"/>
          <p14:tracePt t="14908" x="6767513" y="4289425"/>
          <p14:tracePt t="14918" x="6751638" y="4283075"/>
          <p14:tracePt t="14928" x="6734175" y="4278313"/>
          <p14:tracePt t="14938" x="6705600" y="4260850"/>
          <p14:tracePt t="14948" x="6672263" y="4243388"/>
          <p14:tracePt t="14958" x="6632575" y="4232275"/>
          <p14:tracePt t="14968" x="6581775" y="4221163"/>
          <p14:tracePt t="14978" x="6530975" y="4210050"/>
          <p14:tracePt t="14988" x="6475413" y="4205288"/>
          <p14:tracePt t="14998" x="6424613" y="4194175"/>
          <p14:tracePt t="15008" x="6373813" y="4187825"/>
          <p14:tracePt t="15018" x="6334125" y="4181475"/>
          <p14:tracePt t="15028" x="6300788" y="4176713"/>
          <p14:tracePt t="15038" x="6267450" y="4176713"/>
          <p14:tracePt t="15048" x="6234113" y="4176713"/>
          <p14:tracePt t="15058" x="6205538" y="4176713"/>
          <p14:tracePt t="15068" x="6165850" y="4176713"/>
          <p14:tracePt t="15078" x="6121400" y="4187825"/>
          <p14:tracePt t="15088" x="6065838" y="4194175"/>
          <p14:tracePt t="15098" x="5975350" y="4210050"/>
          <p14:tracePt t="15108" x="5880100" y="4221163"/>
          <p14:tracePt t="15118" x="5789613" y="4238625"/>
          <p14:tracePt t="15128" x="5716588" y="4249738"/>
          <p14:tracePt t="15138" x="5665788" y="4256088"/>
          <p14:tracePt t="15148" x="5637213" y="4267200"/>
          <p14:tracePt t="15158" x="5626100" y="4267200"/>
          <p14:tracePt t="15168" x="5614988" y="4271963"/>
          <p14:tracePt t="15183" x="5610225" y="4271963"/>
          <p14:tracePt t="15204" x="5610225" y="4278313"/>
          <p14:tracePt t="15214" x="5603875" y="4278313"/>
          <p14:tracePt t="15219" x="5599113" y="4283075"/>
          <p14:tracePt t="15223" x="5599113" y="4289425"/>
          <p14:tracePt t="15228" x="5592763" y="4294188"/>
          <p14:tracePt t="15238" x="5588000" y="4305300"/>
          <p14:tracePt t="15248" x="5570538" y="4340225"/>
          <p14:tracePt t="15258" x="5553075" y="4367213"/>
          <p14:tracePt t="15268" x="5537200" y="4395788"/>
          <p14:tracePt t="15278" x="5519738" y="4424363"/>
          <p14:tracePt t="15288" x="5502275" y="4440238"/>
          <p14:tracePt t="15298" x="5491163" y="4457700"/>
          <p14:tracePt t="15308" x="5486400" y="4475163"/>
          <p14:tracePt t="15318" x="5475288" y="4491038"/>
          <p14:tracePt t="15328" x="5468938" y="4508500"/>
          <p14:tracePt t="15338" x="5457825" y="4524375"/>
          <p14:tracePt t="15348" x="5446713" y="4537075"/>
          <p14:tracePt t="15358" x="5435600" y="4552950"/>
          <p14:tracePt t="15368" x="5424488" y="4570413"/>
          <p14:tracePt t="15378" x="5418138" y="4581525"/>
          <p14:tracePt t="15388" x="5407025" y="4598988"/>
          <p14:tracePt t="15398" x="5395913" y="4614863"/>
          <p14:tracePt t="15408" x="5384800" y="4625975"/>
          <p14:tracePt t="15418" x="5380038" y="4643438"/>
          <p14:tracePt t="15428" x="5367338" y="4654550"/>
          <p14:tracePt t="15438" x="5356225" y="4676775"/>
          <p14:tracePt t="15448" x="5351463" y="4694238"/>
          <p14:tracePt t="15458" x="5340350" y="4716463"/>
          <p14:tracePt t="15468" x="5322888" y="4738688"/>
          <p14:tracePt t="15478" x="5318125" y="4767263"/>
          <p14:tracePt t="15488" x="5307013" y="4794250"/>
          <p14:tracePt t="15498" x="5294313" y="4833938"/>
          <p14:tracePt t="15508" x="5283200" y="4884738"/>
          <p14:tracePt t="15518" x="5278438" y="4941888"/>
          <p14:tracePt t="15528" x="5278438" y="4997450"/>
          <p14:tracePt t="15538" x="5283200" y="5059363"/>
          <p14:tracePt t="15548" x="5294313" y="5121275"/>
          <p14:tracePt t="15558" x="5318125" y="5172075"/>
          <p14:tracePt t="15568" x="5334000" y="5227638"/>
          <p14:tracePt t="15578" x="5367338" y="5300663"/>
          <p14:tracePt t="15588" x="5407025" y="5391150"/>
          <p14:tracePt t="15598" x="5446713" y="5475288"/>
          <p14:tracePt t="15608" x="5502275" y="5576888"/>
          <p14:tracePt t="15618" x="5564188" y="5683250"/>
          <p14:tracePt t="15628" x="5665788" y="5807075"/>
          <p14:tracePt t="15638" x="5795963" y="5935663"/>
          <p14:tracePt t="15648" x="5975350" y="6070600"/>
          <p14:tracePt t="15658" x="6138863" y="6178550"/>
          <p14:tracePt t="15668" x="6273800" y="6251575"/>
          <p14:tracePt t="15678" x="6380163" y="6307138"/>
          <p14:tracePt t="15688" x="6453188" y="6346825"/>
          <p14:tracePt t="15698" x="6497638" y="6362700"/>
          <p14:tracePt t="15708" x="6519863" y="6369050"/>
          <p14:tracePt t="15718" x="6542088" y="6369050"/>
          <p14:tracePt t="15728" x="6554788" y="6369050"/>
          <p14:tracePt t="15738" x="6570663" y="6351588"/>
          <p14:tracePt t="15748" x="6588125" y="6318250"/>
          <p14:tracePt t="15758" x="6616700" y="6273800"/>
          <p14:tracePt t="15768" x="6654800" y="6211888"/>
          <p14:tracePt t="15778" x="6689725" y="6132513"/>
          <p14:tracePt t="15788" x="6716713" y="6054725"/>
          <p14:tracePt t="15798" x="6738938" y="5957888"/>
          <p14:tracePt t="15808" x="6762750" y="5862638"/>
          <p14:tracePt t="15818" x="6789738" y="5762625"/>
          <p14:tracePt t="15828" x="6829425" y="5661025"/>
          <p14:tracePt t="15838" x="6873875" y="5565775"/>
          <p14:tracePt t="15848" x="6931025" y="5468938"/>
          <p14:tracePt t="15858" x="6981825" y="5402263"/>
          <p14:tracePt t="15868" x="7019925" y="5340350"/>
          <p14:tracePt t="15878" x="7054850" y="5300663"/>
          <p14:tracePt t="15888" x="7065963" y="5284788"/>
          <p14:tracePt t="15898" x="7081838" y="5260975"/>
          <p14:tracePt t="15908" x="7099300" y="5233988"/>
          <p14:tracePt t="15918" x="7121525" y="5205413"/>
          <p14:tracePt t="15928" x="7161213" y="5172075"/>
          <p14:tracePt t="15938" x="7205663" y="5137150"/>
          <p14:tracePt t="15948" x="7245350" y="5110163"/>
          <p14:tracePt t="15958" x="7278688" y="5087938"/>
          <p14:tracePt t="15968" x="7307263" y="5070475"/>
          <p14:tracePt t="15978" x="7318375" y="5059363"/>
          <p14:tracePt t="15988" x="7324725" y="5053013"/>
          <p14:tracePt t="15998" x="7324725" y="5048250"/>
          <p14:tracePt t="16015" x="7324725" y="5041900"/>
          <p14:tracePt t="16023" x="7324725" y="5037138"/>
          <p14:tracePt t="16033" x="7329488" y="5030788"/>
          <p14:tracePt t="16041" x="7329488" y="5026025"/>
          <p14:tracePt t="16049" x="7329488" y="5019675"/>
          <p14:tracePt t="16058" x="7329488" y="5008563"/>
          <p14:tracePt t="16068" x="7329488" y="4991100"/>
          <p14:tracePt t="16078" x="7329488" y="4979988"/>
          <p14:tracePt t="16088" x="7329488" y="4964113"/>
          <p14:tracePt t="16098" x="7329488" y="4946650"/>
          <p14:tracePt t="16108" x="7324725" y="4935538"/>
          <p14:tracePt t="16118" x="7313613" y="4918075"/>
          <p14:tracePt t="16128" x="7302500" y="4895850"/>
          <p14:tracePt t="16138" x="7285038" y="4867275"/>
          <p14:tracePt t="16148" x="7256463" y="4833938"/>
          <p14:tracePt t="16158" x="7223125" y="4800600"/>
          <p14:tracePt t="16168" x="7172325" y="4756150"/>
          <p14:tracePt t="16178" x="7110413" y="4710113"/>
          <p14:tracePt t="16188" x="7032625" y="4659313"/>
          <p14:tracePt t="16198" x="6942138" y="4610100"/>
          <p14:tracePt t="16208" x="6862763" y="4570413"/>
          <p14:tracePt t="16218" x="6784975" y="4537075"/>
          <p14:tracePt t="16228" x="6723063" y="4508500"/>
          <p14:tracePt t="16238" x="6654800" y="4479925"/>
          <p14:tracePt t="16248" x="6588125" y="4451350"/>
          <p14:tracePt t="16258" x="6565900" y="4440238"/>
          <p14:tracePt t="16268" x="6503988" y="4418013"/>
          <p14:tracePt t="16278" x="6446838" y="4395788"/>
          <p14:tracePt t="16288" x="6391275" y="4378325"/>
          <p14:tracePt t="16298" x="6334125" y="4367213"/>
          <p14:tracePt t="16308" x="6273800" y="4351338"/>
          <p14:tracePt t="16318" x="6211888" y="4344988"/>
          <p14:tracePt t="16328" x="6143625" y="4340225"/>
          <p14:tracePt t="16338" x="6081713" y="4333875"/>
          <p14:tracePt t="16348" x="6015038" y="4333875"/>
          <p14:tracePt t="16358" x="5946775" y="4333875"/>
          <p14:tracePt t="16368" x="5873750" y="4333875"/>
          <p14:tracePt t="16378" x="5811838" y="4333875"/>
          <p14:tracePt t="16388" x="5756275" y="4340225"/>
          <p14:tracePt t="16398" x="5699125" y="4351338"/>
          <p14:tracePt t="16408" x="5654675" y="4362450"/>
          <p14:tracePt t="16418" x="5626100" y="4373563"/>
          <p14:tracePt t="16428" x="5603875" y="4384675"/>
          <p14:tracePt t="16438" x="5581650" y="4391025"/>
          <p14:tracePt t="16448" x="5553075" y="4406900"/>
          <p14:tracePt t="16458" x="5530850" y="4418013"/>
          <p14:tracePt t="16468" x="5508625" y="4435475"/>
          <p14:tracePt t="16478" x="5486400" y="4451350"/>
          <p14:tracePt t="16488" x="5464175" y="4475163"/>
          <p14:tracePt t="16498" x="5435600" y="4486275"/>
          <p14:tracePt t="16508" x="5413375" y="4502150"/>
          <p14:tracePt t="16518" x="5395913" y="4508500"/>
          <p14:tracePt t="16528" x="5391150" y="4508500"/>
          <p14:tracePt t="16551" x="5391150" y="4513263"/>
          <p14:tracePt t="16553" x="5384800" y="4513263"/>
          <p14:tracePt t="16588" x="5384800" y="4519613"/>
          <p14:tracePt t="16591" x="5380038" y="4519613"/>
          <p14:tracePt t="16598" x="5380038" y="4524375"/>
          <p14:tracePt t="16608" x="5373688" y="4537075"/>
          <p14:tracePt t="16618" x="5367338" y="4559300"/>
          <p14:tracePt t="16628" x="5356225" y="4603750"/>
          <p14:tracePt t="16638" x="5340350" y="4654550"/>
          <p14:tracePt t="16648" x="5322888" y="4733925"/>
          <p14:tracePt t="16658" x="5307013" y="4818063"/>
          <p14:tracePt t="16668" x="5294313" y="4902200"/>
          <p14:tracePt t="16678" x="5278438" y="4986338"/>
          <p14:tracePt t="16688" x="5267325" y="5064125"/>
          <p14:tracePt t="16698" x="5260975" y="5132388"/>
          <p14:tracePt t="16708" x="5249863" y="5187950"/>
          <p14:tracePt t="16718" x="5249863" y="5238750"/>
          <p14:tracePt t="16728" x="5249863" y="5267325"/>
          <p14:tracePt t="16738" x="5249863" y="5289550"/>
          <p14:tracePt t="16748" x="5256213" y="5311775"/>
          <p14:tracePt t="16758" x="5256213" y="5322888"/>
          <p14:tracePt t="16768" x="5260975" y="5334000"/>
          <p14:tracePt t="16778" x="5260975" y="5345113"/>
          <p14:tracePt t="16788" x="5260975" y="5351463"/>
          <p14:tracePt t="16798" x="5267325" y="5362575"/>
          <p14:tracePt t="16808" x="5267325" y="5373688"/>
          <p14:tracePt t="16818" x="5267325" y="5391150"/>
          <p14:tracePt t="16828" x="5278438" y="5402263"/>
          <p14:tracePt t="16838" x="5283200" y="5419725"/>
          <p14:tracePt t="16848" x="5289550" y="5424488"/>
          <p14:tracePt t="16858" x="5289550" y="5430838"/>
          <p14:tracePt t="16879" x="5289550" y="5435600"/>
          <p14:tracePt t="16895" x="5294313" y="5435600"/>
          <p14:tracePt t="18080" x="5294313" y="5430838"/>
          <p14:tracePt t="18118" x="5289550" y="5430838"/>
          <p14:tracePt t="18121" x="5289550" y="5424488"/>
          <p14:tracePt t="18181" x="5300663" y="5424488"/>
          <p14:tracePt t="18183" x="5307013" y="5424488"/>
          <p14:tracePt t="18188" x="5322888" y="5419725"/>
          <p14:tracePt t="18198" x="5391150" y="5402263"/>
          <p14:tracePt t="18208" x="5475288" y="5391150"/>
          <p14:tracePt t="18218" x="5564188" y="5373688"/>
          <p14:tracePt t="18228" x="5643563" y="5373688"/>
          <p14:tracePt t="18238" x="5694363" y="5373688"/>
          <p14:tracePt t="18248" x="5716588" y="5373688"/>
          <p14:tracePt t="18258" x="5738813" y="5373688"/>
          <p14:tracePt t="18268" x="5756275" y="5368925"/>
          <p14:tracePt t="18278" x="5778500" y="5368925"/>
          <p14:tracePt t="18288" x="5795963" y="5368925"/>
          <p14:tracePt t="18298" x="5822950" y="5368925"/>
          <p14:tracePt t="18308" x="5845175" y="5368925"/>
          <p14:tracePt t="18318" x="5862638" y="5368925"/>
          <p14:tracePt t="18328" x="5873750" y="5368925"/>
          <p14:tracePt t="18338" x="5880100" y="5368925"/>
          <p14:tracePt t="18348" x="5891213" y="5368925"/>
          <p14:tracePt t="18358" x="5895975" y="5368925"/>
          <p14:tracePt t="18368" x="5907088" y="5368925"/>
          <p14:tracePt t="18378" x="5913438" y="5368925"/>
          <p14:tracePt t="18388" x="5924550" y="5368925"/>
          <p14:tracePt t="18398" x="5935663" y="5368925"/>
          <p14:tracePt t="18408" x="5942013" y="5373688"/>
          <p14:tracePt t="18418" x="5953125" y="5380038"/>
          <p14:tracePt t="18428" x="5964238" y="5384800"/>
          <p14:tracePt t="18438" x="5969000" y="5391150"/>
          <p14:tracePt t="18448" x="5980113" y="5395913"/>
          <p14:tracePt t="18458" x="5980113" y="5402263"/>
          <p14:tracePt t="18473" x="5986463" y="5407025"/>
          <p14:tracePt t="18487" x="5986463" y="5413375"/>
          <p14:tracePt t="18497" x="5986463" y="5419725"/>
          <p14:tracePt t="18505" x="5986463" y="5424488"/>
          <p14:tracePt t="18511" x="5986463" y="5430838"/>
          <p14:tracePt t="18518" x="5986463" y="5435600"/>
          <p14:tracePt t="18528" x="5991225" y="5441950"/>
          <p14:tracePt t="18538" x="5991225" y="5446713"/>
          <p14:tracePt t="18553" x="5991225" y="5453063"/>
          <p14:tracePt t="18585" x="5991225" y="5457825"/>
          <p14:tracePt t="18615" x="5997575" y="5457825"/>
          <p14:tracePt t="18619" x="6003925" y="5457825"/>
          <p14:tracePt t="18625" x="6008688" y="5457825"/>
          <p14:tracePt t="18629" x="6015038" y="5457825"/>
          <p14:tracePt t="18638" x="6030913" y="5457825"/>
          <p14:tracePt t="18648" x="6048375" y="5457825"/>
          <p14:tracePt t="18658" x="6070600" y="5457825"/>
          <p14:tracePt t="18668" x="6088063" y="5457825"/>
          <p14:tracePt t="18683" x="6092825" y="5457825"/>
          <p14:tracePt t="18731" x="6092825" y="5453063"/>
          <p14:tracePt t="18739" x="6092825" y="5446713"/>
          <p14:tracePt t="18743" x="6092825" y="5441950"/>
          <p14:tracePt t="18748" x="6088063" y="5435600"/>
          <p14:tracePt t="18758" x="6076950" y="5419725"/>
          <p14:tracePt t="18768" x="6059488" y="5402263"/>
          <p14:tracePt t="18778" x="6048375" y="5384800"/>
          <p14:tracePt t="18788" x="6030913" y="5373688"/>
          <p14:tracePt t="18798" x="6019800" y="5362575"/>
          <p14:tracePt t="18808" x="6015038" y="5357813"/>
          <p14:tracePt t="18819" x="6015038" y="5351463"/>
          <p14:tracePt t="18828" x="6008688" y="5351463"/>
          <p14:tracePt t="18839" x="6008688" y="5345113"/>
          <p14:tracePt t="18848" x="6003925" y="5345113"/>
          <p14:tracePt t="18915" x="6003925" y="5340350"/>
          <p14:tracePt t="18919" x="6003925" y="5334000"/>
          <p14:tracePt t="18923" x="6003925" y="5329238"/>
          <p14:tracePt t="18929" x="6008688" y="5322888"/>
          <p14:tracePt t="18938" x="6019800" y="5300663"/>
          <p14:tracePt t="18948" x="6053138" y="5272088"/>
          <p14:tracePt t="18958" x="6088063" y="5238750"/>
          <p14:tracePt t="18968" x="6121400" y="5210175"/>
          <p14:tracePt t="18978" x="6149975" y="5183188"/>
          <p14:tracePt t="18988" x="6176963" y="5165725"/>
          <p14:tracePt t="18998" x="6200775" y="5149850"/>
          <p14:tracePt t="19008" x="6216650" y="5137150"/>
          <p14:tracePt t="19018" x="6223000" y="5126038"/>
          <p14:tracePt t="19035" x="6223000" y="5121275"/>
          <p14:tracePt t="19041" x="6227763" y="5121275"/>
          <p14:tracePt t="19059" x="6227763" y="5114925"/>
          <p14:tracePt t="19091" x="6227763" y="5110163"/>
          <p14:tracePt t="19131" x="6227763" y="5103813"/>
          <p14:tracePt t="19139" x="6227763" y="5099050"/>
          <p14:tracePt t="19147" x="6227763" y="5092700"/>
          <p14:tracePt t="19149" x="6227763" y="5087938"/>
          <p14:tracePt t="19158" x="6223000" y="5081588"/>
          <p14:tracePt t="19168" x="6216650" y="5064125"/>
          <p14:tracePt t="19178" x="6205538" y="5059363"/>
          <p14:tracePt t="19188" x="6200775" y="5053013"/>
          <p14:tracePt t="19198" x="6194425" y="5041900"/>
          <p14:tracePt t="19208" x="6194425" y="5037138"/>
          <p14:tracePt t="19218" x="6188075" y="5030788"/>
          <p14:tracePt t="19228" x="6183313" y="5019675"/>
          <p14:tracePt t="19238" x="6183313" y="5008563"/>
          <p14:tracePt t="19248" x="6176963" y="4997450"/>
          <p14:tracePt t="19258" x="6172200" y="4979988"/>
          <p14:tracePt t="19268" x="6172200" y="4964113"/>
          <p14:tracePt t="19278" x="6161088" y="4946650"/>
          <p14:tracePt t="19288" x="6161088" y="4935538"/>
          <p14:tracePt t="19298" x="6154738" y="4924425"/>
          <p14:tracePt t="19308" x="6154738" y="4913313"/>
          <p14:tracePt t="19318" x="6154738" y="4902200"/>
          <p14:tracePt t="19328" x="6149975" y="4895850"/>
          <p14:tracePt t="19338" x="6149975" y="4891088"/>
          <p14:tracePt t="19348" x="6143625" y="4879975"/>
          <p14:tracePt t="19358" x="6143625" y="4873625"/>
          <p14:tracePt t="19368" x="6138863" y="4867275"/>
          <p14:tracePt t="19389" x="6138863" y="4862513"/>
          <p14:tracePt t="19421" x="6138863" y="4856163"/>
          <p14:tracePt t="19598" x="6138863" y="4851400"/>
          <p14:tracePt t="19601" x="6138863" y="4845050"/>
          <p14:tracePt t="19608" x="6138863" y="4833938"/>
          <p14:tracePt t="19618" x="6138863" y="4794250"/>
          <p14:tracePt t="19628" x="6143625" y="4749800"/>
          <p14:tracePt t="19638" x="6161088" y="4710113"/>
          <p14:tracePt t="19648" x="6172200" y="4676775"/>
          <p14:tracePt t="19658" x="6188075" y="4659313"/>
          <p14:tracePt t="19668" x="6194425" y="4654550"/>
          <p14:tracePt t="19678" x="6194425" y="4648200"/>
          <p14:tracePt t="19688" x="6200775" y="4648200"/>
          <p14:tracePt t="19698" x="6200775" y="4643438"/>
          <p14:tracePt t="19730" x="6205538" y="4643438"/>
          <p14:tracePt t="19733" x="6205538" y="4637088"/>
          <p14:tracePt t="19738" x="6211888" y="4637088"/>
          <p14:tracePt t="19749" x="6227763" y="4632325"/>
          <p14:tracePt t="19758" x="6245225" y="4625975"/>
          <p14:tracePt t="19768" x="6273800" y="4614863"/>
          <p14:tracePt t="19778" x="6296025" y="4610100"/>
          <p14:tracePt t="19788" x="6311900" y="4603750"/>
          <p14:tracePt t="19798" x="6329363" y="4598988"/>
          <p14:tracePt t="19808" x="6340475" y="4592638"/>
          <p14:tracePt t="19818" x="6357938" y="4581525"/>
          <p14:tracePt t="19829" x="6373813" y="4575175"/>
          <p14:tracePt t="19839" x="6396038" y="4570413"/>
          <p14:tracePt t="19849" x="6413500" y="4564063"/>
          <p14:tracePt t="19858" x="6419850" y="4564063"/>
          <p14:tracePt t="19880" x="6424613" y="4564063"/>
          <p14:tracePt t="19934" x="6430963" y="4564063"/>
          <p14:tracePt t="19941" x="6435725" y="4564063"/>
          <p14:tracePt t="19962" x="6442075" y="4564063"/>
          <p14:tracePt t="19983" x="6453188" y="4575175"/>
          <p14:tracePt t="19987" x="6457950" y="4575175"/>
          <p14:tracePt t="19989" x="6457950" y="4581525"/>
          <p14:tracePt t="19998" x="6464300" y="4592638"/>
          <p14:tracePt t="20022" x="6503988" y="4625975"/>
          <p14:tracePt t="20024" x="6503988" y="4632325"/>
          <p14:tracePt t="20028" x="6508750" y="4637088"/>
          <p14:tracePt t="20039" x="6526213" y="4654550"/>
          <p14:tracePt t="20049" x="6537325" y="4676775"/>
          <p14:tracePt t="20059" x="6554788" y="4694238"/>
          <p14:tracePt t="20069" x="6592888" y="4727575"/>
          <p14:tracePt t="20079" x="6621463" y="4756150"/>
          <p14:tracePt t="20089" x="6650038" y="4789488"/>
          <p14:tracePt t="20099" x="6683375" y="4822825"/>
          <p14:tracePt t="20109" x="6716713" y="4856163"/>
          <p14:tracePt t="20119" x="6756400" y="4891088"/>
          <p14:tracePt t="20128" x="6778625" y="4924425"/>
          <p14:tracePt t="20139" x="6800850" y="4953000"/>
          <p14:tracePt t="20149" x="6824663" y="4975225"/>
          <p14:tracePt t="20159" x="6840538" y="4997450"/>
          <p14:tracePt t="20169" x="6858000" y="5030788"/>
          <p14:tracePt t="20178" x="6873875" y="5059363"/>
          <p14:tracePt t="20189" x="6884988" y="5081588"/>
          <p14:tracePt t="20199" x="6897688" y="5103813"/>
          <p14:tracePt t="20208" x="6902450" y="5121275"/>
          <p14:tracePt t="20218" x="6902450" y="5132388"/>
          <p14:tracePt t="20228" x="6902450" y="5143500"/>
          <p14:tracePt t="20238" x="6908800" y="5149850"/>
          <p14:tracePt t="20248" x="6908800" y="5160963"/>
          <p14:tracePt t="20258" x="6908800" y="5172075"/>
          <p14:tracePt t="20268" x="6908800" y="5176838"/>
          <p14:tracePt t="20278" x="6908800" y="5187950"/>
          <p14:tracePt t="20288" x="6902450" y="5199063"/>
          <p14:tracePt t="20298" x="6891338" y="5210175"/>
          <p14:tracePt t="20308" x="6884988" y="5222875"/>
          <p14:tracePt t="20318" x="6873875" y="5233988"/>
          <p14:tracePt t="20328" x="6862763" y="5238750"/>
          <p14:tracePt t="20338" x="6851650" y="5249863"/>
          <p14:tracePt t="20348" x="6835775" y="5260975"/>
          <p14:tracePt t="20358" x="6818313" y="5272088"/>
          <p14:tracePt t="20368" x="6789738" y="5295900"/>
          <p14:tracePt t="20378" x="6767513" y="5318125"/>
          <p14:tracePt t="20388" x="6745288" y="5334000"/>
          <p14:tracePt t="20398" x="6723063" y="5351463"/>
          <p14:tracePt t="20408" x="6700838" y="5368925"/>
          <p14:tracePt t="20418" x="6677025" y="5384800"/>
          <p14:tracePt t="20428" x="6661150" y="5395913"/>
          <p14:tracePt t="20438" x="6643688" y="5407025"/>
          <p14:tracePt t="20448" x="6632575" y="5419725"/>
          <p14:tracePt t="20458" x="6627813" y="5424488"/>
          <p14:tracePt t="20468" x="6616700" y="5430838"/>
          <p14:tracePt t="20478" x="6610350" y="5430838"/>
          <p14:tracePt t="20503" x="6610350" y="5435600"/>
          <p14:tracePt t="20505" x="6604000" y="5435600"/>
          <p14:tracePt t="20535" x="6599238" y="5435600"/>
          <p14:tracePt t="29058" x="6592888" y="5435600"/>
          <p14:tracePt t="29064" x="6581775" y="5435600"/>
          <p14:tracePt t="29068" x="6570663" y="5430838"/>
          <p14:tracePt t="29078" x="6530975" y="5413375"/>
          <p14:tracePt t="29088" x="6486525" y="5402263"/>
          <p14:tracePt t="29098" x="6430963" y="5384800"/>
          <p14:tracePt t="29108" x="6369050" y="5368925"/>
          <p14:tracePt t="29118" x="6300788" y="5345113"/>
          <p14:tracePt t="29128" x="6234113" y="5322888"/>
          <p14:tracePt t="29138" x="6176963" y="5300663"/>
          <p14:tracePt t="29148" x="6110288" y="5272088"/>
          <p14:tracePt t="29158" x="6053138" y="5245100"/>
          <p14:tracePt t="29168" x="6015038" y="5222875"/>
          <p14:tracePt t="29178" x="5980113" y="5199063"/>
          <p14:tracePt t="29188" x="5964238" y="5183188"/>
          <p14:tracePt t="29198" x="5946775" y="5165725"/>
          <p14:tracePt t="29208" x="5942013" y="5149850"/>
          <p14:tracePt t="29218" x="5930900" y="5126038"/>
          <p14:tracePt t="29228" x="5918200" y="5103813"/>
          <p14:tracePt t="29238" x="5913438" y="5076825"/>
          <p14:tracePt t="29248" x="5902325" y="5048250"/>
          <p14:tracePt t="29258" x="5895975" y="5014913"/>
          <p14:tracePt t="29268" x="5891213" y="4979988"/>
          <p14:tracePt t="29278" x="5880100" y="4946650"/>
          <p14:tracePt t="29288" x="5880100" y="4913313"/>
          <p14:tracePt t="29298" x="5868988" y="4879975"/>
          <p14:tracePt t="29308" x="5868988" y="4851400"/>
          <p14:tracePt t="29318" x="5868988" y="4822825"/>
          <p14:tracePt t="29328" x="5868988" y="4800600"/>
          <p14:tracePt t="29338" x="5868988" y="4789488"/>
          <p14:tracePt t="29348" x="5873750" y="4772025"/>
          <p14:tracePt t="29358" x="5873750" y="4767263"/>
          <p14:tracePt t="29368" x="5880100" y="4756150"/>
          <p14:tracePt t="29378" x="5884863" y="4738688"/>
          <p14:tracePt t="29388" x="5891213" y="4716463"/>
          <p14:tracePt t="29398" x="5907088" y="4683125"/>
          <p14:tracePt t="29408" x="5918200" y="4659313"/>
          <p14:tracePt t="29418" x="5935663" y="4632325"/>
          <p14:tracePt t="29428" x="5957888" y="4610100"/>
          <p14:tracePt t="29438" x="5975350" y="4592638"/>
          <p14:tracePt t="29448" x="6003925" y="4564063"/>
          <p14:tracePt t="29458" x="6030913" y="4548188"/>
          <p14:tracePt t="29468" x="6070600" y="4530725"/>
          <p14:tracePt t="29478" x="6110288" y="4508500"/>
          <p14:tracePt t="29488" x="6143625" y="4486275"/>
          <p14:tracePt t="29499" x="6172200" y="4475163"/>
          <p14:tracePt t="29508" x="6194425" y="4464050"/>
          <p14:tracePt t="29518" x="6223000" y="4457700"/>
          <p14:tracePt t="29528" x="6238875" y="4451350"/>
          <p14:tracePt t="29538" x="6249988" y="4446588"/>
          <p14:tracePt t="29548" x="6261100" y="4446588"/>
          <p14:tracePt t="29558" x="6267450" y="4446588"/>
          <p14:tracePt t="29568" x="6278563" y="4446588"/>
          <p14:tracePt t="29578" x="6289675" y="4446588"/>
          <p14:tracePt t="29588" x="6334125" y="4451350"/>
          <p14:tracePt t="29598" x="6373813" y="4464050"/>
          <p14:tracePt t="29608" x="6419850" y="4468813"/>
          <p14:tracePt t="29618" x="6464300" y="4479925"/>
          <p14:tracePt t="29628" x="6497638" y="4491038"/>
          <p14:tracePt t="29638" x="6537325" y="4497388"/>
          <p14:tracePt t="29648" x="6565900" y="4502150"/>
          <p14:tracePt t="29658" x="6581775" y="4508500"/>
          <p14:tracePt t="29671" x="6588125" y="4508500"/>
          <p14:tracePt t="29681" x="6588125" y="4513263"/>
          <p14:tracePt t="29706" x="6592888" y="4513263"/>
          <p14:tracePt t="29707" x="6592888" y="4519613"/>
          <p14:tracePt t="29709" x="6599238" y="4519613"/>
          <p14:tracePt t="29718" x="6604000" y="4530725"/>
          <p14:tracePt t="29728" x="6616700" y="4548188"/>
          <p14:tracePt t="29738" x="6632575" y="4570413"/>
          <p14:tracePt t="29748" x="6654800" y="4598988"/>
          <p14:tracePt t="29758" x="6672263" y="4614863"/>
          <p14:tracePt t="29768" x="6683375" y="4632325"/>
          <p14:tracePt t="29778" x="6694488" y="4648200"/>
          <p14:tracePt t="29788" x="6711950" y="4659313"/>
          <p14:tracePt t="29798" x="6716713" y="4676775"/>
          <p14:tracePt t="29808" x="6734175" y="4699000"/>
          <p14:tracePt t="29818" x="6751638" y="4727575"/>
          <p14:tracePt t="29828" x="6773863" y="4760913"/>
          <p14:tracePt t="29838" x="6796088" y="4800600"/>
          <p14:tracePt t="29848" x="6818313" y="4845050"/>
          <p14:tracePt t="29858" x="6846888" y="4884738"/>
          <p14:tracePt t="29868" x="6873875" y="4935538"/>
          <p14:tracePt t="29878" x="6891338" y="4979988"/>
          <p14:tracePt t="29888" x="6913563" y="5019675"/>
          <p14:tracePt t="29889" x="6913563" y="5026025"/>
          <p14:tracePt t="29898" x="6931025" y="5053013"/>
          <p14:tracePt t="29908" x="6942138" y="5076825"/>
          <p14:tracePt t="29918" x="6946900" y="5099050"/>
          <p14:tracePt t="29928" x="6953250" y="5110163"/>
          <p14:tracePt t="29938" x="6959600" y="5126038"/>
          <p14:tracePt t="29948" x="6959600" y="5132388"/>
          <p14:tracePt t="29958" x="6964363" y="5143500"/>
          <p14:tracePt t="29968" x="6964363" y="5149850"/>
          <p14:tracePt t="29978" x="6964363" y="5154613"/>
          <p14:tracePt t="29989" x="6964363" y="5160963"/>
          <p14:tracePt t="30001" x="6964363" y="5165725"/>
          <p14:tracePt t="30028" x="6970713" y="5165725"/>
          <p14:tracePt t="30033" x="6970713" y="5172075"/>
          <p14:tracePt t="30051" x="6970713" y="5176838"/>
          <p14:tracePt t="30062" x="6970713" y="5183188"/>
          <p14:tracePt t="30066" x="6970713" y="5187950"/>
          <p14:tracePt t="30076" x="6970713" y="5194300"/>
          <p14:tracePt t="30087" x="6970713" y="5199063"/>
          <p14:tracePt t="30093" x="6964363" y="5199063"/>
          <p14:tracePt t="30098" x="6964363" y="5205413"/>
          <p14:tracePt t="30108" x="6959600" y="5210175"/>
          <p14:tracePt t="30118" x="6946900" y="5222875"/>
          <p14:tracePt t="30128" x="6942138" y="5238750"/>
          <p14:tracePt t="30138" x="6924675" y="5249863"/>
          <p14:tracePt t="30148" x="6919913" y="5260975"/>
          <p14:tracePt t="30158" x="6908800" y="5272088"/>
          <p14:tracePt t="30168" x="6897688" y="5289550"/>
          <p14:tracePt t="30178" x="6891338" y="5307013"/>
          <p14:tracePt t="30188" x="6869113" y="5329238"/>
          <p14:tracePt t="30198" x="6851650" y="5351463"/>
          <p14:tracePt t="30208" x="6829425" y="5380038"/>
          <p14:tracePt t="30218" x="6811963" y="5407025"/>
          <p14:tracePt t="30228" x="6800850" y="5435600"/>
          <p14:tracePt t="30238" x="6789738" y="5464175"/>
          <p14:tracePt t="30248" x="6773863" y="5492750"/>
          <p14:tracePt t="30258" x="6767513" y="5514975"/>
          <p14:tracePt t="30268" x="6762750" y="5526088"/>
          <p14:tracePt t="30278" x="6756400" y="5537200"/>
          <p14:tracePt t="30288" x="6756400" y="5541963"/>
          <p14:tracePt t="30298" x="6751638" y="5548313"/>
          <p14:tracePt t="30308" x="6745288" y="5553075"/>
          <p14:tracePt t="30318" x="6734175" y="5570538"/>
          <p14:tracePt t="30328" x="6723063" y="5581650"/>
          <p14:tracePt t="30338" x="6711950" y="5599113"/>
          <p14:tracePt t="30348" x="6694488" y="5610225"/>
          <p14:tracePt t="30358" x="6689725" y="5621338"/>
          <p14:tracePt t="30368" x="6672263" y="5627688"/>
          <p14:tracePt t="30378" x="6665913" y="5632450"/>
          <p14:tracePt t="30388" x="6650038" y="5638800"/>
          <p14:tracePt t="30398" x="6632575" y="5643563"/>
          <p14:tracePt t="30408" x="6610350" y="5643563"/>
          <p14:tracePt t="30418" x="6592888" y="5649913"/>
          <p14:tracePt t="30428" x="6577013" y="5654675"/>
          <p14:tracePt t="30438" x="6554788" y="5654675"/>
          <p14:tracePt t="30448" x="6537325" y="5654675"/>
          <p14:tracePt t="30458" x="6508750" y="5654675"/>
          <p14:tracePt t="30468" x="6486525" y="5654675"/>
          <p14:tracePt t="30478" x="6469063" y="5643563"/>
          <p14:tracePt t="30488" x="6446838" y="5632450"/>
          <p14:tracePt t="30498" x="6424613" y="5599113"/>
          <p14:tracePt t="30508" x="6396038" y="5548313"/>
          <p14:tracePt t="30518" x="6369050" y="5492750"/>
          <p14:tracePt t="30528" x="6334125" y="5435600"/>
          <p14:tracePt t="30538" x="6307138" y="5384800"/>
          <p14:tracePt t="30548" x="6278563" y="5340350"/>
          <p14:tracePt t="30558" x="6261100" y="5307013"/>
          <p14:tracePt t="30568" x="6245225" y="5272088"/>
          <p14:tracePt t="30578" x="6227763" y="5238750"/>
          <p14:tracePt t="30589" x="6211888" y="5205413"/>
          <p14:tracePt t="30598" x="6188075" y="5172075"/>
          <p14:tracePt t="30608" x="6176963" y="5137150"/>
          <p14:tracePt t="30618" x="6165850" y="5114925"/>
          <p14:tracePt t="30628" x="6165850" y="5099050"/>
          <p14:tracePt t="30638" x="6161088" y="5092700"/>
          <p14:tracePt t="30648" x="6154738" y="5087938"/>
          <p14:tracePt t="30658" x="6154738" y="5081588"/>
          <p14:tracePt t="30668" x="6154738" y="5076825"/>
          <p14:tracePt t="30695" x="6154738" y="5070475"/>
          <p14:tracePt t="33592" x="6154738" y="5064125"/>
          <p14:tracePt t="33593" x="6161088" y="5064125"/>
          <p14:tracePt t="33598" x="6165850" y="5053013"/>
          <p14:tracePt t="33608" x="6200775" y="5030788"/>
          <p14:tracePt t="33618" x="6245225" y="4991100"/>
          <p14:tracePt t="33628" x="6289675" y="4968875"/>
          <p14:tracePt t="33638" x="6334125" y="4964113"/>
          <p14:tracePt t="33648" x="6373813" y="4957763"/>
          <p14:tracePt t="33658" x="6396038" y="4957763"/>
          <p14:tracePt t="33668" x="6408738" y="4957763"/>
          <p14:tracePt t="33678" x="6419850" y="4957763"/>
          <p14:tracePt t="33688" x="6430963" y="4957763"/>
          <p14:tracePt t="33698" x="6457950" y="4964113"/>
          <p14:tracePt t="33708" x="6492875" y="4975225"/>
          <p14:tracePt t="33718" x="6537325" y="4997450"/>
          <p14:tracePt t="33728" x="6588125" y="5014913"/>
          <p14:tracePt t="33738" x="6621463" y="5030788"/>
          <p14:tracePt t="33748" x="6638925" y="5037138"/>
          <p14:tracePt t="33758" x="6638925" y="5041900"/>
          <p14:tracePt t="33768" x="6643688" y="5041900"/>
          <p14:tracePt t="33805" x="6650038" y="5041900"/>
          <p14:tracePt t="33831" x="6650038" y="5048250"/>
          <p14:tracePt t="33857" x="6650038" y="5053013"/>
          <p14:tracePt t="33890" x="6650038" y="5059363"/>
          <p14:tracePt t="33938" x="6643688" y="5059363"/>
          <p14:tracePt t="34580" x="6643688" y="5064125"/>
          <p14:tracePt t="34585" x="6643688" y="5070475"/>
          <p14:tracePt t="34588" x="6638925" y="5070475"/>
          <p14:tracePt t="34598" x="6632575" y="5087938"/>
          <p14:tracePt t="34608" x="6621463" y="5110163"/>
          <p14:tracePt t="34618" x="6616700" y="5126038"/>
          <p14:tracePt t="34628" x="6599238" y="5143500"/>
          <p14:tracePt t="34638" x="6588125" y="5160963"/>
          <p14:tracePt t="34648" x="6565900" y="5176838"/>
          <p14:tracePt t="34658" x="6537325" y="5205413"/>
          <p14:tracePt t="34668" x="6515100" y="5222875"/>
          <p14:tracePt t="34678" x="6497638" y="5233988"/>
          <p14:tracePt t="34688" x="6475413" y="5245100"/>
          <p14:tracePt t="34698" x="6457950" y="5260975"/>
          <p14:tracePt t="34708" x="6435725" y="5284788"/>
          <p14:tracePt t="34718" x="6396038" y="5311775"/>
          <p14:tracePt t="34728" x="6351588" y="5340350"/>
          <p14:tracePt t="34738" x="6296025" y="5373688"/>
          <p14:tracePt t="34748" x="6211888" y="5419725"/>
          <p14:tracePt t="34758" x="6161088" y="5453063"/>
          <p14:tracePt t="34768" x="6110288" y="5475288"/>
          <p14:tracePt t="34778" x="6088063" y="5486400"/>
          <p14:tracePt t="34788" x="6076950" y="5486400"/>
          <p14:tracePt t="34798" x="6076950" y="5492750"/>
          <p14:tracePt t="34808" x="6070600" y="5492750"/>
          <p14:tracePt t="34818" x="6065838" y="5468938"/>
          <p14:tracePt t="34828" x="6048375" y="5419725"/>
          <p14:tracePt t="34838" x="6026150" y="5351463"/>
          <p14:tracePt t="34848" x="5986463" y="5272088"/>
          <p14:tracePt t="34858" x="5942013" y="5183188"/>
          <p14:tracePt t="34868" x="5891213" y="5099050"/>
          <p14:tracePt t="34878" x="5851525" y="5019675"/>
          <p14:tracePt t="34889" x="5822950" y="4946650"/>
          <p14:tracePt t="34898" x="5800725" y="4884738"/>
          <p14:tracePt t="34908" x="5778500" y="4840288"/>
          <p14:tracePt t="34918" x="5767388" y="4800600"/>
          <p14:tracePt t="34928" x="5756275" y="4778375"/>
          <p14:tracePt t="34939" x="5749925" y="4756150"/>
          <p14:tracePt t="34948" x="5749925" y="4745038"/>
          <p14:tracePt t="34958" x="5749925" y="4733925"/>
          <p14:tracePt t="34968" x="5749925" y="4727575"/>
          <p14:tracePt t="34987" x="5749925" y="4721225"/>
          <p14:tracePt t="35005" x="5749925" y="4716463"/>
          <p14:tracePt t="35035" x="5749925" y="4710113"/>
          <p14:tracePt t="35043" x="5749925" y="4705350"/>
          <p14:tracePt t="35051" x="5749925" y="4699000"/>
          <p14:tracePt t="35055" x="5749925" y="4694238"/>
          <p14:tracePt t="35058" x="5749925" y="4687888"/>
          <p14:tracePt t="35068" x="5749925" y="4676775"/>
          <p14:tracePt t="35078" x="5749925" y="4659313"/>
          <p14:tracePt t="35088" x="5749925" y="4648200"/>
          <p14:tracePt t="35098" x="5749925" y="4632325"/>
          <p14:tracePt t="35108" x="5749925" y="4621213"/>
          <p14:tracePt t="35118" x="5749925" y="4610100"/>
          <p14:tracePt t="35129" x="5756275" y="4598988"/>
          <p14:tracePt t="35139" x="5756275" y="4586288"/>
          <p14:tracePt t="35149" x="5767388" y="4570413"/>
          <p14:tracePt t="35159" x="5772150" y="4552950"/>
          <p14:tracePt t="35168" x="5778500" y="4541838"/>
          <p14:tracePt t="35179" x="5789613" y="4530725"/>
          <p14:tracePt t="35188" x="5795963" y="4519613"/>
          <p14:tracePt t="35199" x="5800725" y="4513263"/>
          <p14:tracePt t="35209" x="5818188" y="4502150"/>
          <p14:tracePt t="35219" x="5829300" y="4497388"/>
          <p14:tracePt t="35229" x="5851525" y="4491038"/>
          <p14:tracePt t="35239" x="5891213" y="4486275"/>
          <p14:tracePt t="35249" x="5930900" y="4479925"/>
          <p14:tracePt t="35259" x="5964238" y="4475163"/>
          <p14:tracePt t="35269" x="6008688" y="4468813"/>
          <p14:tracePt t="35278" x="6048375" y="4464050"/>
          <p14:tracePt t="35289" x="6099175" y="4464050"/>
          <p14:tracePt t="35298" x="6161088" y="4464050"/>
          <p14:tracePt t="35309" x="6256338" y="4464050"/>
          <p14:tracePt t="35319" x="6329363" y="4464050"/>
          <p14:tracePt t="35328" x="6402388" y="4464050"/>
          <p14:tracePt t="35339" x="6457950" y="4468813"/>
          <p14:tracePt t="35349" x="6508750" y="4475163"/>
          <p14:tracePt t="35359" x="6542088" y="4475163"/>
          <p14:tracePt t="35369" x="6565900" y="4479925"/>
          <p14:tracePt t="35378" x="6581775" y="4486275"/>
          <p14:tracePt t="35389" x="6604000" y="4491038"/>
          <p14:tracePt t="35399" x="6627813" y="4497388"/>
          <p14:tracePt t="35408" x="6665913" y="4508500"/>
          <p14:tracePt t="35419" x="6716713" y="4530725"/>
          <p14:tracePt t="35428" x="6800850" y="4559300"/>
          <p14:tracePt t="35438" x="6869113" y="4586288"/>
          <p14:tracePt t="35448" x="6964363" y="4621213"/>
          <p14:tracePt t="35458" x="7059613" y="4654550"/>
          <p14:tracePt t="35468" x="7178675" y="4705350"/>
          <p14:tracePt t="35478" x="7318375" y="4756150"/>
          <p14:tracePt t="35488" x="7464425" y="4822825"/>
          <p14:tracePt t="35498" x="7594600" y="4884738"/>
          <p14:tracePt t="35508" x="7700963" y="4941888"/>
          <p14:tracePt t="35518" x="7767638" y="4991100"/>
          <p14:tracePt t="35528" x="7807325" y="5037138"/>
          <p14:tracePt t="35538" x="7829550" y="5076825"/>
          <p14:tracePt t="35548" x="7835900" y="5114925"/>
          <p14:tracePt t="35558" x="7835900" y="5149850"/>
          <p14:tracePt t="35568" x="7835900" y="5187950"/>
          <p14:tracePt t="35578" x="7824788" y="5227638"/>
          <p14:tracePt t="35588" x="7807325" y="5272088"/>
          <p14:tracePt t="35598" x="7785100" y="5318125"/>
          <p14:tracePt t="35608" x="7751763" y="5373688"/>
          <p14:tracePt t="35618" x="7718425" y="5419725"/>
          <p14:tracePt t="35628" x="7672388" y="5464175"/>
          <p14:tracePt t="35638" x="7627938" y="5503863"/>
          <p14:tracePt t="35648" x="7577138" y="5537200"/>
          <p14:tracePt t="35658" x="7515225" y="5581650"/>
          <p14:tracePt t="35668" x="7442200" y="5627688"/>
          <p14:tracePt t="35678" x="7346950" y="5676900"/>
          <p14:tracePt t="35688" x="7262813" y="5734050"/>
          <p14:tracePt t="35698" x="7167563" y="5789613"/>
          <p14:tracePt t="35708" x="7070725" y="5846763"/>
          <p14:tracePt t="35718" x="6975475" y="5880100"/>
          <p14:tracePt t="35728" x="6891338" y="5919788"/>
          <p14:tracePt t="35738" x="6807200" y="5935663"/>
          <p14:tracePt t="35748" x="6727825" y="5957888"/>
          <p14:tracePt t="35758" x="6643688" y="5970588"/>
          <p14:tracePt t="35768" x="6565900" y="5992813"/>
          <p14:tracePt t="35778" x="6475413" y="6003925"/>
          <p14:tracePt t="35788" x="6402388" y="6019800"/>
          <p14:tracePt t="35798" x="6329363" y="6030913"/>
          <p14:tracePt t="35808" x="6273800" y="6043613"/>
          <p14:tracePt t="35818" x="6234113" y="6043613"/>
          <p14:tracePt t="35828" x="6211888" y="6043613"/>
          <p14:tracePt t="35838" x="6188075" y="6043613"/>
          <p14:tracePt t="35848" x="6165850" y="6030913"/>
          <p14:tracePt t="35858" x="6138863" y="6008688"/>
          <p14:tracePt t="35868" x="6088063" y="5957888"/>
          <p14:tracePt t="35878" x="6030913" y="5884863"/>
          <p14:tracePt t="35889" x="5957888" y="5800725"/>
          <p14:tracePt t="35898" x="5873750" y="5694363"/>
          <p14:tracePt t="35908" x="5778500" y="5576888"/>
          <p14:tracePt t="35918" x="5676900" y="5453063"/>
          <p14:tracePt t="35928" x="5564188" y="5334000"/>
          <p14:tracePt t="35938" x="5457825" y="5222875"/>
          <p14:tracePt t="35948" x="5373688" y="5126038"/>
          <p14:tracePt t="35958" x="5334000" y="5059363"/>
          <p14:tracePt t="35968" x="5307013" y="5008563"/>
          <p14:tracePt t="35978" x="5283200" y="4957763"/>
          <p14:tracePt t="35988" x="5272088" y="4913313"/>
          <p14:tracePt t="35998" x="5260975" y="4873625"/>
          <p14:tracePt t="36008" x="5249863" y="4840288"/>
          <p14:tracePt t="36018" x="5238750" y="4800600"/>
          <p14:tracePt t="36028" x="5232400" y="4778375"/>
          <p14:tracePt t="36038" x="5221288" y="4756150"/>
          <p14:tracePt t="36048" x="5216525" y="4733925"/>
          <p14:tracePt t="36058" x="5210175" y="4716463"/>
          <p14:tracePt t="36068" x="5199063" y="4699000"/>
          <p14:tracePt t="36078" x="5194300" y="4676775"/>
          <p14:tracePt t="36088" x="5183188" y="4659313"/>
          <p14:tracePt t="36098" x="5176838" y="4643438"/>
          <p14:tracePt t="36108" x="5172075" y="4621213"/>
          <p14:tracePt t="36118" x="5165725" y="4598988"/>
          <p14:tracePt t="36128" x="5159375" y="4581525"/>
          <p14:tracePt t="36138" x="5159375" y="4570413"/>
          <p14:tracePt t="36149" x="5159375" y="4559300"/>
          <p14:tracePt t="36158" x="5165725" y="4541838"/>
          <p14:tracePt t="36168" x="5172075" y="4524375"/>
          <p14:tracePt t="36178" x="5187950" y="4508500"/>
          <p14:tracePt t="36188" x="5205413" y="4497388"/>
          <p14:tracePt t="36198" x="5227638" y="4486275"/>
          <p14:tracePt t="36208" x="5260975" y="4464050"/>
          <p14:tracePt t="36218" x="5294313" y="4457700"/>
          <p14:tracePt t="36228" x="5329238" y="4446588"/>
          <p14:tracePt t="36238" x="5380038" y="4435475"/>
          <p14:tracePt t="36248" x="5435600" y="4429125"/>
          <p14:tracePt t="36258" x="5519738" y="4429125"/>
          <p14:tracePt t="36268" x="5614988" y="4429125"/>
          <p14:tracePt t="36278" x="5716588" y="4429125"/>
          <p14:tracePt t="36288" x="5800725" y="4429125"/>
          <p14:tracePt t="36298" x="5880100" y="4429125"/>
          <p14:tracePt t="36308" x="5946775" y="4429125"/>
          <p14:tracePt t="36318" x="6015038" y="4435475"/>
          <p14:tracePt t="36328" x="6088063" y="4440238"/>
          <p14:tracePt t="36338" x="6165850" y="4457700"/>
          <p14:tracePt t="36348" x="6245225" y="4468813"/>
          <p14:tracePt t="36358" x="6334125" y="4479925"/>
          <p14:tracePt t="36368" x="6408738" y="4497388"/>
          <p14:tracePt t="36378" x="6469063" y="4508500"/>
          <p14:tracePt t="36388" x="6515100" y="4513263"/>
          <p14:tracePt t="36398" x="6559550" y="4524375"/>
          <p14:tracePt t="36408" x="6604000" y="4541838"/>
          <p14:tracePt t="36418" x="6661150" y="4564063"/>
          <p14:tracePt t="36428" x="6723063" y="4586288"/>
          <p14:tracePt t="36438" x="6789738" y="4614863"/>
          <p14:tracePt t="36448" x="6846888" y="4643438"/>
          <p14:tracePt t="36458" x="6891338" y="4672013"/>
          <p14:tracePt t="36468" x="6924675" y="4699000"/>
          <p14:tracePt t="36478" x="6942138" y="4710113"/>
          <p14:tracePt t="36488" x="6959600" y="4738688"/>
          <p14:tracePt t="36498" x="6981825" y="4772025"/>
          <p14:tracePt t="36508" x="6997700" y="4811713"/>
          <p14:tracePt t="36518" x="7015163" y="4851400"/>
          <p14:tracePt t="36528" x="7026275" y="4891088"/>
          <p14:tracePt t="36538" x="7032625" y="4935538"/>
          <p14:tracePt t="36548" x="7037388" y="4964113"/>
          <p14:tracePt t="36558" x="7037388" y="4997450"/>
          <p14:tracePt t="36568" x="7037388" y="5030788"/>
          <p14:tracePt t="36578" x="7032625" y="5076825"/>
          <p14:tracePt t="36588" x="7019925" y="5110163"/>
          <p14:tracePt t="36599" x="7004050" y="5149850"/>
          <p14:tracePt t="36608" x="6992938" y="5176838"/>
          <p14:tracePt t="36618" x="6975475" y="5205413"/>
          <p14:tracePt t="36628" x="6970713" y="5227638"/>
          <p14:tracePt t="36638" x="6959600" y="5249863"/>
          <p14:tracePt t="36648" x="6946900" y="5260975"/>
          <p14:tracePt t="36659" x="6935788" y="5272088"/>
          <p14:tracePt t="36668" x="6931025" y="5289550"/>
          <p14:tracePt t="36678" x="6919913" y="5295900"/>
          <p14:tracePt t="36688" x="6908800" y="5307013"/>
          <p14:tracePt t="36698" x="6908800" y="5311775"/>
          <p14:tracePt t="36708" x="6902450" y="5311775"/>
          <p14:tracePt t="36718" x="6902450" y="5318125"/>
          <p14:tracePt t="37246" x="6902450" y="5322888"/>
          <p14:tracePt t="37252" x="6902450" y="5329238"/>
          <p14:tracePt t="37259" x="6897688" y="5329238"/>
          <p14:tracePt t="37261" x="6897688" y="5334000"/>
          <p14:tracePt t="37269" x="6897688" y="5340350"/>
          <p14:tracePt t="37278" x="6891338" y="5340350"/>
          <p14:tracePt t="37289" x="6891338" y="5345113"/>
          <p14:tracePt t="37298" x="6891338" y="5351463"/>
          <p14:tracePt t="37338" x="6891338" y="5357813"/>
          <p14:tracePt t="37882" x="6884988" y="5357813"/>
          <p14:tracePt t="38000" x="6884988" y="5362575"/>
          <p14:tracePt t="38001" x="6880225" y="5362575"/>
          <p14:tracePt t="38008" x="6880225" y="5373688"/>
          <p14:tracePt t="38018" x="6869113" y="5384800"/>
          <p14:tracePt t="38028" x="6851650" y="5419725"/>
          <p14:tracePt t="38038" x="6835775" y="5453063"/>
          <p14:tracePt t="38048" x="6824663" y="5475288"/>
          <p14:tracePt t="38058" x="6818313" y="5486400"/>
          <p14:tracePt t="38068" x="6811963" y="5492750"/>
          <p14:tracePt t="38095" x="6811963" y="5497513"/>
          <p14:tracePt t="38139" x="6811963" y="5492750"/>
          <p14:tracePt t="38141" x="6811963" y="5486400"/>
          <p14:tracePt t="38148" x="6818313" y="5480050"/>
          <p14:tracePt t="38158" x="6846888" y="5453063"/>
          <p14:tracePt t="38168" x="6913563" y="5407025"/>
          <p14:tracePt t="38178" x="7008813" y="5380038"/>
          <p14:tracePt t="38189" x="7127875" y="5345113"/>
          <p14:tracePt t="38198" x="7278688" y="5318125"/>
          <p14:tracePt t="38208" x="7424738" y="5289550"/>
          <p14:tracePt t="38218" x="7570788" y="5272088"/>
          <p14:tracePt t="38228" x="7729538" y="5249863"/>
          <p14:tracePt t="38238" x="7931150" y="5216525"/>
          <p14:tracePt t="38248" x="8183563" y="5187950"/>
          <p14:tracePt t="38258" x="8482013" y="5154613"/>
          <p14:tracePt t="38268" x="8836025" y="5126038"/>
          <p14:tracePt t="38278" x="9196388" y="5087938"/>
          <p14:tracePt t="38288" x="9528175" y="5041900"/>
          <p14:tracePt t="38298" x="9802813" y="4986338"/>
          <p14:tracePt t="38308" x="10021888" y="4935538"/>
          <p14:tracePt t="38318" x="10163175" y="4895850"/>
          <p14:tracePt t="38328" x="10213975" y="4879975"/>
          <p14:tracePt t="38338" x="10218738" y="4879975"/>
          <p14:tracePt t="38348" x="10225088" y="4873625"/>
          <p14:tracePt t="38379" x="10218738" y="4873625"/>
          <p14:tracePt t="38381" x="10213975" y="4873625"/>
          <p14:tracePt t="38388" x="10202863" y="4873625"/>
          <p14:tracePt t="38398" x="10167938" y="4884738"/>
          <p14:tracePt t="38408" x="10134600" y="4906963"/>
          <p14:tracePt t="38418" x="10101263" y="4946650"/>
          <p14:tracePt t="38428" x="10055225" y="5008563"/>
          <p14:tracePt t="38438" x="10021888" y="5087938"/>
          <p14:tracePt t="38448" x="9999663" y="5154613"/>
          <p14:tracePt t="38458" x="9977438" y="5216525"/>
          <p14:tracePt t="38468" x="9959975" y="5272088"/>
          <p14:tracePt t="38478" x="9944100" y="5318125"/>
          <p14:tracePt t="38488" x="9926638" y="5368925"/>
          <p14:tracePt t="38498" x="9915525" y="5419725"/>
          <p14:tracePt t="38508" x="9909175" y="5457825"/>
          <p14:tracePt t="38518" x="9904413" y="5486400"/>
          <p14:tracePt t="38528" x="9898063" y="5514975"/>
          <p14:tracePt t="38538" x="9893300" y="5541963"/>
          <p14:tracePt t="38548" x="9882188" y="5565775"/>
          <p14:tracePt t="38558" x="9871075" y="5588000"/>
          <p14:tracePt t="38568" x="9859963" y="5614988"/>
          <p14:tracePt t="38578" x="9842500" y="5643563"/>
          <p14:tracePt t="38588" x="9820275" y="5676900"/>
          <p14:tracePt t="38598" x="9802813" y="5700713"/>
          <p14:tracePt t="38608" x="9786938" y="5727700"/>
          <p14:tracePt t="38618" x="9758363" y="5749925"/>
          <p14:tracePt t="38628" x="9729788" y="5767388"/>
          <p14:tracePt t="38638" x="9701213" y="5784850"/>
          <p14:tracePt t="38648" x="9663113" y="5800725"/>
          <p14:tracePt t="38658" x="9612313" y="5818188"/>
          <p14:tracePt t="38668" x="9532938" y="5846763"/>
          <p14:tracePt t="38678" x="9455150" y="5862638"/>
          <p14:tracePt t="38688" x="9375775" y="5873750"/>
          <p14:tracePt t="38698" x="9285288" y="5880100"/>
          <p14:tracePt t="38708" x="9201150" y="5884863"/>
          <p14:tracePt t="38718" x="9128125" y="5895975"/>
          <p14:tracePt t="38728" x="9055100" y="5895975"/>
          <p14:tracePt t="38738" x="8999538" y="5895975"/>
          <p14:tracePt t="38748" x="8953500" y="5895975"/>
          <p14:tracePt t="38758" x="8897938" y="5895975"/>
          <p14:tracePt t="38768" x="8842375" y="5895975"/>
          <p14:tracePt t="38778" x="8769350" y="5895975"/>
          <p14:tracePt t="38788" x="8685213" y="5895975"/>
          <p14:tracePt t="38798" x="8577263" y="5880100"/>
          <p14:tracePt t="38808" x="8453438" y="5862638"/>
          <p14:tracePt t="38818" x="8318500" y="5840413"/>
          <p14:tracePt t="38828" x="8189913" y="5822950"/>
          <p14:tracePt t="38838" x="8066088" y="5807075"/>
          <p14:tracePt t="38848" x="7953375" y="5784850"/>
          <p14:tracePt t="38858" x="7875588" y="5762625"/>
          <p14:tracePt t="38868" x="7813675" y="5745163"/>
          <p14:tracePt t="38879" x="7791450" y="5734050"/>
          <p14:tracePt t="38888" x="7778750" y="5734050"/>
          <p14:tracePt t="38901" x="7778750" y="5727700"/>
          <p14:tracePt t="38955" x="7773988" y="5727700"/>
          <p14:tracePt t="39222" x="7773988" y="5722938"/>
          <p14:tracePt t="39247" x="7778750" y="5722938"/>
          <p14:tracePt t="39259" x="7785100" y="5716588"/>
          <p14:tracePt t="39279" x="7785100" y="5711825"/>
          <p14:tracePt t="39297" x="7791450" y="5711825"/>
          <p14:tracePt t="39349" x="7796213" y="5711825"/>
          <p14:tracePt t="39365" x="7796213" y="5705475"/>
          <p14:tracePt t="39488" x="7796213" y="5700713"/>
          <p14:tracePt t="39494" x="7796213" y="5694363"/>
          <p14:tracePt t="39498" x="7802563" y="5688013"/>
          <p14:tracePt t="39508" x="7802563" y="5649913"/>
          <p14:tracePt t="39518" x="7802563" y="5603875"/>
          <p14:tracePt t="39528" x="7796213" y="5559425"/>
          <p14:tracePt t="39538" x="7791450" y="5519738"/>
          <p14:tracePt t="39548" x="7778750" y="5480050"/>
          <p14:tracePt t="39558" x="7767638" y="5441950"/>
          <p14:tracePt t="39568" x="7767638" y="5413375"/>
          <p14:tracePt t="39578" x="7762875" y="5391150"/>
          <p14:tracePt t="39589" x="7756525" y="5373688"/>
          <p14:tracePt t="39598" x="7756525" y="5368925"/>
          <p14:tracePt t="39609" x="7756525" y="5362575"/>
          <p14:tracePt t="39618" x="7756525" y="5351463"/>
          <p14:tracePt t="39651" x="7756525" y="5345113"/>
          <p14:tracePt t="39655" x="7751763" y="5345113"/>
          <p14:tracePt t="39726" x="7751763" y="5351463"/>
          <p14:tracePt t="39727" x="7751763" y="5357813"/>
          <p14:tracePt t="39731" x="7751763" y="5362575"/>
          <p14:tracePt t="39738" x="7751763" y="5391150"/>
          <p14:tracePt t="39748" x="7756525" y="5435600"/>
          <p14:tracePt t="39758" x="7791450" y="5519738"/>
          <p14:tracePt t="39768" x="7835900" y="5614988"/>
          <p14:tracePt t="39778" x="7908925" y="5722938"/>
          <p14:tracePt t="39788" x="7975600" y="5811838"/>
          <p14:tracePt t="39798" x="8026400" y="5891213"/>
          <p14:tracePt t="39808" x="8066088" y="5942013"/>
          <p14:tracePt t="39818" x="8105775" y="5981700"/>
          <p14:tracePt t="39828" x="8128000" y="6008688"/>
          <p14:tracePt t="39838" x="8134350" y="6019800"/>
          <p14:tracePt t="39848" x="8145463" y="6030913"/>
          <p14:tracePt t="39858" x="8145463" y="6037263"/>
          <p14:tracePt t="39869" x="8150225" y="6043613"/>
          <p14:tracePt t="39880" x="8150225" y="6048375"/>
          <p14:tracePt t="39915" x="8150225" y="6054725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48846-62C7-5BBF-A529-4562086A6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E7552-6D51-DB5D-428D-9B78F115D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F7A0A-6D7A-F40E-0873-4C9827A2C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146" name="Picture 2" descr="Picture of the brain; arrows point to the hippocampus">
            <a:extLst>
              <a:ext uri="{FF2B5EF4-FFF2-40B4-BE49-F238E27FC236}">
                <a16:creationId xmlns:a16="http://schemas.microsoft.com/office/drawing/2014/main" id="{59645C9A-E682-1034-AF41-9423E1A339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316" y="1825625"/>
            <a:ext cx="5952343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E815AAB-B0F6-CC6C-BFB8-ADB061101B02}"/>
              </a:ext>
            </a:extLst>
          </p:cNvPr>
          <p:cNvSpPr/>
          <p:nvPr/>
        </p:nvSpPr>
        <p:spPr>
          <a:xfrm>
            <a:off x="3321811" y="1587443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811EFF-628A-9CB2-AE58-ADF30A483D4C}"/>
              </a:ext>
            </a:extLst>
          </p:cNvPr>
          <p:cNvSpPr/>
          <p:nvPr/>
        </p:nvSpPr>
        <p:spPr>
          <a:xfrm>
            <a:off x="7319553" y="2355622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6C78C0-EF50-3681-0FAB-28588F51EA43}"/>
              </a:ext>
            </a:extLst>
          </p:cNvPr>
          <p:cNvSpPr/>
          <p:nvPr/>
        </p:nvSpPr>
        <p:spPr>
          <a:xfrm rot="1315802">
            <a:off x="7761260" y="3766361"/>
            <a:ext cx="147559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F5D890-B093-721C-F566-EF05CE671C89}"/>
              </a:ext>
            </a:extLst>
          </p:cNvPr>
          <p:cNvSpPr/>
          <p:nvPr/>
        </p:nvSpPr>
        <p:spPr>
          <a:xfrm>
            <a:off x="4292816" y="5339576"/>
            <a:ext cx="84473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83C056-7B35-F219-63C1-0C8E94763930}"/>
              </a:ext>
            </a:extLst>
          </p:cNvPr>
          <p:cNvSpPr/>
          <p:nvPr/>
        </p:nvSpPr>
        <p:spPr>
          <a:xfrm>
            <a:off x="4476206" y="4966458"/>
            <a:ext cx="66134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2CBBEE-A001-B31B-4A7B-B58307C519A6}"/>
              </a:ext>
            </a:extLst>
          </p:cNvPr>
          <p:cNvSpPr/>
          <p:nvPr/>
        </p:nvSpPr>
        <p:spPr>
          <a:xfrm>
            <a:off x="3082835" y="4876237"/>
            <a:ext cx="139337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A0C065-2C8C-4DA4-0481-1F5FB5A66EAA}"/>
              </a:ext>
            </a:extLst>
          </p:cNvPr>
          <p:cNvSpPr/>
          <p:nvPr/>
        </p:nvSpPr>
        <p:spPr>
          <a:xfrm>
            <a:off x="2279950" y="4449646"/>
            <a:ext cx="1743410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A84848-DE3F-59AA-00C2-09CBB36F35D5}"/>
              </a:ext>
            </a:extLst>
          </p:cNvPr>
          <p:cNvSpPr txBox="1"/>
          <p:nvPr/>
        </p:nvSpPr>
        <p:spPr>
          <a:xfrm>
            <a:off x="8712924" y="905691"/>
            <a:ext cx="2790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</a:t>
            </a:r>
            <a:r>
              <a:rPr lang="en-US" dirty="0"/>
              <a:t>: Converts short-term memory to long-term memory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D7C515-F547-427F-CB3C-F07E4475D8B9}"/>
              </a:ext>
            </a:extLst>
          </p:cNvPr>
          <p:cNvSpPr/>
          <p:nvPr/>
        </p:nvSpPr>
        <p:spPr>
          <a:xfrm>
            <a:off x="7123103" y="2210278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7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468"/>
    </mc:Choice>
    <mc:Fallback xmlns="">
      <p:transition spd="slow" advTm="42468"/>
    </mc:Fallback>
  </mc:AlternateContent>
  <p:extLst>
    <p:ext uri="{3A86A75C-4F4B-4683-9AE1-C65F6400EC91}">
      <p14:laserTraceLst xmlns:p14="http://schemas.microsoft.com/office/powerpoint/2010/main">
        <p14:tracePtLst>
          <p14:tracePt t="686" x="8145463" y="6054725"/>
          <p14:tracePt t="688" x="8139113" y="6048375"/>
          <p14:tracePt t="697" x="8128000" y="6043613"/>
          <p14:tracePt t="707" x="8110538" y="6030913"/>
          <p14:tracePt t="717" x="8072438" y="6019800"/>
          <p14:tracePt t="727" x="8026400" y="6003925"/>
          <p14:tracePt t="737" x="7986713" y="5981700"/>
          <p14:tracePt t="747" x="7937500" y="5964238"/>
          <p14:tracePt t="757" x="7891463" y="5946775"/>
          <p14:tracePt t="767" x="7853363" y="5930900"/>
          <p14:tracePt t="777" x="7807325" y="5913438"/>
          <p14:tracePt t="787" x="7778750" y="5902325"/>
          <p14:tracePt t="797" x="7762875" y="5895975"/>
          <p14:tracePt t="807" x="7762875" y="5891213"/>
          <p14:tracePt t="817" x="7756525" y="5891213"/>
          <p14:tracePt t="1056" x="7751763" y="5891213"/>
          <p14:tracePt t="1094" x="7745413" y="5891213"/>
          <p14:tracePt t="1120" x="7740650" y="5891213"/>
          <p14:tracePt t="1160" x="7734300" y="5891213"/>
          <p14:tracePt t="1178" x="7729538" y="5884863"/>
          <p14:tracePt t="1190" x="7723188" y="5884863"/>
          <p14:tracePt t="1192" x="7718425" y="5884863"/>
          <p14:tracePt t="1198" x="7712075" y="5884863"/>
          <p14:tracePt t="1207" x="7700963" y="5880100"/>
          <p14:tracePt t="1217" x="7689850" y="5873750"/>
          <p14:tracePt t="1227" x="7672388" y="5868988"/>
          <p14:tracePt t="1237" x="7650163" y="5862638"/>
          <p14:tracePt t="1247" x="7643813" y="5862638"/>
          <p14:tracePt t="1257" x="7639050" y="5857875"/>
          <p14:tracePt t="1267" x="7627938" y="5851525"/>
          <p14:tracePt t="1277" x="7621588" y="5851525"/>
          <p14:tracePt t="1287" x="7616825" y="5851525"/>
          <p14:tracePt t="1297" x="7599363" y="5840413"/>
          <p14:tracePt t="1307" x="7577138" y="5829300"/>
          <p14:tracePt t="1317" x="7548563" y="5811838"/>
          <p14:tracePt t="1327" x="7504113" y="5789613"/>
          <p14:tracePt t="1337" x="7464425" y="5762625"/>
          <p14:tracePt t="1347" x="7402513" y="5727700"/>
          <p14:tracePt t="1357" x="7351713" y="5700713"/>
          <p14:tracePt t="1367" x="7278688" y="5665788"/>
          <p14:tracePt t="1377" x="7223125" y="5643563"/>
          <p14:tracePt t="1387" x="7161213" y="5614988"/>
          <p14:tracePt t="1397" x="7105650" y="5592763"/>
          <p14:tracePt t="1407" x="7059613" y="5576888"/>
          <p14:tracePt t="1417" x="7019925" y="5559425"/>
          <p14:tracePt t="1427" x="6997700" y="5553075"/>
          <p14:tracePt t="1437" x="6986588" y="5553075"/>
          <p14:tracePt t="1447" x="6981825" y="5553075"/>
          <p14:tracePt t="1457" x="6975475" y="5553075"/>
          <p14:tracePt t="1467" x="6964363" y="5553075"/>
          <p14:tracePt t="1492" x="6959600" y="5553075"/>
          <p14:tracePt t="1542" x="6953250" y="5553075"/>
          <p14:tracePt t="1554" x="6946900" y="5553075"/>
          <p14:tracePt t="1560" x="6946900" y="5559425"/>
          <p14:tracePt t="1564" x="6946900" y="5565775"/>
          <p14:tracePt t="1572" x="6946900" y="5570538"/>
          <p14:tracePt t="1580" x="6942138" y="5576888"/>
          <p14:tracePt t="1588" x="6942138" y="5581650"/>
          <p14:tracePt t="1597" x="6942138" y="5588000"/>
          <p14:tracePt t="1607" x="6942138" y="5592763"/>
          <p14:tracePt t="1617" x="6942138" y="5599113"/>
          <p14:tracePt t="1644" x="6942138" y="5603875"/>
          <p14:tracePt t="1660" x="6942138" y="5610225"/>
          <p14:tracePt t="1686" x="6942138" y="5614988"/>
          <p14:tracePt t="1710" x="6942138" y="5621338"/>
          <p14:tracePt t="2002" x="6942138" y="5627688"/>
          <p14:tracePt t="2012" x="6942138" y="5632450"/>
          <p14:tracePt t="2030" x="6942138" y="5638800"/>
          <p14:tracePt t="2090" x="6942138" y="5643563"/>
          <p14:tracePt t="2108" x="6935788" y="5643563"/>
          <p14:tracePt t="2112" x="6931025" y="5643563"/>
          <p14:tracePt t="2117" x="6924675" y="5643563"/>
          <p14:tracePt t="2127" x="6913563" y="5643563"/>
          <p14:tracePt t="2137" x="6891338" y="5632450"/>
          <p14:tracePt t="2147" x="6858000" y="5603875"/>
          <p14:tracePt t="2157" x="6789738" y="5548313"/>
          <p14:tracePt t="2167" x="6716713" y="5497513"/>
          <p14:tracePt t="2177" x="6643688" y="5430838"/>
          <p14:tracePt t="2187" x="6565900" y="5373688"/>
          <p14:tracePt t="2197" x="6508750" y="5311775"/>
          <p14:tracePt t="2207" x="6435725" y="5233988"/>
          <p14:tracePt t="2217" x="6351588" y="5110163"/>
          <p14:tracePt t="2227" x="6261100" y="4953000"/>
          <p14:tracePt t="2237" x="6165850" y="4783138"/>
          <p14:tracePt t="2247" x="6081713" y="4625975"/>
          <p14:tracePt t="2257" x="6030913" y="4491038"/>
          <p14:tracePt t="2267" x="5997575" y="4384675"/>
          <p14:tracePt t="2277" x="5991225" y="4311650"/>
          <p14:tracePt t="2287" x="5991225" y="4243388"/>
          <p14:tracePt t="2297" x="6003925" y="4187825"/>
          <p14:tracePt t="2307" x="6019800" y="4132263"/>
          <p14:tracePt t="2317" x="6030913" y="4103688"/>
          <p14:tracePt t="2327" x="6037263" y="4081463"/>
          <p14:tracePt t="2337" x="6037263" y="4064000"/>
          <p14:tracePt t="2347" x="6042025" y="4048125"/>
          <p14:tracePt t="2357" x="6042025" y="4030663"/>
          <p14:tracePt t="2367" x="6053138" y="4013200"/>
          <p14:tracePt t="2377" x="6053138" y="3997325"/>
          <p14:tracePt t="2387" x="6059488" y="3986213"/>
          <p14:tracePt t="2397" x="6065838" y="3973513"/>
          <p14:tracePt t="2410" x="6065838" y="3968750"/>
          <p14:tracePt t="2448" x="6065838" y="3962400"/>
          <p14:tracePt t="2464" x="6065838" y="3957638"/>
          <p14:tracePt t="2466" x="6065838" y="3951288"/>
          <p14:tracePt t="2472" x="6065838" y="3946525"/>
          <p14:tracePt t="2477" x="6065838" y="3940175"/>
          <p14:tracePt t="2487" x="6065838" y="3929063"/>
          <p14:tracePt t="2497" x="6065838" y="3924300"/>
          <p14:tracePt t="2507" x="6059488" y="3913188"/>
          <p14:tracePt t="2517" x="6059488" y="3906838"/>
          <p14:tracePt t="2527" x="6048375" y="3900488"/>
          <p14:tracePt t="2537" x="6042025" y="3895725"/>
          <p14:tracePt t="2547" x="6037263" y="3889375"/>
          <p14:tracePt t="2557" x="6019800" y="3873500"/>
          <p14:tracePt t="2567" x="5997575" y="3856038"/>
          <p14:tracePt t="2577" x="5980113" y="3838575"/>
          <p14:tracePt t="2587" x="5957888" y="3816350"/>
          <p14:tracePt t="2597" x="5942013" y="3800475"/>
          <p14:tracePt t="2607" x="5930900" y="3789363"/>
          <p14:tracePt t="2617" x="5924550" y="3789363"/>
          <p14:tracePt t="2640" x="5924550" y="3783013"/>
          <p14:tracePt t="2656" x="5918200" y="3783013"/>
          <p14:tracePt t="2782" x="5918200" y="3789363"/>
          <p14:tracePt t="2814" x="5918200" y="3794125"/>
          <p14:tracePt t="2842" x="5918200" y="3800475"/>
          <p14:tracePt t="2848" x="5924550" y="3800475"/>
          <p14:tracePt t="2856" x="5924550" y="3805238"/>
          <p14:tracePt t="2862" x="5930900" y="3805238"/>
          <p14:tracePt t="2868" x="5935663" y="3811588"/>
          <p14:tracePt t="2878" x="5942013" y="3811588"/>
          <p14:tracePt t="2887" x="5942013" y="3816350"/>
          <p14:tracePt t="2897" x="5946775" y="3822700"/>
          <p14:tracePt t="2907" x="5953125" y="3827463"/>
          <p14:tracePt t="2917" x="5957888" y="3827463"/>
          <p14:tracePt t="2927" x="5957888" y="3833813"/>
          <p14:tracePt t="2937" x="5964238" y="3833813"/>
          <p14:tracePt t="2947" x="5964238" y="3838575"/>
          <p14:tracePt t="2957" x="5969000" y="3844925"/>
          <p14:tracePt t="2976" x="5975350" y="3844925"/>
          <p14:tracePt t="2984" x="5975350" y="3851275"/>
          <p14:tracePt t="2988" x="5980113" y="3851275"/>
          <p14:tracePt t="3042" x="5986463" y="3856038"/>
          <p14:tracePt t="3088" x="5986463" y="3862388"/>
          <p14:tracePt t="3120" x="5986463" y="3867150"/>
          <p14:tracePt t="3140" x="5986463" y="3873500"/>
          <p14:tracePt t="3170" x="5986463" y="3878263"/>
          <p14:tracePt t="3198" x="5986463" y="3884613"/>
          <p14:tracePt t="3206" x="5986463" y="3889375"/>
          <p14:tracePt t="3218" x="5986463" y="3895725"/>
          <p14:tracePt t="3230" x="5986463" y="3900488"/>
          <p14:tracePt t="3240" x="5986463" y="3906838"/>
          <p14:tracePt t="3246" x="5986463" y="3913188"/>
          <p14:tracePt t="3260" x="5986463" y="3917950"/>
          <p14:tracePt t="3270" x="5986463" y="3924300"/>
          <p14:tracePt t="3280" x="5986463" y="3929063"/>
          <p14:tracePt t="3284" x="5986463" y="3935413"/>
          <p14:tracePt t="3292" x="5986463" y="3940175"/>
          <p14:tracePt t="3297" x="5986463" y="3946525"/>
          <p14:tracePt t="3307" x="5986463" y="3962400"/>
          <p14:tracePt t="3317" x="5986463" y="3979863"/>
          <p14:tracePt t="3327" x="5980113" y="3990975"/>
          <p14:tracePt t="3337" x="5975350" y="4008438"/>
          <p14:tracePt t="3347" x="5975350" y="4024313"/>
          <p14:tracePt t="3357" x="5969000" y="4035425"/>
          <p14:tracePt t="3367" x="5964238" y="4052888"/>
          <p14:tracePt t="3377" x="5964238" y="4059238"/>
          <p14:tracePt t="3387" x="5964238" y="4070350"/>
          <p14:tracePt t="3397" x="5957888" y="4081463"/>
          <p14:tracePt t="3407" x="5953125" y="4086225"/>
          <p14:tracePt t="3417" x="5953125" y="4097338"/>
          <p14:tracePt t="3427" x="5953125" y="4108450"/>
          <p14:tracePt t="3437" x="5946775" y="4121150"/>
          <p14:tracePt t="3447" x="5946775" y="4125913"/>
          <p14:tracePt t="3457" x="5942013" y="4137025"/>
          <p14:tracePt t="3467" x="5942013" y="4148138"/>
          <p14:tracePt t="3477" x="5935663" y="4165600"/>
          <p14:tracePt t="3487" x="5930900" y="4181475"/>
          <p14:tracePt t="3497" x="5924550" y="4198938"/>
          <p14:tracePt t="3507" x="5924550" y="4221163"/>
          <p14:tracePt t="3517" x="5913438" y="4243388"/>
          <p14:tracePt t="3527" x="5913438" y="4260850"/>
          <p14:tracePt t="3537" x="5907088" y="4278313"/>
          <p14:tracePt t="3547" x="5907088" y="4294188"/>
          <p14:tracePt t="3557" x="5902325" y="4305300"/>
          <p14:tracePt t="3567" x="5902325" y="4311650"/>
          <p14:tracePt t="3577" x="5902325" y="4316413"/>
          <p14:tracePt t="3587" x="5895975" y="4322763"/>
          <p14:tracePt t="3602" x="5891213" y="4322763"/>
          <p14:tracePt t="3607" x="5891213" y="4329113"/>
          <p14:tracePt t="3617" x="5891213" y="4333875"/>
          <p14:tracePt t="3632" x="5891213" y="4340225"/>
          <p14:tracePt t="3646" x="5884863" y="4340225"/>
          <p14:tracePt t="3656" x="5884863" y="4344988"/>
          <p14:tracePt t="3730" x="5884863" y="4351338"/>
          <p14:tracePt t="3736" x="5880100" y="4351338"/>
          <p14:tracePt t="3740" x="5880100" y="4356100"/>
          <p14:tracePt t="3760" x="5880100" y="4362450"/>
          <p14:tracePt t="3764" x="5873750" y="4362450"/>
          <p14:tracePt t="3788" x="5868988" y="4362450"/>
          <p14:tracePt t="3806" x="5868988" y="4367213"/>
          <p14:tracePt t="3830" x="5862638" y="4367213"/>
          <p14:tracePt t="3838" x="5862638" y="4373563"/>
          <p14:tracePt t="3850" x="5862638" y="4378325"/>
          <p14:tracePt t="3852" x="5857875" y="4378325"/>
          <p14:tracePt t="3870" x="5851525" y="4384675"/>
          <p14:tracePt t="3880" x="5845175" y="4384675"/>
          <p14:tracePt t="3894" x="5845175" y="4391025"/>
          <p14:tracePt t="3898" x="5840413" y="4391025"/>
          <p14:tracePt t="3912" x="5840413" y="4395788"/>
          <p14:tracePt t="3914" x="5834063" y="4395788"/>
          <p14:tracePt t="3920" x="5834063" y="4402138"/>
          <p14:tracePt t="3927" x="5829300" y="4402138"/>
          <p14:tracePt t="3937" x="5822950" y="4406900"/>
          <p14:tracePt t="3947" x="5818188" y="4413250"/>
          <p14:tracePt t="3957" x="5811838" y="4413250"/>
          <p14:tracePt t="3967" x="5807075" y="4424363"/>
          <p14:tracePt t="3977" x="5800725" y="4424363"/>
          <p14:tracePt t="3987" x="5795963" y="4429125"/>
          <p14:tracePt t="3997" x="5789613" y="4429125"/>
          <p14:tracePt t="4008" x="5789613" y="4435475"/>
          <p14:tracePt t="4017" x="5783263" y="4435475"/>
          <p14:tracePt t="4028" x="5778500" y="4435475"/>
          <p14:tracePt t="4037" x="5772150" y="4440238"/>
          <p14:tracePt t="4050" x="5767388" y="4440238"/>
          <p14:tracePt t="4062" x="5761038" y="4446588"/>
          <p14:tracePt t="4074" x="5761038" y="4451350"/>
          <p14:tracePt t="4077" x="5756275" y="4451350"/>
          <p14:tracePt t="4087" x="5749925" y="4451350"/>
          <p14:tracePt t="4097" x="5745163" y="4457700"/>
          <p14:tracePt t="4107" x="5738813" y="4457700"/>
          <p14:tracePt t="4117" x="5727700" y="4464050"/>
          <p14:tracePt t="4127" x="5722938" y="4468813"/>
          <p14:tracePt t="4137" x="5710238" y="4475163"/>
          <p14:tracePt t="4147" x="5705475" y="4475163"/>
          <p14:tracePt t="4157" x="5699125" y="4479925"/>
          <p14:tracePt t="4167" x="5694363" y="4479925"/>
          <p14:tracePt t="4177" x="5683250" y="4486275"/>
          <p14:tracePt t="4196" x="5676900" y="4486275"/>
          <p14:tracePt t="4212" x="5676900" y="4491038"/>
          <p14:tracePt t="4220" x="5672138" y="4491038"/>
          <p14:tracePt t="4250" x="5672138" y="4497388"/>
          <p14:tracePt t="4258" x="5665788" y="4497388"/>
          <p14:tracePt t="4268" x="5661025" y="4497388"/>
          <p14:tracePt t="4288" x="5654675" y="4497388"/>
          <p14:tracePt t="4296" x="5649913" y="4497388"/>
          <p14:tracePt t="4306" x="5643563" y="4497388"/>
          <p14:tracePt t="4310" x="5637213" y="4497388"/>
          <p14:tracePt t="4320" x="5632450" y="4497388"/>
          <p14:tracePt t="4330" x="5626100" y="4497388"/>
          <p14:tracePt t="4340" x="5621338" y="4497388"/>
          <p14:tracePt t="4347" x="5621338" y="4502150"/>
          <p14:tracePt t="4357" x="5610225" y="4502150"/>
          <p14:tracePt t="4367" x="5603875" y="4502150"/>
          <p14:tracePt t="4377" x="5599113" y="4502150"/>
          <p14:tracePt t="4387" x="5592763" y="4502150"/>
          <p14:tracePt t="4397" x="5588000" y="4502150"/>
          <p14:tracePt t="4407" x="5581650" y="4502150"/>
          <p14:tracePt t="4424" x="5575300" y="4502150"/>
          <p14:tracePt t="4452" x="5570538" y="4502150"/>
          <p14:tracePt t="4458" x="5564188" y="4502150"/>
          <p14:tracePt t="4472" x="5559425" y="4502150"/>
          <p14:tracePt t="4484" x="5553075" y="4502150"/>
          <p14:tracePt t="4496" x="5548313" y="4502150"/>
          <p14:tracePt t="4502" x="5541963" y="4502150"/>
          <p14:tracePt t="4512" x="5537200" y="4502150"/>
          <p14:tracePt t="4520" x="5530850" y="4508500"/>
          <p14:tracePt t="4527" x="5519738" y="4508500"/>
          <p14:tracePt t="4537" x="5508625" y="4508500"/>
          <p14:tracePt t="4547" x="5491163" y="4508500"/>
          <p14:tracePt t="4557" x="5457825" y="4508500"/>
          <p14:tracePt t="4567" x="5435600" y="4508500"/>
          <p14:tracePt t="4577" x="5418138" y="4508500"/>
          <p14:tracePt t="4587" x="5407025" y="4508500"/>
          <p14:tracePt t="4597" x="5395913" y="4508500"/>
          <p14:tracePt t="4607" x="5384800" y="4508500"/>
          <p14:tracePt t="4617" x="5380038" y="4508500"/>
          <p14:tracePt t="4627" x="5373688" y="4508500"/>
          <p14:tracePt t="4637" x="5367338" y="4508500"/>
          <p14:tracePt t="4647" x="5362575" y="4508500"/>
          <p14:tracePt t="4657" x="5356225" y="4502150"/>
          <p14:tracePt t="4667" x="5351463" y="4502150"/>
          <p14:tracePt t="4677" x="5351463" y="4491038"/>
          <p14:tracePt t="4687" x="5340350" y="4491038"/>
          <p14:tracePt t="4697" x="5334000" y="4479925"/>
          <p14:tracePt t="4707" x="5329238" y="4475163"/>
          <p14:tracePt t="4717" x="5318125" y="4468813"/>
          <p14:tracePt t="4727" x="5307013" y="4451350"/>
          <p14:tracePt t="4737" x="5294313" y="4440238"/>
          <p14:tracePt t="4747" x="5289550" y="4429125"/>
          <p14:tracePt t="4757" x="5283200" y="4418013"/>
          <p14:tracePt t="4767" x="5283200" y="4413250"/>
          <p14:tracePt t="4782" x="5278438" y="4413250"/>
          <p14:tracePt t="4787" x="5278438" y="4406900"/>
          <p14:tracePt t="4797" x="5272088" y="4406900"/>
          <p14:tracePt t="4807" x="5272088" y="4402138"/>
          <p14:tracePt t="4858" x="5267325" y="4402138"/>
          <p14:tracePt t="4876" x="5267325" y="4395788"/>
          <p14:tracePt t="4964" x="5272088" y="4395788"/>
          <p14:tracePt t="4972" x="5278438" y="4395788"/>
          <p14:tracePt t="4986" x="5283200" y="4395788"/>
          <p14:tracePt t="5002" x="5289550" y="4395788"/>
          <p14:tracePt t="5018" x="5294313" y="4395788"/>
          <p14:tracePt t="5024" x="5300663" y="4395788"/>
          <p14:tracePt t="5036" x="5307013" y="4395788"/>
          <p14:tracePt t="5046" x="5311775" y="4395788"/>
          <p14:tracePt t="5054" x="5318125" y="4395788"/>
          <p14:tracePt t="5060" x="5322888" y="4395788"/>
          <p14:tracePt t="5067" x="5329238" y="4395788"/>
          <p14:tracePt t="5077" x="5334000" y="4395788"/>
          <p14:tracePt t="5087" x="5351463" y="4395788"/>
          <p14:tracePt t="5097" x="5356225" y="4395788"/>
          <p14:tracePt t="5107" x="5367338" y="4395788"/>
          <p14:tracePt t="5117" x="5373688" y="4395788"/>
          <p14:tracePt t="5127" x="5380038" y="4395788"/>
          <p14:tracePt t="5137" x="5384800" y="4395788"/>
          <p14:tracePt t="5147" x="5395913" y="4395788"/>
          <p14:tracePt t="5157" x="5402263" y="4395788"/>
          <p14:tracePt t="5167" x="5407025" y="4395788"/>
          <p14:tracePt t="5177" x="5413375" y="4395788"/>
          <p14:tracePt t="5187" x="5418138" y="4395788"/>
          <p14:tracePt t="5197" x="5424488" y="4395788"/>
          <p14:tracePt t="5207" x="5429250" y="4395788"/>
          <p14:tracePt t="5238" x="5435600" y="4395788"/>
          <p14:tracePt t="5252" x="5440363" y="4395788"/>
          <p14:tracePt t="5280" x="5446713" y="4395788"/>
          <p14:tracePt t="5316" x="5446713" y="4391025"/>
          <p14:tracePt t="5322" x="5453063" y="4391025"/>
          <p14:tracePt t="5338" x="5457825" y="4384675"/>
          <p14:tracePt t="5342" x="5464175" y="4378325"/>
          <p14:tracePt t="5347" x="5468938" y="4378325"/>
          <p14:tracePt t="5357" x="5475288" y="4373563"/>
          <p14:tracePt t="5367" x="5486400" y="4367213"/>
          <p14:tracePt t="5377" x="5491163" y="4367213"/>
          <p14:tracePt t="5387" x="5497513" y="4362450"/>
          <p14:tracePt t="5398" x="5502275" y="4356100"/>
          <p14:tracePt t="5408" x="5508625" y="4356100"/>
          <p14:tracePt t="5418" x="5508625" y="4351338"/>
          <p14:tracePt t="5427" x="5514975" y="4351338"/>
          <p14:tracePt t="5437" x="5526088" y="4344988"/>
          <p14:tracePt t="5447" x="5541963" y="4333875"/>
          <p14:tracePt t="5457" x="5559425" y="4322763"/>
          <p14:tracePt t="5467" x="5570538" y="4311650"/>
          <p14:tracePt t="5477" x="5592763" y="4300538"/>
          <p14:tracePt t="5487" x="5610225" y="4289425"/>
          <p14:tracePt t="5497" x="5626100" y="4283075"/>
          <p14:tracePt t="5507" x="5637213" y="4278313"/>
          <p14:tracePt t="5517" x="5649913" y="4271963"/>
          <p14:tracePt t="5527" x="5654675" y="4267200"/>
          <p14:tracePt t="5537" x="5661025" y="4260850"/>
          <p14:tracePt t="5547" x="5665788" y="4260850"/>
          <p14:tracePt t="5557" x="5672138" y="4256088"/>
          <p14:tracePt t="5572" x="5676900" y="4249738"/>
          <p14:tracePt t="5582" x="5683250" y="4243388"/>
          <p14:tracePt t="5588" x="5688013" y="4243388"/>
          <p14:tracePt t="5597" x="5688013" y="4238625"/>
          <p14:tracePt t="5607" x="5694363" y="4232275"/>
          <p14:tracePt t="5617" x="5699125" y="4232275"/>
          <p14:tracePt t="5628" x="5705475" y="4227513"/>
          <p14:tracePt t="5637" x="5705475" y="4221163"/>
          <p14:tracePt t="5647" x="5710238" y="4221163"/>
          <p14:tracePt t="5657" x="5716588" y="4216400"/>
          <p14:tracePt t="5667" x="5722938" y="4210050"/>
          <p14:tracePt t="5677" x="5738813" y="4205288"/>
          <p14:tracePt t="5687" x="5749925" y="4194175"/>
          <p14:tracePt t="5697" x="5761038" y="4187825"/>
          <p14:tracePt t="5707" x="5767388" y="4181475"/>
          <p14:tracePt t="5717" x="5772150" y="4176713"/>
          <p14:tracePt t="5727" x="5783263" y="4170363"/>
          <p14:tracePt t="5737" x="5789613" y="4159250"/>
          <p14:tracePt t="5747" x="5795963" y="4148138"/>
          <p14:tracePt t="5757" x="5811838" y="4137025"/>
          <p14:tracePt t="5767" x="5822950" y="4125913"/>
          <p14:tracePt t="5777" x="5834063" y="4114800"/>
          <p14:tracePt t="5787" x="5840413" y="4097338"/>
          <p14:tracePt t="5797" x="5851525" y="4081463"/>
          <p14:tracePt t="5807" x="5857875" y="4070350"/>
          <p14:tracePt t="5817" x="5868988" y="4052888"/>
          <p14:tracePt t="5827" x="5880100" y="4035425"/>
          <p14:tracePt t="5837" x="5884863" y="4019550"/>
          <p14:tracePt t="5847" x="5891213" y="4008438"/>
          <p14:tracePt t="5857" x="5902325" y="3990975"/>
          <p14:tracePt t="5867" x="5907088" y="3973513"/>
          <p14:tracePt t="5877" x="5907088" y="3962400"/>
          <p14:tracePt t="5887" x="5913438" y="3946525"/>
          <p14:tracePt t="5897" x="5924550" y="3935413"/>
          <p14:tracePt t="5907" x="5924550" y="3924300"/>
          <p14:tracePt t="5917" x="5930900" y="3913188"/>
          <p14:tracePt t="5927" x="5935663" y="3900488"/>
          <p14:tracePt t="5937" x="5942013" y="3889375"/>
          <p14:tracePt t="5947" x="5946775" y="3878263"/>
          <p14:tracePt t="5960" x="5946775" y="3873500"/>
          <p14:tracePt t="5967" x="5953125" y="3873500"/>
          <p14:tracePt t="5977" x="5953125" y="3867150"/>
          <p14:tracePt t="5992" x="5953125" y="3862388"/>
          <p14:tracePt t="5997" x="5957888" y="3862388"/>
          <p14:tracePt t="6008" x="5957888" y="3856038"/>
          <p14:tracePt t="6017" x="5957888" y="3851275"/>
          <p14:tracePt t="6027" x="5964238" y="3844925"/>
          <p14:tracePt t="6038" x="5969000" y="3844925"/>
          <p14:tracePt t="6047" x="5969000" y="3838575"/>
          <p14:tracePt t="6088" x="5969000" y="3833813"/>
          <p14:tracePt t="6262" x="5969000" y="3838575"/>
          <p14:tracePt t="6268" x="5975350" y="3838575"/>
          <p14:tracePt t="6270" x="5975350" y="3844925"/>
          <p14:tracePt t="6277" x="5975350" y="3851275"/>
          <p14:tracePt t="6287" x="5975350" y="3862388"/>
          <p14:tracePt t="6297" x="5980113" y="3884613"/>
          <p14:tracePt t="6307" x="5986463" y="3917950"/>
          <p14:tracePt t="6317" x="5997575" y="3951288"/>
          <p14:tracePt t="6327" x="6003925" y="3986213"/>
          <p14:tracePt t="6337" x="6003925" y="4013200"/>
          <p14:tracePt t="6347" x="6008688" y="4030663"/>
          <p14:tracePt t="6357" x="6008688" y="4052888"/>
          <p14:tracePt t="6367" x="6015038" y="4075113"/>
          <p14:tracePt t="6377" x="6015038" y="4086225"/>
          <p14:tracePt t="6387" x="6015038" y="4103688"/>
          <p14:tracePt t="6397" x="6015038" y="4121150"/>
          <p14:tracePt t="6407" x="6015038" y="4125913"/>
          <p14:tracePt t="6417" x="6015038" y="4143375"/>
          <p14:tracePt t="6427" x="6015038" y="4148138"/>
          <p14:tracePt t="6437" x="6015038" y="4159250"/>
          <p14:tracePt t="6447" x="6015038" y="4165600"/>
          <p14:tracePt t="6457" x="6015038" y="4170363"/>
          <p14:tracePt t="6474" x="6015038" y="4176713"/>
          <p14:tracePt t="6490" x="6008688" y="4176713"/>
          <p14:tracePt t="6512" x="6008688" y="4181475"/>
          <p14:tracePt t="6518" x="6003925" y="4181475"/>
          <p14:tracePt t="6520" x="6003925" y="4187825"/>
          <p14:tracePt t="6532" x="6003925" y="4194175"/>
          <p14:tracePt t="6537" x="5997575" y="4194175"/>
          <p14:tracePt t="6547" x="5991225" y="4198938"/>
          <p14:tracePt t="6557" x="5986463" y="4205288"/>
          <p14:tracePt t="6567" x="5980113" y="4210050"/>
          <p14:tracePt t="6577" x="5975350" y="4216400"/>
          <p14:tracePt t="6587" x="5969000" y="4221163"/>
          <p14:tracePt t="6597" x="5964238" y="4221163"/>
          <p14:tracePt t="6607" x="5957888" y="4227513"/>
          <p14:tracePt t="6617" x="5942013" y="4243388"/>
          <p14:tracePt t="6627" x="5930900" y="4249738"/>
          <p14:tracePt t="6637" x="5913438" y="4267200"/>
          <p14:tracePt t="6647" x="5895975" y="4271963"/>
          <p14:tracePt t="6657" x="5880100" y="4289425"/>
          <p14:tracePt t="6667" x="5862638" y="4294188"/>
          <p14:tracePt t="6677" x="5851525" y="4305300"/>
          <p14:tracePt t="6687" x="5840413" y="4311650"/>
          <p14:tracePt t="6697" x="5829300" y="4316413"/>
          <p14:tracePt t="6707" x="5822950" y="4322763"/>
          <p14:tracePt t="6717" x="5811838" y="4329113"/>
          <p14:tracePt t="6727" x="5795963" y="4340225"/>
          <p14:tracePt t="6737" x="5778500" y="4351338"/>
          <p14:tracePt t="6747" x="5756275" y="4367213"/>
          <p14:tracePt t="6757" x="5734050" y="4378325"/>
          <p14:tracePt t="6767" x="5716588" y="4384675"/>
          <p14:tracePt t="6777" x="5699125" y="4395788"/>
          <p14:tracePt t="6787" x="5688013" y="4402138"/>
          <p14:tracePt t="6797" x="5676900" y="4406900"/>
          <p14:tracePt t="6807" x="5665788" y="4413250"/>
          <p14:tracePt t="6817" x="5654675" y="4413250"/>
          <p14:tracePt t="6827" x="5643563" y="4418013"/>
          <p14:tracePt t="6837" x="5632450" y="4418013"/>
          <p14:tracePt t="6847" x="5614988" y="4424363"/>
          <p14:tracePt t="6857" x="5599113" y="4424363"/>
          <p14:tracePt t="6867" x="5588000" y="4429125"/>
          <p14:tracePt t="6877" x="5570538" y="4429125"/>
          <p14:tracePt t="6887" x="5548313" y="4429125"/>
          <p14:tracePt t="6897" x="5514975" y="4418013"/>
          <p14:tracePt t="6907" x="5486400" y="4413250"/>
          <p14:tracePt t="6917" x="5464175" y="4402138"/>
          <p14:tracePt t="6927" x="5446713" y="4395788"/>
          <p14:tracePt t="6937" x="5440363" y="4391025"/>
          <p14:tracePt t="6947" x="5435600" y="4391025"/>
          <p14:tracePt t="6957" x="5429250" y="4391025"/>
          <p14:tracePt t="6967" x="5424488" y="4384675"/>
          <p14:tracePt t="6977" x="5418138" y="4384675"/>
          <p14:tracePt t="6987" x="5418138" y="4378325"/>
          <p14:tracePt t="6997" x="5413375" y="4367213"/>
          <p14:tracePt t="7008" x="5402263" y="4362450"/>
          <p14:tracePt t="7017" x="5402263" y="4356100"/>
          <p14:tracePt t="7027" x="5395913" y="4356100"/>
          <p14:tracePt t="7037" x="5395913" y="4351338"/>
          <p14:tracePt t="7047" x="5395913" y="4344988"/>
          <p14:tracePt t="7057" x="5391150" y="4340225"/>
          <p14:tracePt t="7067" x="5380038" y="4329113"/>
          <p14:tracePt t="7077" x="5373688" y="4316413"/>
          <p14:tracePt t="7087" x="5367338" y="4311650"/>
          <p14:tracePt t="7097" x="5356225" y="4294188"/>
          <p14:tracePt t="7107" x="5351463" y="4283075"/>
          <p14:tracePt t="7117" x="5345113" y="4271963"/>
          <p14:tracePt t="7127" x="5340350" y="4271963"/>
          <p14:tracePt t="7137" x="5334000" y="4267200"/>
          <p14:tracePt t="7147" x="5334000" y="4260850"/>
          <p14:tracePt t="7158" x="5334000" y="4256088"/>
          <p14:tracePt t="7212" x="5329238" y="4256088"/>
          <p14:tracePt t="7358" x="5329238" y="4260850"/>
          <p14:tracePt t="7368" x="5329238" y="4267200"/>
          <p14:tracePt t="7374" x="5329238" y="4271963"/>
          <p14:tracePt t="7377" x="5334000" y="4271963"/>
          <p14:tracePt t="7387" x="5340350" y="4300538"/>
          <p14:tracePt t="7397" x="5345113" y="4316413"/>
          <p14:tracePt t="7407" x="5356225" y="4340225"/>
          <p14:tracePt t="7417" x="5362575" y="4356100"/>
          <p14:tracePt t="7427" x="5373688" y="4373563"/>
          <p14:tracePt t="7437" x="5384800" y="4378325"/>
          <p14:tracePt t="7447" x="5384800" y="4384675"/>
          <p14:tracePt t="7470" x="5384800" y="4391025"/>
          <p14:tracePt t="7478" x="5391150" y="4391025"/>
          <p14:tracePt t="7492" x="5395913" y="4391025"/>
          <p14:tracePt t="7498" x="5402263" y="4391025"/>
          <p14:tracePt t="7506" x="5407025" y="4391025"/>
          <p14:tracePt t="7516" x="5413375" y="4391025"/>
          <p14:tracePt t="7524" x="5418138" y="4391025"/>
          <p14:tracePt t="7530" x="5424488" y="4391025"/>
          <p14:tracePt t="7542" x="5429250" y="4391025"/>
          <p14:tracePt t="7554" x="5435600" y="4391025"/>
          <p14:tracePt t="7560" x="5440363" y="4391025"/>
          <p14:tracePt t="7567" x="5453063" y="4391025"/>
          <p14:tracePt t="7577" x="5475288" y="4391025"/>
          <p14:tracePt t="7587" x="5497513" y="4391025"/>
          <p14:tracePt t="7597" x="5519738" y="4384675"/>
          <p14:tracePt t="7607" x="5541963" y="4378325"/>
          <p14:tracePt t="7617" x="5559425" y="4378325"/>
          <p14:tracePt t="7627" x="5581650" y="4373563"/>
          <p14:tracePt t="7637" x="5592763" y="4373563"/>
          <p14:tracePt t="7647" x="5610225" y="4373563"/>
          <p14:tracePt t="7657" x="5621338" y="4373563"/>
          <p14:tracePt t="7670" x="5626100" y="4373563"/>
          <p14:tracePt t="7682" x="5632450" y="4373563"/>
          <p14:tracePt t="7708" x="5637213" y="4373563"/>
          <p14:tracePt t="7714" x="5643563" y="4373563"/>
          <p14:tracePt t="7720" x="5649913" y="4373563"/>
          <p14:tracePt t="7727" x="5661025" y="4378325"/>
          <p14:tracePt t="7737" x="5676900" y="4384675"/>
          <p14:tracePt t="7747" x="5699125" y="4391025"/>
          <p14:tracePt t="7757" x="5716588" y="4391025"/>
          <p14:tracePt t="7767" x="5734050" y="4395788"/>
          <p14:tracePt t="7777" x="5749925" y="4395788"/>
          <p14:tracePt t="7787" x="5761038" y="4395788"/>
          <p14:tracePt t="7797" x="5767388" y="4395788"/>
          <p14:tracePt t="7807" x="5772150" y="4395788"/>
          <p14:tracePt t="7817" x="5778500" y="4395788"/>
          <p14:tracePt t="7827" x="5783263" y="4391025"/>
          <p14:tracePt t="7837" x="5789613" y="4391025"/>
          <p14:tracePt t="7847" x="5795963" y="4378325"/>
          <p14:tracePt t="7857" x="5807075" y="4356100"/>
          <p14:tracePt t="7867" x="5840413" y="4329113"/>
          <p14:tracePt t="7877" x="5868988" y="4294188"/>
          <p14:tracePt t="7887" x="5907088" y="4256088"/>
          <p14:tracePt t="7897" x="5946775" y="4216400"/>
          <p14:tracePt t="7907" x="5975350" y="4181475"/>
          <p14:tracePt t="7917" x="5997575" y="4159250"/>
          <p14:tracePt t="7927" x="6015038" y="4132263"/>
          <p14:tracePt t="7937" x="6026150" y="4114800"/>
          <p14:tracePt t="7947" x="6037263" y="4097338"/>
          <p14:tracePt t="7957" x="6037263" y="4086225"/>
          <p14:tracePt t="7967" x="6042025" y="4081463"/>
          <p14:tracePt t="7977" x="6042025" y="4070350"/>
          <p14:tracePt t="7987" x="6042025" y="4064000"/>
          <p14:tracePt t="7997" x="6048375" y="4052888"/>
          <p14:tracePt t="8007" x="6048375" y="4041775"/>
          <p14:tracePt t="8017" x="6048375" y="4035425"/>
          <p14:tracePt t="8018" x="6048375" y="4030663"/>
          <p14:tracePt t="8027" x="6048375" y="4019550"/>
          <p14:tracePt t="8037" x="6048375" y="4013200"/>
          <p14:tracePt t="8047" x="6048375" y="3997325"/>
          <p14:tracePt t="8057" x="6048375" y="3990975"/>
          <p14:tracePt t="8067" x="6048375" y="3973513"/>
          <p14:tracePt t="8077" x="6048375" y="3962400"/>
          <p14:tracePt t="8087" x="6048375" y="3946525"/>
          <p14:tracePt t="8097" x="6048375" y="3929063"/>
          <p14:tracePt t="8107" x="6048375" y="3913188"/>
          <p14:tracePt t="8117" x="6042025" y="3900488"/>
          <p14:tracePt t="8127" x="6037263" y="3884613"/>
          <p14:tracePt t="8137" x="6030913" y="3862388"/>
          <p14:tracePt t="8147" x="6026150" y="3851275"/>
          <p14:tracePt t="8157" x="6019800" y="3827463"/>
          <p14:tracePt t="8167" x="6003925" y="3805238"/>
          <p14:tracePt t="8177" x="5991225" y="3783013"/>
          <p14:tracePt t="8187" x="5969000" y="3754438"/>
          <p14:tracePt t="8197" x="5942013" y="3721100"/>
          <p14:tracePt t="8207" x="5913438" y="3698875"/>
          <p14:tracePt t="8217" x="5895975" y="3676650"/>
          <p14:tracePt t="8227" x="5873750" y="3648075"/>
          <p14:tracePt t="8237" x="5851525" y="3630613"/>
          <p14:tracePt t="8247" x="5840413" y="3614738"/>
          <p14:tracePt t="8257" x="5822950" y="3597275"/>
          <p14:tracePt t="8267" x="5807075" y="3581400"/>
          <p14:tracePt t="8277" x="5789613" y="3563938"/>
          <p14:tracePt t="8287" x="5778500" y="3552825"/>
          <p14:tracePt t="8298" x="5772150" y="3546475"/>
          <p14:tracePt t="8298" x="5767388" y="3546475"/>
          <p14:tracePt t="8307" x="5761038" y="3541713"/>
          <p14:tracePt t="8317" x="5756275" y="3530600"/>
          <p14:tracePt t="8327" x="5749925" y="3530600"/>
          <p14:tracePt t="8337" x="5745163" y="3524250"/>
          <p14:tracePt t="8347" x="5738813" y="3524250"/>
          <p14:tracePt t="8364" x="5738813" y="3519488"/>
          <p14:tracePt t="8367" x="5734050" y="3519488"/>
          <p14:tracePt t="8382" x="5727700" y="3519488"/>
          <p14:tracePt t="8390" x="5722938" y="3519488"/>
          <p14:tracePt t="8397" x="5722938" y="3513138"/>
          <p14:tracePt t="8407" x="5716588" y="3513138"/>
          <p14:tracePt t="8417" x="5716588" y="3508375"/>
          <p14:tracePt t="8430" x="5710238" y="3508375"/>
          <p14:tracePt t="8512" x="5710238" y="3513138"/>
          <p14:tracePt t="8522" x="5716588" y="3519488"/>
          <p14:tracePt t="8526" x="5716588" y="3524250"/>
          <p14:tracePt t="8530" x="5722938" y="3530600"/>
          <p14:tracePt t="8537" x="5727700" y="3541713"/>
          <p14:tracePt t="8547" x="5738813" y="3557588"/>
          <p14:tracePt t="8557" x="5749925" y="3575050"/>
          <p14:tracePt t="8567" x="5756275" y="3597275"/>
          <p14:tracePt t="8577" x="5761038" y="3603625"/>
          <p14:tracePt t="8587" x="5767388" y="3619500"/>
          <p14:tracePt t="8597" x="5772150" y="3630613"/>
          <p14:tracePt t="8607" x="5772150" y="3643313"/>
          <p14:tracePt t="8617" x="5778500" y="3654425"/>
          <p14:tracePt t="8627" x="5789613" y="3676650"/>
          <p14:tracePt t="8637" x="5800725" y="3709988"/>
          <p14:tracePt t="8647" x="5807075" y="3738563"/>
          <p14:tracePt t="8657" x="5818188" y="3771900"/>
          <p14:tracePt t="8667" x="5829300" y="3805238"/>
          <p14:tracePt t="8677" x="5840413" y="3844925"/>
          <p14:tracePt t="8687" x="5845175" y="3873500"/>
          <p14:tracePt t="8697" x="5857875" y="3900488"/>
          <p14:tracePt t="8707" x="5862638" y="3929063"/>
          <p14:tracePt t="8717" x="5868988" y="3951288"/>
          <p14:tracePt t="8727" x="5880100" y="3973513"/>
          <p14:tracePt t="8737" x="5880100" y="3990975"/>
          <p14:tracePt t="8747" x="5884863" y="4008438"/>
          <p14:tracePt t="8757" x="5884863" y="4019550"/>
          <p14:tracePt t="8767" x="5884863" y="4035425"/>
          <p14:tracePt t="8777" x="5891213" y="4059238"/>
          <p14:tracePt t="8787" x="5891213" y="4075113"/>
          <p14:tracePt t="8797" x="5891213" y="4097338"/>
          <p14:tracePt t="8807" x="5891213" y="4114800"/>
          <p14:tracePt t="8817" x="5891213" y="4125913"/>
          <p14:tracePt t="8827" x="5891213" y="4137025"/>
          <p14:tracePt t="8838" x="5891213" y="4143375"/>
          <p14:tracePt t="8858" x="5891213" y="4148138"/>
          <p14:tracePt t="8870" x="5891213" y="4154488"/>
          <p14:tracePt t="8886" x="5884863" y="4154488"/>
          <p14:tracePt t="8892" x="5884863" y="4159250"/>
          <p14:tracePt t="8902" x="5880100" y="4159250"/>
          <p14:tracePt t="8908" x="5873750" y="4165600"/>
          <p14:tracePt t="8917" x="5868988" y="4170363"/>
          <p14:tracePt t="8927" x="5857875" y="4176713"/>
          <p14:tracePt t="8937" x="5845175" y="4187825"/>
          <p14:tracePt t="8947" x="5834063" y="4198938"/>
          <p14:tracePt t="8957" x="5818188" y="4205288"/>
          <p14:tracePt t="8967" x="5800725" y="4221163"/>
          <p14:tracePt t="8977" x="5783263" y="4227513"/>
          <p14:tracePt t="8987" x="5767388" y="4243388"/>
          <p14:tracePt t="8997" x="5749925" y="4249738"/>
          <p14:tracePt t="9007" x="5734050" y="4267200"/>
          <p14:tracePt t="9017" x="5722938" y="4278313"/>
          <p14:tracePt t="9027" x="5705475" y="4289425"/>
          <p14:tracePt t="9037" x="5688013" y="4300538"/>
          <p14:tracePt t="9047" x="5676900" y="4311650"/>
          <p14:tracePt t="9057" x="5661025" y="4322763"/>
          <p14:tracePt t="9067" x="5643563" y="4333875"/>
          <p14:tracePt t="9077" x="5632450" y="4340225"/>
          <p14:tracePt t="9087" x="5621338" y="4344988"/>
          <p14:tracePt t="9097" x="5610225" y="4351338"/>
          <p14:tracePt t="9107" x="5592763" y="4351338"/>
          <p14:tracePt t="9117" x="5575300" y="4356100"/>
          <p14:tracePt t="9127" x="5564188" y="4356100"/>
          <p14:tracePt t="9137" x="5548313" y="4356100"/>
          <p14:tracePt t="9147" x="5537200" y="4351338"/>
          <p14:tracePt t="9157" x="5519738" y="4344988"/>
          <p14:tracePt t="9167" x="5502275" y="4344988"/>
          <p14:tracePt t="9177" x="5491163" y="4340225"/>
          <p14:tracePt t="9187" x="5475288" y="4333875"/>
          <p14:tracePt t="9197" x="5457825" y="4329113"/>
          <p14:tracePt t="9207" x="5440363" y="4322763"/>
          <p14:tracePt t="9217" x="5413375" y="4311650"/>
          <p14:tracePt t="9227" x="5380038" y="4300538"/>
          <p14:tracePt t="9237" x="5345113" y="4283075"/>
          <p14:tracePt t="9247" x="5318125" y="4271963"/>
          <p14:tracePt t="9257" x="5300663" y="4260850"/>
          <p14:tracePt t="9267" x="5283200" y="4249738"/>
          <p14:tracePt t="9277" x="5278438" y="4249738"/>
          <p14:tracePt t="9287" x="5272088" y="4243388"/>
          <p14:tracePt t="9297" x="5267325" y="4238625"/>
          <p14:tracePt t="9316" x="5260975" y="4238625"/>
          <p14:tracePt t="9384" x="5260975" y="4232275"/>
          <p14:tracePt t="9486" x="5267325" y="4232275"/>
          <p14:tracePt t="9490" x="5267325" y="4238625"/>
          <p14:tracePt t="9497" x="5272088" y="4243388"/>
          <p14:tracePt t="9507" x="5289550" y="4249738"/>
          <p14:tracePt t="9517" x="5300663" y="4256088"/>
          <p14:tracePt t="9527" x="5311775" y="4267200"/>
          <p14:tracePt t="9537" x="5318125" y="4271963"/>
          <p14:tracePt t="9547" x="5322888" y="4278313"/>
          <p14:tracePt t="9557" x="5340350" y="4283075"/>
          <p14:tracePt t="9567" x="5351463" y="4289425"/>
          <p14:tracePt t="9577" x="5362575" y="4289425"/>
          <p14:tracePt t="9588" x="5367338" y="4289425"/>
          <p14:tracePt t="9612" x="5373688" y="4289425"/>
          <p14:tracePt t="9622" x="5380038" y="4289425"/>
          <p14:tracePt t="9630" x="5384800" y="4289425"/>
          <p14:tracePt t="9636" x="5391150" y="4289425"/>
          <p14:tracePt t="9640" x="5395913" y="4289425"/>
          <p14:tracePt t="9647" x="5407025" y="4283075"/>
          <p14:tracePt t="9657" x="5435600" y="4278313"/>
          <p14:tracePt t="9667" x="5464175" y="4267200"/>
          <p14:tracePt t="9677" x="5491163" y="4260850"/>
          <p14:tracePt t="9687" x="5514975" y="4256088"/>
          <p14:tracePt t="9697" x="5541963" y="4249738"/>
          <p14:tracePt t="9707" x="5575300" y="4243388"/>
          <p14:tracePt t="9717" x="5610225" y="4238625"/>
          <p14:tracePt t="9727" x="5637213" y="4232275"/>
          <p14:tracePt t="9737" x="5665788" y="4232275"/>
          <p14:tracePt t="9747" x="5705475" y="4227513"/>
          <p14:tracePt t="9757" x="5749925" y="4221163"/>
          <p14:tracePt t="9767" x="5789613" y="4216400"/>
          <p14:tracePt t="9777" x="5822950" y="4210050"/>
          <p14:tracePt t="9787" x="5840413" y="4210050"/>
          <p14:tracePt t="9797" x="5851525" y="4205288"/>
          <p14:tracePt t="9807" x="5857875" y="4198938"/>
          <p14:tracePt t="9817" x="5868988" y="4198938"/>
          <p14:tracePt t="9827" x="5895975" y="4187825"/>
          <p14:tracePt t="9837" x="5953125" y="4176713"/>
          <p14:tracePt t="9847" x="6008688" y="4165600"/>
          <p14:tracePt t="9857" x="6065838" y="4154488"/>
          <p14:tracePt t="9867" x="6115050" y="4143375"/>
          <p14:tracePt t="9877" x="6149975" y="4132263"/>
          <p14:tracePt t="9887" x="6165850" y="4125913"/>
          <p14:tracePt t="9897" x="6172200" y="4121150"/>
          <p14:tracePt t="9908" x="6172200" y="4114800"/>
          <p14:tracePt t="9924" x="6176963" y="4114800"/>
          <p14:tracePt t="9927" x="6176963" y="4108450"/>
          <p14:tracePt t="9946" x="6176963" y="4103688"/>
          <p14:tracePt t="9958" x="6183313" y="4097338"/>
          <p14:tracePt t="9964" x="6183313" y="4092575"/>
          <p14:tracePt t="9967" x="6183313" y="4086225"/>
          <p14:tracePt t="9977" x="6188075" y="4075113"/>
          <p14:tracePt t="9987" x="6188075" y="4059238"/>
          <p14:tracePt t="9997" x="6194425" y="4048125"/>
          <p14:tracePt t="10007" x="6194425" y="4030663"/>
          <p14:tracePt t="10017" x="6194425" y="4013200"/>
          <p14:tracePt t="10027" x="6194425" y="4002088"/>
          <p14:tracePt t="10037" x="6194425" y="3990975"/>
          <p14:tracePt t="10047" x="6194425" y="3968750"/>
          <p14:tracePt t="10057" x="6194425" y="3951288"/>
          <p14:tracePt t="10067" x="6194425" y="3929063"/>
          <p14:tracePt t="10077" x="6194425" y="3913188"/>
          <p14:tracePt t="10087" x="6194425" y="3895725"/>
          <p14:tracePt t="10097" x="6194425" y="3884613"/>
          <p14:tracePt t="10107" x="6194425" y="3873500"/>
          <p14:tracePt t="10117" x="6194425" y="3862388"/>
          <p14:tracePt t="10127" x="6194425" y="3851275"/>
          <p14:tracePt t="10137" x="6194425" y="3844925"/>
          <p14:tracePt t="10147" x="6194425" y="3838575"/>
          <p14:tracePt t="10157" x="6194425" y="3833813"/>
          <p14:tracePt t="10167" x="6194425" y="3827463"/>
          <p14:tracePt t="10177" x="6188075" y="3816350"/>
          <p14:tracePt t="10316" x="6188075" y="3822700"/>
          <p14:tracePt t="10320" x="6188075" y="3827463"/>
          <p14:tracePt t="10327" x="6188075" y="3844925"/>
          <p14:tracePt t="10337" x="6188075" y="3878263"/>
          <p14:tracePt t="10347" x="6188075" y="3917950"/>
          <p14:tracePt t="10357" x="6188075" y="3946525"/>
          <p14:tracePt t="10367" x="6188075" y="3968750"/>
          <p14:tracePt t="10377" x="6188075" y="3990975"/>
          <p14:tracePt t="10387" x="6188075" y="4008438"/>
          <p14:tracePt t="10397" x="6194425" y="4030663"/>
          <p14:tracePt t="10407" x="6194425" y="4059238"/>
          <p14:tracePt t="10417" x="6200775" y="4086225"/>
          <p14:tracePt t="10427" x="6200775" y="4121150"/>
          <p14:tracePt t="10437" x="6200775" y="4148138"/>
          <p14:tracePt t="10447" x="6200775" y="4170363"/>
          <p14:tracePt t="10457" x="6200775" y="4198938"/>
          <p14:tracePt t="10467" x="6200775" y="4221163"/>
          <p14:tracePt t="10477" x="6200775" y="4238625"/>
          <p14:tracePt t="10487" x="6200775" y="4243388"/>
          <p14:tracePt t="10497" x="6200775" y="4249738"/>
          <p14:tracePt t="10514" x="6200775" y="4256088"/>
          <p14:tracePt t="10536" x="6200775" y="4260850"/>
          <p14:tracePt t="10542" x="6194425" y="4260850"/>
          <p14:tracePt t="10558" x="6188075" y="4260850"/>
          <p14:tracePt t="10562" x="6188075" y="4267200"/>
          <p14:tracePt t="10567" x="6183313" y="4267200"/>
          <p14:tracePt t="10577" x="6165850" y="4271963"/>
          <p14:tracePt t="10587" x="6143625" y="4271963"/>
          <p14:tracePt t="10597" x="6103938" y="4283075"/>
          <p14:tracePt t="10607" x="6053138" y="4289425"/>
          <p14:tracePt t="10617" x="6015038" y="4294188"/>
          <p14:tracePt t="10627" x="5975350" y="4300538"/>
          <p14:tracePt t="10637" x="5930900" y="4305300"/>
          <p14:tracePt t="10647" x="5902325" y="4311650"/>
          <p14:tracePt t="10657" x="5868988" y="4316413"/>
          <p14:tracePt t="10667" x="5845175" y="4322763"/>
          <p14:tracePt t="10677" x="5822950" y="4329113"/>
          <p14:tracePt t="10687" x="5811838" y="4329113"/>
          <p14:tracePt t="10697" x="5807075" y="4329113"/>
          <p14:tracePt t="10707" x="5800725" y="4333875"/>
          <p14:tracePt t="10732" x="5795963" y="4333875"/>
          <p14:tracePt t="10824" x="5789613" y="4333875"/>
          <p14:tracePt t="10860" x="5783263" y="4333875"/>
          <p14:tracePt t="10862" x="5783263" y="4329113"/>
          <p14:tracePt t="10878" x="5783263" y="4322763"/>
          <p14:tracePt t="10880" x="5778500" y="4322763"/>
          <p14:tracePt t="10892" x="5778500" y="4316413"/>
          <p14:tracePt t="10898" x="5772150" y="4316413"/>
          <p14:tracePt t="10907" x="5772150" y="4311650"/>
          <p14:tracePt t="10938" x="5772150" y="4305300"/>
          <p14:tracePt t="37496" x="5772150" y="4300538"/>
          <p14:tracePt t="37510" x="5772150" y="4294188"/>
          <p14:tracePt t="37520" x="5772150" y="4289425"/>
          <p14:tracePt t="37536" x="5772150" y="4283075"/>
          <p14:tracePt t="37572" x="5772150" y="4278313"/>
          <p14:tracePt t="37578" x="5772150" y="4271963"/>
          <p14:tracePt t="37582" x="5778500" y="4267200"/>
          <p14:tracePt t="37587" x="5778500" y="4260850"/>
          <p14:tracePt t="37597" x="5795963" y="4238625"/>
          <p14:tracePt t="37607" x="5811838" y="4221163"/>
          <p14:tracePt t="37617" x="5822950" y="4198938"/>
          <p14:tracePt t="37627" x="5829300" y="4187825"/>
          <p14:tracePt t="37637" x="5840413" y="4170363"/>
          <p14:tracePt t="37647" x="5845175" y="4154488"/>
          <p14:tracePt t="37657" x="5851525" y="4132263"/>
          <p14:tracePt t="37667" x="5862638" y="4114800"/>
          <p14:tracePt t="37677" x="5873750" y="4092575"/>
          <p14:tracePt t="37687" x="5891213" y="4070350"/>
          <p14:tracePt t="37697" x="5907088" y="4059238"/>
          <p14:tracePt t="37707" x="5913438" y="4052888"/>
          <p14:tracePt t="37717" x="5918200" y="4048125"/>
          <p14:tracePt t="37727" x="5924550" y="4035425"/>
          <p14:tracePt t="37737" x="5935663" y="4030663"/>
          <p14:tracePt t="37747" x="5957888" y="4019550"/>
          <p14:tracePt t="37757" x="5986463" y="4008438"/>
          <p14:tracePt t="37767" x="6003925" y="3997325"/>
          <p14:tracePt t="37777" x="6019800" y="3990975"/>
          <p14:tracePt t="37787" x="6026150" y="3979863"/>
          <p14:tracePt t="37818" x="6030913" y="3979863"/>
          <p14:tracePt t="37830" x="6030913" y="3973513"/>
          <p14:tracePt t="38186" x="6030913" y="3979863"/>
          <p14:tracePt t="38192" x="6030913" y="3986213"/>
          <p14:tracePt t="38198" x="6030913" y="3990975"/>
          <p14:tracePt t="38207" x="6030913" y="4002088"/>
          <p14:tracePt t="38217" x="6030913" y="4019550"/>
          <p14:tracePt t="38227" x="6030913" y="4035425"/>
          <p14:tracePt t="38237" x="6030913" y="4064000"/>
          <p14:tracePt t="38247" x="6026150" y="4103688"/>
          <p14:tracePt t="38257" x="6026150" y="4132263"/>
          <p14:tracePt t="38267" x="6019800" y="4154488"/>
          <p14:tracePt t="38277" x="6015038" y="4181475"/>
          <p14:tracePt t="38287" x="6008688" y="4210050"/>
          <p14:tracePt t="38297" x="6003925" y="4238625"/>
          <p14:tracePt t="38307" x="5991225" y="4260850"/>
          <p14:tracePt t="38317" x="5986463" y="4283075"/>
          <p14:tracePt t="38327" x="5975350" y="4305300"/>
          <p14:tracePt t="38337" x="5964238" y="4322763"/>
          <p14:tracePt t="38347" x="5953125" y="4340225"/>
          <p14:tracePt t="38357" x="5946775" y="4351338"/>
          <p14:tracePt t="38367" x="5942013" y="4356100"/>
          <p14:tracePt t="38377" x="5935663" y="4362450"/>
          <p14:tracePt t="38387" x="5930900" y="4367213"/>
          <p14:tracePt t="38397" x="5918200" y="4378325"/>
          <p14:tracePt t="38407" x="5907088" y="4384675"/>
          <p14:tracePt t="38417" x="5895975" y="4384675"/>
          <p14:tracePt t="38427" x="5884863" y="4395788"/>
          <p14:tracePt t="38437" x="5868988" y="4402138"/>
          <p14:tracePt t="38447" x="5845175" y="4413250"/>
          <p14:tracePt t="38457" x="5811838" y="4429125"/>
          <p14:tracePt t="38467" x="5778500" y="4440238"/>
          <p14:tracePt t="38477" x="5738813" y="4451350"/>
          <p14:tracePt t="38487" x="5694363" y="4464050"/>
          <p14:tracePt t="38497" x="5649913" y="4464050"/>
          <p14:tracePt t="38507" x="5614988" y="4468813"/>
          <p14:tracePt t="38517" x="5599113" y="4468813"/>
          <p14:tracePt t="38527" x="5592763" y="4468813"/>
          <p14:tracePt t="38537" x="5588000" y="4468813"/>
          <p14:tracePt t="38547" x="5581650" y="4468813"/>
          <p14:tracePt t="38557" x="5575300" y="4468813"/>
          <p14:tracePt t="38574" x="5570538" y="4468813"/>
          <p14:tracePt t="38582" x="5570538" y="4464050"/>
          <p14:tracePt t="38587" x="5564188" y="4464050"/>
          <p14:tracePt t="38597" x="5559425" y="4457700"/>
          <p14:tracePt t="38607" x="5548313" y="4451350"/>
          <p14:tracePt t="38617" x="5537200" y="4440238"/>
          <p14:tracePt t="38627" x="5526088" y="4429125"/>
          <p14:tracePt t="38637" x="5514975" y="4418013"/>
          <p14:tracePt t="38647" x="5502275" y="4406900"/>
          <p14:tracePt t="38657" x="5497513" y="4402138"/>
          <p14:tracePt t="38667" x="5491163" y="4395788"/>
          <p14:tracePt t="38677" x="5486400" y="4395788"/>
          <p14:tracePt t="38687" x="5480050" y="4395788"/>
          <p14:tracePt t="38697" x="5480050" y="4391025"/>
          <p14:tracePt t="38718" x="5475288" y="4391025"/>
          <p14:tracePt t="38750" x="5475288" y="4384675"/>
          <p14:tracePt t="38752" x="5468938" y="4384675"/>
          <p14:tracePt t="38804" x="5464175" y="4384675"/>
          <p14:tracePt t="38824" x="5457825" y="4378325"/>
          <p14:tracePt t="38830" x="5457825" y="4373563"/>
          <p14:tracePt t="38832" x="5453063" y="4373563"/>
          <p14:tracePt t="38837" x="5453063" y="4367213"/>
          <p14:tracePt t="38847" x="5440363" y="4362450"/>
          <p14:tracePt t="38857" x="5429250" y="4356100"/>
          <p14:tracePt t="38867" x="5424488" y="4344988"/>
          <p14:tracePt t="38877" x="5418138" y="4340225"/>
          <p14:tracePt t="38887" x="5413375" y="4333875"/>
          <p14:tracePt t="38898" x="5413375" y="4329113"/>
          <p14:tracePt t="38907" x="5407025" y="4322763"/>
          <p14:tracePt t="38948" x="5402263" y="4322763"/>
          <p14:tracePt t="39046" x="5402263" y="4329113"/>
          <p14:tracePt t="39058" x="5407025" y="4329113"/>
          <p14:tracePt t="39062" x="5407025" y="4333875"/>
          <p14:tracePt t="39067" x="5413375" y="4333875"/>
          <p14:tracePt t="39077" x="5429250" y="4333875"/>
          <p14:tracePt t="39087" x="5446713" y="4340225"/>
          <p14:tracePt t="39097" x="5475288" y="4340225"/>
          <p14:tracePt t="39107" x="5497513" y="4340225"/>
          <p14:tracePt t="39117" x="5514975" y="4340225"/>
          <p14:tracePt t="39127" x="5537200" y="4340225"/>
          <p14:tracePt t="39137" x="5548313" y="4333875"/>
          <p14:tracePt t="39147" x="5559425" y="4333875"/>
          <p14:tracePt t="39157" x="5564188" y="4329113"/>
          <p14:tracePt t="39167" x="5570538" y="4322763"/>
          <p14:tracePt t="39177" x="5575300" y="4322763"/>
          <p14:tracePt t="39187" x="5581650" y="4316413"/>
          <p14:tracePt t="39197" x="5588000" y="4316413"/>
          <p14:tracePt t="39208" x="5592763" y="4316413"/>
          <p14:tracePt t="39217" x="5592763" y="4311650"/>
          <p14:tracePt t="39227" x="5603875" y="4305300"/>
          <p14:tracePt t="39237" x="5610225" y="4300538"/>
          <p14:tracePt t="39247" x="5614988" y="4294188"/>
          <p14:tracePt t="39257" x="5626100" y="4294188"/>
          <p14:tracePt t="39267" x="5632450" y="4289425"/>
          <p14:tracePt t="39277" x="5637213" y="4289425"/>
          <p14:tracePt t="39292" x="5637213" y="4283075"/>
          <p14:tracePt t="39320" x="5643563" y="4283075"/>
          <p14:tracePt t="39710" x="5649913" y="4283075"/>
          <p14:tracePt t="39716" x="5649913" y="4289425"/>
          <p14:tracePt t="39720" x="5649913" y="4300538"/>
          <p14:tracePt t="39727" x="5661025" y="4322763"/>
          <p14:tracePt t="39737" x="5676900" y="4362450"/>
          <p14:tracePt t="39747" x="5716588" y="4440238"/>
          <p14:tracePt t="39757" x="5749925" y="4508500"/>
          <p14:tracePt t="39767" x="5778500" y="4575175"/>
          <p14:tracePt t="39777" x="5822950" y="4659313"/>
          <p14:tracePt t="39787" x="5880100" y="4767263"/>
          <p14:tracePt t="39797" x="5946775" y="4891088"/>
          <p14:tracePt t="39807" x="6015038" y="5030788"/>
          <p14:tracePt t="39817" x="6092825" y="5183188"/>
          <p14:tracePt t="39827" x="6165850" y="5357813"/>
          <p14:tracePt t="39837" x="6227763" y="5526088"/>
          <p14:tracePt t="39847" x="6284913" y="5688013"/>
          <p14:tracePt t="39857" x="6318250" y="5835650"/>
          <p14:tracePt t="39867" x="6340475" y="5975350"/>
          <p14:tracePt t="39877" x="6357938" y="6110288"/>
          <p14:tracePt t="39887" x="6362700" y="6251575"/>
          <p14:tracePt t="39897" x="6362700" y="6402388"/>
          <p14:tracePt t="39907" x="6362700" y="6581775"/>
          <p14:tracePt t="39917" x="6357938" y="6773863"/>
          <p14:tracePt t="40844" x="1933575" y="6807200"/>
          <p14:tracePt t="40847" x="1838325" y="6773863"/>
          <p14:tracePt t="40857" x="1320800" y="6565900"/>
          <p14:tracePt t="40867" x="719138" y="6296025"/>
          <p14:tracePt t="40877" x="44450" y="5970588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E0D47-65E0-29F7-225B-8884B36F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53996-092D-07B8-CCF5-0952958A4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BA955-A1C4-7CD0-9768-DD6C0834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146" name="Picture 2" descr="Picture of the brain; arrows point to the medulla">
            <a:extLst>
              <a:ext uri="{FF2B5EF4-FFF2-40B4-BE49-F238E27FC236}">
                <a16:creationId xmlns:a16="http://schemas.microsoft.com/office/drawing/2014/main" id="{3479A8A0-9F80-A2F2-FE9F-8A27F5AD2C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316" y="1825625"/>
            <a:ext cx="5952343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1D9A29-682C-1BBE-520B-AB32AF9A624F}"/>
              </a:ext>
            </a:extLst>
          </p:cNvPr>
          <p:cNvSpPr/>
          <p:nvPr/>
        </p:nvSpPr>
        <p:spPr>
          <a:xfrm>
            <a:off x="3321811" y="1587443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15B1A7-FE91-E51A-FA24-B47791AC8022}"/>
              </a:ext>
            </a:extLst>
          </p:cNvPr>
          <p:cNvSpPr/>
          <p:nvPr/>
        </p:nvSpPr>
        <p:spPr>
          <a:xfrm>
            <a:off x="7319553" y="2355622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B90B33-1A79-E3E6-92F5-CBD13569BABF}"/>
              </a:ext>
            </a:extLst>
          </p:cNvPr>
          <p:cNvSpPr/>
          <p:nvPr/>
        </p:nvSpPr>
        <p:spPr>
          <a:xfrm rot="1315802">
            <a:off x="7761260" y="3766361"/>
            <a:ext cx="147559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4D62EC-E9CB-F69C-C35C-575C2FE87F09}"/>
              </a:ext>
            </a:extLst>
          </p:cNvPr>
          <p:cNvSpPr/>
          <p:nvPr/>
        </p:nvSpPr>
        <p:spPr>
          <a:xfrm>
            <a:off x="4292816" y="5339576"/>
            <a:ext cx="84473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6986A8-8C4C-4901-2029-70164789C650}"/>
              </a:ext>
            </a:extLst>
          </p:cNvPr>
          <p:cNvSpPr/>
          <p:nvPr/>
        </p:nvSpPr>
        <p:spPr>
          <a:xfrm>
            <a:off x="4476206" y="4966458"/>
            <a:ext cx="66134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1756B0-F143-0F89-3074-6863FBE25F30}"/>
              </a:ext>
            </a:extLst>
          </p:cNvPr>
          <p:cNvSpPr/>
          <p:nvPr/>
        </p:nvSpPr>
        <p:spPr>
          <a:xfrm>
            <a:off x="7054455" y="5349943"/>
            <a:ext cx="139337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11C39B-AE0D-314F-C207-9D495FA9BEF6}"/>
              </a:ext>
            </a:extLst>
          </p:cNvPr>
          <p:cNvSpPr/>
          <p:nvPr/>
        </p:nvSpPr>
        <p:spPr>
          <a:xfrm>
            <a:off x="2279950" y="4449646"/>
            <a:ext cx="1743410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FB6566-3542-3B1E-8ED3-CBD0C5832E60}"/>
              </a:ext>
            </a:extLst>
          </p:cNvPr>
          <p:cNvSpPr txBox="1"/>
          <p:nvPr/>
        </p:nvSpPr>
        <p:spPr>
          <a:xfrm>
            <a:off x="8712924" y="905691"/>
            <a:ext cx="2790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</a:t>
            </a:r>
            <a:r>
              <a:rPr lang="en-US" dirty="0"/>
              <a:t>: Regulates essential life functions (breathing, blood pressure, etc.)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3F0D33-8FA8-F4BE-63EA-701C529DF9A0}"/>
              </a:ext>
            </a:extLst>
          </p:cNvPr>
          <p:cNvSpPr/>
          <p:nvPr/>
        </p:nvSpPr>
        <p:spPr>
          <a:xfrm>
            <a:off x="7123103" y="2210278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AA5064-4724-3860-A614-2F2DF90E4097}"/>
              </a:ext>
            </a:extLst>
          </p:cNvPr>
          <p:cNvSpPr/>
          <p:nvPr/>
        </p:nvSpPr>
        <p:spPr>
          <a:xfrm>
            <a:off x="2936629" y="4863055"/>
            <a:ext cx="1548286" cy="706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B62C79F-C279-9119-7F9D-6EACC074D766}"/>
              </a:ext>
            </a:extLst>
          </p:cNvPr>
          <p:cNvCxnSpPr>
            <a:cxnSpLocks/>
          </p:cNvCxnSpPr>
          <p:nvPr/>
        </p:nvCxnSpPr>
        <p:spPr>
          <a:xfrm>
            <a:off x="5958118" y="5709902"/>
            <a:ext cx="625323" cy="15685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5CC8D7A-1CD1-63F4-C7D3-06BC70437377}"/>
              </a:ext>
            </a:extLst>
          </p:cNvPr>
          <p:cNvSpPr txBox="1"/>
          <p:nvPr/>
        </p:nvSpPr>
        <p:spPr>
          <a:xfrm>
            <a:off x="6583441" y="5712782"/>
            <a:ext cx="122132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Medulla</a:t>
            </a:r>
          </a:p>
        </p:txBody>
      </p:sp>
    </p:spTree>
    <p:extLst>
      <p:ext uri="{BB962C8B-B14F-4D97-AF65-F5344CB8AC3E}">
        <p14:creationId xmlns:p14="http://schemas.microsoft.com/office/powerpoint/2010/main" val="174661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424"/>
    </mc:Choice>
    <mc:Fallback xmlns="">
      <p:transition spd="slow" advTm="29424"/>
    </mc:Fallback>
  </mc:AlternateContent>
  <p:extLst>
    <p:ext uri="{3A86A75C-4F4B-4683-9AE1-C65F6400EC91}">
      <p14:laserTraceLst xmlns:p14="http://schemas.microsoft.com/office/powerpoint/2010/main">
        <p14:tracePtLst>
          <p14:tracePt t="236" x="6070600" y="6015038"/>
          <p14:tracePt t="240" x="6070600" y="6008688"/>
          <p14:tracePt t="257" x="6059488" y="5930900"/>
          <p14:tracePt t="267" x="6042025" y="5835650"/>
          <p14:tracePt t="268" x="6037263" y="5811838"/>
          <p14:tracePt t="277" x="6019800" y="5727700"/>
          <p14:tracePt t="287" x="5997575" y="5614988"/>
          <p14:tracePt t="297" x="5975350" y="5486400"/>
          <p14:tracePt t="307" x="5953125" y="5380038"/>
          <p14:tracePt t="317" x="5930900" y="5295900"/>
          <p14:tracePt t="327" x="5913438" y="5233988"/>
          <p14:tracePt t="337" x="5895975" y="5187950"/>
          <p14:tracePt t="347" x="5880100" y="5149850"/>
          <p14:tracePt t="357" x="5868988" y="5126038"/>
          <p14:tracePt t="367" x="5862638" y="5121275"/>
          <p14:tracePt t="377" x="5862638" y="5114925"/>
          <p14:tracePt t="400" x="5862638" y="5110163"/>
          <p14:tracePt t="416" x="5857875" y="5110163"/>
          <p14:tracePt t="480" x="5857875" y="5114925"/>
          <p14:tracePt t="484" x="5857875" y="5121275"/>
          <p14:tracePt t="487" x="5857875" y="5126038"/>
          <p14:tracePt t="497" x="5845175" y="5160963"/>
          <p14:tracePt t="507" x="5840413" y="5216525"/>
          <p14:tracePt t="517" x="5840413" y="5278438"/>
          <p14:tracePt t="527" x="5840413" y="5384800"/>
          <p14:tracePt t="537" x="5840413" y="5475288"/>
          <p14:tracePt t="547" x="5845175" y="5570538"/>
          <p14:tracePt t="557" x="5857875" y="5672138"/>
          <p14:tracePt t="567" x="5862638" y="5749925"/>
          <p14:tracePt t="577" x="5862638" y="5811838"/>
          <p14:tracePt t="587" x="5862638" y="5851525"/>
          <p14:tracePt t="597" x="5868988" y="5873750"/>
          <p14:tracePt t="607" x="5873750" y="5895975"/>
          <p14:tracePt t="617" x="5880100" y="5913438"/>
          <p14:tracePt t="627" x="5884863" y="5924550"/>
          <p14:tracePt t="637" x="5884863" y="5930900"/>
          <p14:tracePt t="648" x="5884863" y="5935663"/>
          <p14:tracePt t="824" x="5891213" y="5942013"/>
          <p14:tracePt t="830" x="5895975" y="5942013"/>
          <p14:tracePt t="840" x="5902325" y="5942013"/>
          <p14:tracePt t="844" x="5902325" y="5946775"/>
          <p14:tracePt t="858" x="5907088" y="5946775"/>
          <p14:tracePt t="886" x="5907088" y="5942013"/>
          <p14:tracePt t="892" x="5907088" y="5935663"/>
          <p14:tracePt t="897" x="5907088" y="5924550"/>
          <p14:tracePt t="907" x="5895975" y="5884863"/>
          <p14:tracePt t="917" x="5868988" y="5800725"/>
          <p14:tracePt t="927" x="5822950" y="5672138"/>
          <p14:tracePt t="937" x="5745163" y="5486400"/>
          <p14:tracePt t="947" x="5649913" y="5289550"/>
          <p14:tracePt t="957" x="5537200" y="5092700"/>
          <p14:tracePt t="967" x="5418138" y="4918075"/>
          <p14:tracePt t="977" x="5307013" y="4778375"/>
          <p14:tracePt t="987" x="5238750" y="4683125"/>
          <p14:tracePt t="997" x="5187950" y="4632325"/>
          <p14:tracePt t="1007" x="5159375" y="4586288"/>
          <p14:tracePt t="1017" x="5143500" y="4570413"/>
          <p14:tracePt t="1027" x="5143500" y="4564063"/>
          <p14:tracePt t="1037" x="5137150" y="4559300"/>
          <p14:tracePt t="1118" x="5137150" y="4564063"/>
          <p14:tracePt t="1120" x="5137150" y="4570413"/>
          <p14:tracePt t="1127" x="5148263" y="4592638"/>
          <p14:tracePt t="1137" x="5165725" y="4637088"/>
          <p14:tracePt t="1147" x="5199063" y="4716463"/>
          <p14:tracePt t="1157" x="5232400" y="4800600"/>
          <p14:tracePt t="1167" x="5267325" y="4891088"/>
          <p14:tracePt t="1177" x="5300663" y="4991100"/>
          <p14:tracePt t="1187" x="5329238" y="5076825"/>
          <p14:tracePt t="1197" x="5351463" y="5143500"/>
          <p14:tracePt t="1207" x="5362575" y="5194300"/>
          <p14:tracePt t="1217" x="5373688" y="5238750"/>
          <p14:tracePt t="1227" x="5380038" y="5278438"/>
          <p14:tracePt t="1237" x="5391150" y="5322888"/>
          <p14:tracePt t="1247" x="5395913" y="5345113"/>
          <p14:tracePt t="1257" x="5395913" y="5373688"/>
          <p14:tracePt t="1267" x="5402263" y="5391150"/>
          <p14:tracePt t="1277" x="5402263" y="5395913"/>
          <p14:tracePt t="1287" x="5402263" y="5402263"/>
          <p14:tracePt t="1297" x="5402263" y="5407025"/>
          <p14:tracePt t="1352" x="5402263" y="5402263"/>
          <p14:tracePt t="1356" x="5402263" y="5395913"/>
          <p14:tracePt t="1358" x="5402263" y="5391150"/>
          <p14:tracePt t="1367" x="5402263" y="5357813"/>
          <p14:tracePt t="1377" x="5391150" y="5295900"/>
          <p14:tracePt t="1387" x="5373688" y="5187950"/>
          <p14:tracePt t="1397" x="5345113" y="5064125"/>
          <p14:tracePt t="1407" x="5311775" y="4941888"/>
          <p14:tracePt t="1417" x="5294313" y="4851400"/>
          <p14:tracePt t="1427" x="5289550" y="4783138"/>
          <p14:tracePt t="1437" x="5289550" y="4738688"/>
          <p14:tracePt t="1447" x="5289550" y="4710113"/>
          <p14:tracePt t="1457" x="5289550" y="4683125"/>
          <p14:tracePt t="1467" x="5300663" y="4665663"/>
          <p14:tracePt t="1477" x="5307013" y="4659313"/>
          <p14:tracePt t="1487" x="5311775" y="4654550"/>
          <p14:tracePt t="1497" x="5322888" y="4648200"/>
          <p14:tracePt t="1507" x="5334000" y="4643438"/>
          <p14:tracePt t="1517" x="5356225" y="4643438"/>
          <p14:tracePt t="1527" x="5384800" y="4643438"/>
          <p14:tracePt t="1537" x="5418138" y="4654550"/>
          <p14:tracePt t="1547" x="5464175" y="4672013"/>
          <p14:tracePt t="1557" x="5508625" y="4687888"/>
          <p14:tracePt t="1567" x="5581650" y="4727575"/>
          <p14:tracePt t="1577" x="5654675" y="4767263"/>
          <p14:tracePt t="1587" x="5727700" y="4818063"/>
          <p14:tracePt t="1597" x="5795963" y="4851400"/>
          <p14:tracePt t="1607" x="5845175" y="4879975"/>
          <p14:tracePt t="1617" x="5862638" y="4891088"/>
          <p14:tracePt t="1627" x="5868988" y="4891088"/>
          <p14:tracePt t="1637" x="5868988" y="4895850"/>
          <p14:tracePt t="1647" x="5873750" y="4895850"/>
          <p14:tracePt t="1662" x="5880100" y="4902200"/>
          <p14:tracePt t="1667" x="5880100" y="4906963"/>
          <p14:tracePt t="1677" x="5880100" y="4918075"/>
          <p14:tracePt t="1687" x="5884863" y="4941888"/>
          <p14:tracePt t="1697" x="5891213" y="4957763"/>
          <p14:tracePt t="1707" x="5891213" y="4975225"/>
          <p14:tracePt t="1717" x="5891213" y="4991100"/>
          <p14:tracePt t="1727" x="5891213" y="5002213"/>
          <p14:tracePt t="1737" x="5891213" y="5014913"/>
          <p14:tracePt t="1747" x="5891213" y="5019675"/>
          <p14:tracePt t="1757" x="5891213" y="5037138"/>
          <p14:tracePt t="1767" x="5891213" y="5059363"/>
          <p14:tracePt t="1777" x="5891213" y="5070475"/>
          <p14:tracePt t="1787" x="5891213" y="5087938"/>
          <p14:tracePt t="1797" x="5891213" y="5103813"/>
          <p14:tracePt t="1807" x="5891213" y="5110163"/>
          <p14:tracePt t="1817" x="5891213" y="5121275"/>
          <p14:tracePt t="1828" x="5891213" y="5126038"/>
          <p14:tracePt t="1837" x="5891213" y="5132388"/>
          <p14:tracePt t="1847" x="5895975" y="5149850"/>
          <p14:tracePt t="1857" x="5907088" y="5183188"/>
          <p14:tracePt t="1867" x="5918200" y="5222875"/>
          <p14:tracePt t="1877" x="5930900" y="5256213"/>
          <p14:tracePt t="1887" x="5946775" y="5295900"/>
          <p14:tracePt t="1897" x="5957888" y="5329238"/>
          <p14:tracePt t="1907" x="5964238" y="5362575"/>
          <p14:tracePt t="1917" x="5975350" y="5395913"/>
          <p14:tracePt t="1927" x="5980113" y="5435600"/>
          <p14:tracePt t="1937" x="5991225" y="5468938"/>
          <p14:tracePt t="1947" x="6003925" y="5508625"/>
          <p14:tracePt t="1957" x="6008688" y="5541963"/>
          <p14:tracePt t="1967" x="6019800" y="5581650"/>
          <p14:tracePt t="1977" x="6037263" y="5627688"/>
          <p14:tracePt t="1987" x="6048375" y="5672138"/>
          <p14:tracePt t="1997" x="6065838" y="5716588"/>
          <p14:tracePt t="2007" x="6070600" y="5745163"/>
          <p14:tracePt t="2017" x="6081713" y="5773738"/>
          <p14:tracePt t="2027" x="6081713" y="5789613"/>
          <p14:tracePt t="2037" x="6081713" y="5800725"/>
          <p14:tracePt t="2047" x="6088063" y="5811838"/>
          <p14:tracePt t="2057" x="6088063" y="5822950"/>
          <p14:tracePt t="2067" x="6092825" y="5840413"/>
          <p14:tracePt t="2077" x="6099175" y="5862638"/>
          <p14:tracePt t="2087" x="6103938" y="5884863"/>
          <p14:tracePt t="2097" x="6103938" y="5913438"/>
          <p14:tracePt t="2107" x="6110288" y="5935663"/>
          <p14:tracePt t="2117" x="6110288" y="5946775"/>
          <p14:tracePt t="2132" x="6110288" y="5953125"/>
          <p14:tracePt t="2166" x="6110288" y="5957888"/>
          <p14:tracePt t="2186" x="6110288" y="5964238"/>
          <p14:tracePt t="2194" x="6110288" y="5970588"/>
          <p14:tracePt t="2618" x="6103938" y="5970588"/>
          <p14:tracePt t="2638" x="6099175" y="5970588"/>
          <p14:tracePt t="2644" x="6092825" y="5970588"/>
          <p14:tracePt t="2658" x="6088063" y="5970588"/>
          <p14:tracePt t="2672" x="6081713" y="5970588"/>
          <p14:tracePt t="2688" x="6076950" y="5970588"/>
          <p14:tracePt t="2694" x="6070600" y="5970588"/>
          <p14:tracePt t="2712" x="6065838" y="5970588"/>
          <p14:tracePt t="2764" x="6059488" y="5970588"/>
          <p14:tracePt t="2842" x="6059488" y="5975350"/>
          <p14:tracePt t="2866" x="6053138" y="5975350"/>
          <p14:tracePt t="2934" x="6048375" y="5975350"/>
          <p14:tracePt t="2938" x="6048375" y="5981700"/>
          <p14:tracePt t="2942" x="6042025" y="5981700"/>
          <p14:tracePt t="2956" x="6037263" y="5981700"/>
          <p14:tracePt t="2958" x="6037263" y="5986463"/>
          <p14:tracePt t="2976" x="6030913" y="5986463"/>
          <p14:tracePt t="3144" x="6026150" y="5986463"/>
          <p14:tracePt t="3150" x="6019800" y="5986463"/>
          <p14:tracePt t="3156" x="6015038" y="5981700"/>
          <p14:tracePt t="3162" x="6008688" y="5975350"/>
          <p14:tracePt t="3168" x="6003925" y="5970588"/>
          <p14:tracePt t="3177" x="5997575" y="5964238"/>
          <p14:tracePt t="3187" x="5986463" y="5953125"/>
          <p14:tracePt t="3197" x="5980113" y="5942013"/>
          <p14:tracePt t="3207" x="5975350" y="5935663"/>
          <p14:tracePt t="3217" x="5969000" y="5935663"/>
          <p14:tracePt t="3227" x="5969000" y="5930900"/>
          <p14:tracePt t="3237" x="5964238" y="5924550"/>
          <p14:tracePt t="3247" x="5964238" y="5919788"/>
          <p14:tracePt t="3257" x="5957888" y="5919788"/>
          <p14:tracePt t="3267" x="5953125" y="5913438"/>
          <p14:tracePt t="3278" x="5953125" y="5908675"/>
          <p14:tracePt t="3287" x="5946775" y="5908675"/>
          <p14:tracePt t="3297" x="5942013" y="5902325"/>
          <p14:tracePt t="3307" x="5942013" y="5895975"/>
          <p14:tracePt t="3317" x="5935663" y="5891213"/>
          <p14:tracePt t="3327" x="5924550" y="5880100"/>
          <p14:tracePt t="3337" x="5918200" y="5868988"/>
          <p14:tracePt t="3347" x="5907088" y="5851525"/>
          <p14:tracePt t="3357" x="5902325" y="5840413"/>
          <p14:tracePt t="3367" x="5895975" y="5822950"/>
          <p14:tracePt t="3377" x="5880100" y="5807075"/>
          <p14:tracePt t="3387" x="5862638" y="5778500"/>
          <p14:tracePt t="3397" x="5845175" y="5745163"/>
          <p14:tracePt t="3407" x="5829300" y="5716588"/>
          <p14:tracePt t="3417" x="5811838" y="5688013"/>
          <p14:tracePt t="3427" x="5795963" y="5665788"/>
          <p14:tracePt t="3437" x="5783263" y="5649913"/>
          <p14:tracePt t="3447" x="5772150" y="5638800"/>
          <p14:tracePt t="3457" x="5767388" y="5632450"/>
          <p14:tracePt t="3467" x="5761038" y="5627688"/>
          <p14:tracePt t="3482" x="5761038" y="5621338"/>
          <p14:tracePt t="3490" x="5756275" y="5621338"/>
          <p14:tracePt t="3502" x="5749925" y="5621338"/>
          <p14:tracePt t="3507" x="5749925" y="5614988"/>
          <p14:tracePt t="3517" x="5745163" y="5610225"/>
          <p14:tracePt t="3527" x="5738813" y="5599113"/>
          <p14:tracePt t="3537" x="5727700" y="5581650"/>
          <p14:tracePt t="3547" x="5722938" y="5570538"/>
          <p14:tracePt t="3557" x="5716588" y="5559425"/>
          <p14:tracePt t="3567" x="5710238" y="5553075"/>
          <p14:tracePt t="3577" x="5705475" y="5541963"/>
          <p14:tracePt t="3587" x="5694363" y="5519738"/>
          <p14:tracePt t="3597" x="5683250" y="5492750"/>
          <p14:tracePt t="3607" x="5672138" y="5468938"/>
          <p14:tracePt t="3617" x="5661025" y="5441950"/>
          <p14:tracePt t="3627" x="5649913" y="5413375"/>
          <p14:tracePt t="3637" x="5643563" y="5395913"/>
          <p14:tracePt t="3647" x="5637213" y="5384800"/>
          <p14:tracePt t="3657" x="5632450" y="5373688"/>
          <p14:tracePt t="3667" x="5632450" y="5362575"/>
          <p14:tracePt t="3677" x="5626100" y="5345113"/>
          <p14:tracePt t="3687" x="5621338" y="5334000"/>
          <p14:tracePt t="3697" x="5610225" y="5311775"/>
          <p14:tracePt t="3698" x="5610225" y="5307013"/>
          <p14:tracePt t="3707" x="5603875" y="5289550"/>
          <p14:tracePt t="3717" x="5592763" y="5267325"/>
          <p14:tracePt t="3727" x="5588000" y="5245100"/>
          <p14:tracePt t="3737" x="5581650" y="5227638"/>
          <p14:tracePt t="3747" x="5581650" y="5216525"/>
          <p14:tracePt t="3757" x="5575300" y="5205413"/>
          <p14:tracePt t="3767" x="5570538" y="5194300"/>
          <p14:tracePt t="3777" x="5564188" y="5176838"/>
          <p14:tracePt t="3787" x="5559425" y="5160963"/>
          <p14:tracePt t="3797" x="5553075" y="5143500"/>
          <p14:tracePt t="3807" x="5541963" y="5114925"/>
          <p14:tracePt t="3817" x="5537200" y="5087938"/>
          <p14:tracePt t="3827" x="5537200" y="5076825"/>
          <p14:tracePt t="3837" x="5537200" y="5059363"/>
          <p14:tracePt t="3847" x="5530850" y="5041900"/>
          <p14:tracePt t="3857" x="5526088" y="5030788"/>
          <p14:tracePt t="3858" x="5526088" y="5026025"/>
          <p14:tracePt t="3867" x="5526088" y="5014913"/>
          <p14:tracePt t="3877" x="5526088" y="5002213"/>
          <p14:tracePt t="3887" x="5526088" y="4991100"/>
          <p14:tracePt t="3897" x="5519738" y="4975225"/>
          <p14:tracePt t="3907" x="5514975" y="4953000"/>
          <p14:tracePt t="3917" x="5514975" y="4941888"/>
          <p14:tracePt t="3927" x="5514975" y="4924425"/>
          <p14:tracePt t="3937" x="5508625" y="4906963"/>
          <p14:tracePt t="3947" x="5508625" y="4895850"/>
          <p14:tracePt t="3957" x="5508625" y="4884738"/>
          <p14:tracePt t="3967" x="5508625" y="4873625"/>
          <p14:tracePt t="3977" x="5508625" y="4856163"/>
          <p14:tracePt t="3987" x="5508625" y="4845050"/>
          <p14:tracePt t="3997" x="5508625" y="4833938"/>
          <p14:tracePt t="4007" x="5508625" y="4829175"/>
          <p14:tracePt t="4017" x="5508625" y="4822825"/>
          <p14:tracePt t="4080" x="5508625" y="4818063"/>
          <p14:tracePt t="4094" x="5508625" y="4811713"/>
          <p14:tracePt t="4122" x="5508625" y="4806950"/>
          <p14:tracePt t="4152" x="5508625" y="4800600"/>
          <p14:tracePt t="4154" x="5514975" y="4800600"/>
          <p14:tracePt t="4158" x="5514975" y="4794250"/>
          <p14:tracePt t="4167" x="5530850" y="4783138"/>
          <p14:tracePt t="4177" x="5553075" y="4760913"/>
          <p14:tracePt t="4187" x="5588000" y="4733925"/>
          <p14:tracePt t="4197" x="5632450" y="4699000"/>
          <p14:tracePt t="4207" x="5676900" y="4665663"/>
          <p14:tracePt t="4217" x="5716588" y="4632325"/>
          <p14:tracePt t="4227" x="5749925" y="4610100"/>
          <p14:tracePt t="4237" x="5772150" y="4598988"/>
          <p14:tracePt t="4247" x="5789613" y="4592638"/>
          <p14:tracePt t="4257" x="5800725" y="4592638"/>
          <p14:tracePt t="4272" x="5807075" y="4592638"/>
          <p14:tracePt t="4296" x="5811838" y="4592638"/>
          <p14:tracePt t="4312" x="5818188" y="4592638"/>
          <p14:tracePt t="4316" x="5818188" y="4598988"/>
          <p14:tracePt t="4320" x="5818188" y="4603750"/>
          <p14:tracePt t="4327" x="5822950" y="4610100"/>
          <p14:tracePt t="4337" x="5829300" y="4625975"/>
          <p14:tracePt t="4347" x="5840413" y="4665663"/>
          <p14:tracePt t="4357" x="5840413" y="4699000"/>
          <p14:tracePt t="4367" x="5840413" y="4738688"/>
          <p14:tracePt t="4377" x="5840413" y="4783138"/>
          <p14:tracePt t="4387" x="5840413" y="4833938"/>
          <p14:tracePt t="4397" x="5840413" y="4884738"/>
          <p14:tracePt t="4407" x="5840413" y="4924425"/>
          <p14:tracePt t="4417" x="5840413" y="4953000"/>
          <p14:tracePt t="4427" x="5840413" y="4968875"/>
          <p14:tracePt t="4437" x="5834063" y="4986338"/>
          <p14:tracePt t="4447" x="5834063" y="4991100"/>
          <p14:tracePt t="4457" x="5834063" y="5008563"/>
          <p14:tracePt t="4467" x="5834063" y="5019675"/>
          <p14:tracePt t="4477" x="5834063" y="5030788"/>
          <p14:tracePt t="4487" x="5829300" y="5041900"/>
          <p14:tracePt t="4497" x="5829300" y="5053013"/>
          <p14:tracePt t="4507" x="5829300" y="5059363"/>
          <p14:tracePt t="4520" x="5829300" y="5064125"/>
          <p14:tracePt t="4560" x="5829300" y="5070475"/>
          <p14:tracePt t="4592" x="5829300" y="5076825"/>
          <p14:tracePt t="7889" x="5829300" y="5070475"/>
          <p14:tracePt t="7898" x="5829300" y="5064125"/>
          <p14:tracePt t="7900" x="5829300" y="5059363"/>
          <p14:tracePt t="7918" x="5800725" y="4997450"/>
          <p14:tracePt t="7927" x="5761038" y="4913313"/>
          <p14:tracePt t="7937" x="5727700" y="4856163"/>
          <p14:tracePt t="7947" x="5699125" y="4811713"/>
          <p14:tracePt t="7957" x="5676900" y="4772025"/>
          <p14:tracePt t="7958" x="5676900" y="4767263"/>
          <p14:tracePt t="7967" x="5661025" y="4733925"/>
          <p14:tracePt t="7977" x="5643563" y="4699000"/>
          <p14:tracePt t="7987" x="5632450" y="4676775"/>
          <p14:tracePt t="7997" x="5621338" y="4659313"/>
          <p14:tracePt t="8007" x="5621338" y="4648200"/>
          <p14:tracePt t="8017" x="5610225" y="4643438"/>
          <p14:tracePt t="8027" x="5603875" y="4625975"/>
          <p14:tracePt t="8037" x="5599113" y="4614863"/>
          <p14:tracePt t="8047" x="5588000" y="4610100"/>
          <p14:tracePt t="8057" x="5588000" y="4603750"/>
          <p14:tracePt t="8084" x="5588000" y="4598988"/>
          <p14:tracePt t="8130" x="5592763" y="4598988"/>
          <p14:tracePt t="8134" x="5599113" y="4598988"/>
          <p14:tracePt t="8138" x="5603875" y="4592638"/>
          <p14:tracePt t="8147" x="5621338" y="4592638"/>
          <p14:tracePt t="8157" x="5654675" y="4592638"/>
          <p14:tracePt t="8167" x="5699125" y="4592638"/>
          <p14:tracePt t="8177" x="5772150" y="4603750"/>
          <p14:tracePt t="8187" x="5862638" y="4632325"/>
          <p14:tracePt t="8197" x="5964238" y="4665663"/>
          <p14:tracePt t="8207" x="6081713" y="4694238"/>
          <p14:tracePt t="8217" x="6194425" y="4716463"/>
          <p14:tracePt t="8227" x="6311900" y="4721225"/>
          <p14:tracePt t="8237" x="6430963" y="4721225"/>
          <p14:tracePt t="8247" x="6554788" y="4716463"/>
          <p14:tracePt t="8257" x="6672263" y="4687888"/>
          <p14:tracePt t="8267" x="6756400" y="4659313"/>
          <p14:tracePt t="8277" x="6824663" y="4632325"/>
          <p14:tracePt t="8287" x="6869113" y="4610100"/>
          <p14:tracePt t="8297" x="6897688" y="4598988"/>
          <p14:tracePt t="8307" x="6913563" y="4592638"/>
          <p14:tracePt t="8317" x="6919913" y="4592638"/>
          <p14:tracePt t="8327" x="6924675" y="4592638"/>
          <p14:tracePt t="8370" x="6931025" y="4592638"/>
          <p14:tracePt t="8374" x="6931025" y="4598988"/>
          <p14:tracePt t="8377" x="6931025" y="4603750"/>
          <p14:tracePt t="8387" x="6935788" y="4614863"/>
          <p14:tracePt t="8397" x="6942138" y="4637088"/>
          <p14:tracePt t="8398" x="6942138" y="4643438"/>
          <p14:tracePt t="8407" x="6946900" y="4665663"/>
          <p14:tracePt t="8417" x="6946900" y="4710113"/>
          <p14:tracePt t="8427" x="6946900" y="4749800"/>
          <p14:tracePt t="8437" x="6946900" y="4794250"/>
          <p14:tracePt t="8447" x="6946900" y="4851400"/>
          <p14:tracePt t="8457" x="6946900" y="4913313"/>
          <p14:tracePt t="8467" x="6942138" y="4975225"/>
          <p14:tracePt t="8477" x="6935788" y="5037138"/>
          <p14:tracePt t="8478" x="6931025" y="5053013"/>
          <p14:tracePt t="8487" x="6919913" y="5110163"/>
          <p14:tracePt t="8497" x="6902450" y="5176838"/>
          <p14:tracePt t="8507" x="6884988" y="5238750"/>
          <p14:tracePt t="8517" x="6862763" y="5295900"/>
          <p14:tracePt t="8527" x="6840538" y="5351463"/>
          <p14:tracePt t="8528" x="6835775" y="5362575"/>
          <p14:tracePt t="8537" x="6811963" y="5413375"/>
          <p14:tracePt t="8547" x="6796088" y="5480050"/>
          <p14:tracePt t="8557" x="6767513" y="5537200"/>
          <p14:tracePt t="8567" x="6751638" y="5599113"/>
          <p14:tracePt t="8577" x="6723063" y="5649913"/>
          <p14:tracePt t="8587" x="6705600" y="5688013"/>
          <p14:tracePt t="8597" x="6689725" y="5722938"/>
          <p14:tracePt t="8598" x="6683375" y="5734050"/>
          <p14:tracePt t="8607" x="6665913" y="5767388"/>
          <p14:tracePt t="8617" x="6643688" y="5811838"/>
          <p14:tracePt t="8627" x="6621463" y="5857875"/>
          <p14:tracePt t="8637" x="6588125" y="5919788"/>
          <p14:tracePt t="8647" x="6554788" y="5981700"/>
          <p14:tracePt t="8657" x="6508750" y="6059488"/>
          <p14:tracePt t="8667" x="6464300" y="6121400"/>
          <p14:tracePt t="8677" x="6419850" y="6178550"/>
          <p14:tracePt t="8687" x="6380163" y="6227763"/>
          <p14:tracePt t="8697" x="6334125" y="6267450"/>
          <p14:tracePt t="8707" x="6289675" y="6300788"/>
          <p14:tracePt t="8717" x="6238875" y="6335713"/>
          <p14:tracePt t="8727" x="6188075" y="6357938"/>
          <p14:tracePt t="8737" x="6143625" y="6373813"/>
          <p14:tracePt t="8747" x="6099175" y="6386513"/>
          <p14:tracePt t="8757" x="6065838" y="6397625"/>
          <p14:tracePt t="8767" x="6026150" y="6397625"/>
          <p14:tracePt t="8777" x="5997575" y="6402388"/>
          <p14:tracePt t="8787" x="5957888" y="6402388"/>
          <p14:tracePt t="8797" x="5907088" y="6408738"/>
          <p14:tracePt t="8807" x="5822950" y="6408738"/>
          <p14:tracePt t="8817" x="5722938" y="6408738"/>
          <p14:tracePt t="8818" x="5699125" y="6408738"/>
          <p14:tracePt t="8827" x="5592763" y="6391275"/>
          <p14:tracePt t="8837" x="5453063" y="6357938"/>
          <p14:tracePt t="8847" x="5311775" y="6324600"/>
          <p14:tracePt t="8857" x="5194300" y="6289675"/>
          <p14:tracePt t="8867" x="5110163" y="6262688"/>
          <p14:tracePt t="8877" x="5059363" y="6238875"/>
          <p14:tracePt t="8887" x="5037138" y="6227763"/>
          <p14:tracePt t="8897" x="5019675" y="6216650"/>
          <p14:tracePt t="8907" x="5002213" y="6205538"/>
          <p14:tracePt t="8917" x="4991100" y="6178550"/>
          <p14:tracePt t="8927" x="4975225" y="6138863"/>
          <p14:tracePt t="8937" x="4951413" y="6065838"/>
          <p14:tracePt t="8947" x="4929188" y="5992813"/>
          <p14:tracePt t="8957" x="4913313" y="5924550"/>
          <p14:tracePt t="8967" x="4889500" y="5851525"/>
          <p14:tracePt t="8977" x="4878388" y="5778500"/>
          <p14:tracePt t="8987" x="4867275" y="5700713"/>
          <p14:tracePt t="8997" x="4862513" y="5614988"/>
          <p14:tracePt t="9007" x="4862513" y="5530850"/>
          <p14:tracePt t="9017" x="4884738" y="5441950"/>
          <p14:tracePt t="9027" x="4929188" y="5351463"/>
          <p14:tracePt t="9037" x="4986338" y="5256213"/>
          <p14:tracePt t="9047" x="5041900" y="5165725"/>
          <p14:tracePt t="9057" x="5110163" y="5092700"/>
          <p14:tracePt t="9067" x="5172075" y="5019675"/>
          <p14:tracePt t="9077" x="5221288" y="4968875"/>
          <p14:tracePt t="9087" x="5260975" y="4929188"/>
          <p14:tracePt t="9097" x="5267325" y="4913313"/>
          <p14:tracePt t="9107" x="5278438" y="4902200"/>
          <p14:tracePt t="9117" x="5278438" y="4895850"/>
          <p14:tracePt t="9132" x="5278438" y="4891088"/>
          <p14:tracePt t="9162" x="5278438" y="4884738"/>
          <p14:tracePt t="9396" x="5283200" y="4879975"/>
          <p14:tracePt t="9408" x="5283200" y="4873625"/>
          <p14:tracePt t="9412" x="5289550" y="4873625"/>
          <p14:tracePt t="9418" x="5294313" y="4867275"/>
          <p14:tracePt t="9427" x="5294313" y="4862513"/>
          <p14:tracePt t="9437" x="5307013" y="4856163"/>
          <p14:tracePt t="9447" x="5334000" y="4840288"/>
          <p14:tracePt t="9457" x="5380038" y="4818063"/>
          <p14:tracePt t="9467" x="5464175" y="4789488"/>
          <p14:tracePt t="9477" x="5553075" y="4767263"/>
          <p14:tracePt t="9487" x="5637213" y="4738688"/>
          <p14:tracePt t="9497" x="5716588" y="4716463"/>
          <p14:tracePt t="9507" x="5783263" y="4694238"/>
          <p14:tracePt t="9517" x="5829300" y="4683125"/>
          <p14:tracePt t="9527" x="5857875" y="4672013"/>
          <p14:tracePt t="9537" x="5862638" y="4672013"/>
          <p14:tracePt t="9547" x="5868988" y="4665663"/>
          <p14:tracePt t="9560" x="5873750" y="4665663"/>
          <p14:tracePt t="9646" x="5880100" y="4665663"/>
          <p14:tracePt t="9650" x="5880100" y="4672013"/>
          <p14:tracePt t="9657" x="5891213" y="4676775"/>
          <p14:tracePt t="9658" x="5895975" y="4676775"/>
          <p14:tracePt t="9667" x="5907088" y="4687888"/>
          <p14:tracePt t="9677" x="5935663" y="4716463"/>
          <p14:tracePt t="9687" x="5969000" y="4756150"/>
          <p14:tracePt t="9697" x="6026150" y="4822825"/>
          <p14:tracePt t="9707" x="6081713" y="4895850"/>
          <p14:tracePt t="9717" x="6143625" y="4991100"/>
          <p14:tracePt t="9727" x="6216650" y="5114925"/>
          <p14:tracePt t="9737" x="6284913" y="5245100"/>
          <p14:tracePt t="9747" x="6334125" y="5362575"/>
          <p14:tracePt t="9757" x="6384925" y="5475288"/>
          <p14:tracePt t="9767" x="6424613" y="5581650"/>
          <p14:tracePt t="9777" x="6457950" y="5665788"/>
          <p14:tracePt t="9787" x="6475413" y="5738813"/>
          <p14:tracePt t="9797" x="6481763" y="5795963"/>
          <p14:tracePt t="9807" x="6481763" y="5846763"/>
          <p14:tracePt t="9817" x="6475413" y="5891213"/>
          <p14:tracePt t="9827" x="6453188" y="5935663"/>
          <p14:tracePt t="9837" x="6424613" y="5986463"/>
          <p14:tracePt t="9847" x="6391275" y="6043613"/>
          <p14:tracePt t="9857" x="6346825" y="6116638"/>
          <p14:tracePt t="9867" x="6289675" y="6189663"/>
          <p14:tracePt t="9877" x="6223000" y="6245225"/>
          <p14:tracePt t="9887" x="6143625" y="6284913"/>
          <p14:tracePt t="9897" x="6065838" y="6300788"/>
          <p14:tracePt t="9907" x="5975350" y="6300788"/>
          <p14:tracePt t="9917" x="5880100" y="6289675"/>
          <p14:tracePt t="9927" x="5772150" y="6262688"/>
          <p14:tracePt t="9937" x="5672138" y="6227763"/>
          <p14:tracePt t="9947" x="5575300" y="6194425"/>
          <p14:tracePt t="9957" x="5475288" y="6138863"/>
          <p14:tracePt t="9967" x="5380038" y="6070600"/>
          <p14:tracePt t="9977" x="5278438" y="5975350"/>
          <p14:tracePt t="9987" x="5187950" y="5862638"/>
          <p14:tracePt t="9997" x="5126038" y="5738813"/>
          <p14:tracePt t="10007" x="5075238" y="5614988"/>
          <p14:tracePt t="10017" x="5048250" y="5497513"/>
          <p14:tracePt t="10027" x="5037138" y="5391150"/>
          <p14:tracePt t="10037" x="5037138" y="5307013"/>
          <p14:tracePt t="10047" x="5048250" y="5238750"/>
          <p14:tracePt t="10057" x="5070475" y="5172075"/>
          <p14:tracePt t="10067" x="5092700" y="5114925"/>
          <p14:tracePt t="10077" x="5126038" y="5070475"/>
          <p14:tracePt t="10087" x="5172075" y="5026025"/>
          <p14:tracePt t="10097" x="5221288" y="4986338"/>
          <p14:tracePt t="10107" x="5289550" y="4946650"/>
          <p14:tracePt t="10117" x="5356225" y="4913313"/>
          <p14:tracePt t="10127" x="5424488" y="4879975"/>
          <p14:tracePt t="10137" x="5486400" y="4840288"/>
          <p14:tracePt t="10147" x="5548313" y="4800600"/>
          <p14:tracePt t="10157" x="5621338" y="4767263"/>
          <p14:tracePt t="10167" x="5699125" y="4727575"/>
          <p14:tracePt t="10177" x="5789613" y="4687888"/>
          <p14:tracePt t="10187" x="5868988" y="4654550"/>
          <p14:tracePt t="10197" x="5942013" y="4621213"/>
          <p14:tracePt t="10207" x="6003925" y="4603750"/>
          <p14:tracePt t="10217" x="6037263" y="4586288"/>
          <p14:tracePt t="10227" x="6059488" y="4581525"/>
          <p14:tracePt t="10237" x="6070600" y="4581525"/>
          <p14:tracePt t="10247" x="6076950" y="4581525"/>
          <p14:tracePt t="10257" x="6081713" y="4581525"/>
          <p14:tracePt t="10268" x="6088063" y="4581525"/>
          <p14:tracePt t="10277" x="6099175" y="4586288"/>
          <p14:tracePt t="10287" x="6132513" y="4614863"/>
          <p14:tracePt t="10297" x="6172200" y="4643438"/>
          <p14:tracePt t="10307" x="6216650" y="4694238"/>
          <p14:tracePt t="10317" x="6267450" y="4745038"/>
          <p14:tracePt t="10327" x="6323013" y="4818063"/>
          <p14:tracePt t="10337" x="6357938" y="4879975"/>
          <p14:tracePt t="10347" x="6396038" y="4946650"/>
          <p14:tracePt t="10357" x="6430963" y="5014913"/>
          <p14:tracePt t="10367" x="6469063" y="5092700"/>
          <p14:tracePt t="10377" x="6503988" y="5165725"/>
          <p14:tracePt t="10387" x="6530975" y="5227638"/>
          <p14:tracePt t="10397" x="6542088" y="5272088"/>
          <p14:tracePt t="10407" x="6548438" y="5295900"/>
          <p14:tracePt t="10417" x="6554788" y="5311775"/>
          <p14:tracePt t="10427" x="6554788" y="5322888"/>
          <p14:tracePt t="10437" x="6559550" y="5329238"/>
          <p14:tracePt t="10447" x="6559550" y="5345113"/>
          <p14:tracePt t="10457" x="6559550" y="5357813"/>
          <p14:tracePt t="10467" x="6559550" y="5368925"/>
          <p14:tracePt t="10477" x="6559550" y="5380038"/>
          <p14:tracePt t="10487" x="6559550" y="5391150"/>
          <p14:tracePt t="10497" x="6559550" y="5402263"/>
          <p14:tracePt t="10507" x="6554788" y="5407025"/>
          <p14:tracePt t="10517" x="6542088" y="5419725"/>
          <p14:tracePt t="10527" x="6537325" y="5424488"/>
          <p14:tracePt t="10537" x="6526213" y="5430838"/>
          <p14:tracePt t="10547" x="6515100" y="5435600"/>
          <p14:tracePt t="10557" x="6503988" y="5441950"/>
          <p14:tracePt t="10567" x="6492875" y="5441950"/>
          <p14:tracePt t="10577" x="6475413" y="5446713"/>
          <p14:tracePt t="10587" x="6469063" y="5446713"/>
          <p14:tracePt t="10597" x="6464300" y="5446713"/>
          <p14:tracePt t="10607" x="6464300" y="5453063"/>
          <p14:tracePt t="10617" x="6457950" y="5453063"/>
          <p14:tracePt t="10646" x="6453188" y="5453063"/>
          <p14:tracePt t="10660" x="6453188" y="5457825"/>
          <p14:tracePt t="11278" x="6453188" y="5464175"/>
          <p14:tracePt t="11290" x="6453188" y="5468938"/>
          <p14:tracePt t="11300" x="6453188" y="5475288"/>
          <p14:tracePt t="11312" x="6453188" y="5480050"/>
          <p14:tracePt t="11316" x="6453188" y="5486400"/>
          <p14:tracePt t="11324" x="6453188" y="5492750"/>
          <p14:tracePt t="11328" x="6453188" y="5497513"/>
          <p14:tracePt t="11337" x="6446838" y="5508625"/>
          <p14:tracePt t="11347" x="6442075" y="5519738"/>
          <p14:tracePt t="11357" x="6435725" y="5541963"/>
          <p14:tracePt t="11367" x="6424613" y="5559425"/>
          <p14:tracePt t="11377" x="6419850" y="5581650"/>
          <p14:tracePt t="11387" x="6408738" y="5592763"/>
          <p14:tracePt t="11397" x="6402388" y="5599113"/>
          <p14:tracePt t="11414" x="6402388" y="5603875"/>
          <p14:tracePt t="11420" x="6396038" y="5603875"/>
          <p14:tracePt t="11466" x="6391275" y="5592763"/>
          <p14:tracePt t="11468" x="6384925" y="5592763"/>
          <p14:tracePt t="11477" x="6369050" y="5537200"/>
          <p14:tracePt t="11487" x="6329363" y="5446713"/>
          <p14:tracePt t="11497" x="6289675" y="5334000"/>
          <p14:tracePt t="11507" x="6256338" y="5233988"/>
          <p14:tracePt t="11517" x="6238875" y="5149850"/>
          <p14:tracePt t="11527" x="6223000" y="5092700"/>
          <p14:tracePt t="11537" x="6223000" y="5064125"/>
          <p14:tracePt t="11547" x="6216650" y="5059363"/>
          <p14:tracePt t="11557" x="6216650" y="5048250"/>
          <p14:tracePt t="11578" x="6216650" y="5041900"/>
          <p14:tracePt t="11626" x="6216650" y="5048250"/>
          <p14:tracePt t="11628" x="6216650" y="5053013"/>
          <p14:tracePt t="11637" x="6205538" y="5081588"/>
          <p14:tracePt t="11647" x="6194425" y="5126038"/>
          <p14:tracePt t="11657" x="6172200" y="5210175"/>
          <p14:tracePt t="11667" x="6149975" y="5295900"/>
          <p14:tracePt t="11677" x="6121400" y="5373688"/>
          <p14:tracePt t="11687" x="6092825" y="5457825"/>
          <p14:tracePt t="11697" x="6065838" y="5530850"/>
          <p14:tracePt t="11707" x="6037263" y="5592763"/>
          <p14:tracePt t="11717" x="6015038" y="5643563"/>
          <p14:tracePt t="11727" x="5997575" y="5694363"/>
          <p14:tracePt t="11737" x="5986463" y="5727700"/>
          <p14:tracePt t="11747" x="5975350" y="5767388"/>
          <p14:tracePt t="11757" x="5957888" y="5811838"/>
          <p14:tracePt t="11767" x="5946775" y="5857875"/>
          <p14:tracePt t="11777" x="5930900" y="5902325"/>
          <p14:tracePt t="11787" x="5913438" y="5946775"/>
          <p14:tracePt t="11797" x="5895975" y="5986463"/>
          <p14:tracePt t="11807" x="5884863" y="6003925"/>
          <p14:tracePt t="11817" x="5880100" y="6008688"/>
          <p14:tracePt t="11850" x="5873750" y="6008688"/>
          <p14:tracePt t="11864" x="5873750" y="6003925"/>
          <p14:tracePt t="11868" x="5868988" y="5992813"/>
          <p14:tracePt t="11870" x="5862638" y="5981700"/>
          <p14:tracePt t="11877" x="5862638" y="5953125"/>
          <p14:tracePt t="11887" x="5840413" y="5880100"/>
          <p14:tracePt t="11888" x="5834063" y="5862638"/>
          <p14:tracePt t="11897" x="5807075" y="5784850"/>
          <p14:tracePt t="11907" x="5767388" y="5672138"/>
          <p14:tracePt t="11917" x="5734050" y="5548313"/>
          <p14:tracePt t="11927" x="5699125" y="5441950"/>
          <p14:tracePt t="11937" x="5672138" y="5362575"/>
          <p14:tracePt t="11947" x="5661025" y="5322888"/>
          <p14:tracePt t="11957" x="5654675" y="5311775"/>
          <p14:tracePt t="11967" x="5649913" y="5307013"/>
          <p14:tracePt t="11977" x="5649913" y="5300663"/>
          <p14:tracePt t="12054" x="5649913" y="5295900"/>
          <p14:tracePt t="12134" x="5649913" y="5300663"/>
          <p14:tracePt t="12136" x="5649913" y="5307013"/>
          <p14:tracePt t="12138" x="5654675" y="5311775"/>
          <p14:tracePt t="12147" x="5665788" y="5345113"/>
          <p14:tracePt t="12157" x="5683250" y="5395913"/>
          <p14:tracePt t="12158" x="5683250" y="5413375"/>
          <p14:tracePt t="12167" x="5699125" y="5457825"/>
          <p14:tracePt t="12177" x="5710238" y="5514975"/>
          <p14:tracePt t="12187" x="5727700" y="5559425"/>
          <p14:tracePt t="12197" x="5749925" y="5603875"/>
          <p14:tracePt t="12207" x="5772150" y="5638800"/>
          <p14:tracePt t="12217" x="5783263" y="5665788"/>
          <p14:tracePt t="12227" x="5795963" y="5683250"/>
          <p14:tracePt t="12237" x="5795963" y="5694363"/>
          <p14:tracePt t="12247" x="5795963" y="5700713"/>
          <p14:tracePt t="12257" x="5795963" y="5705475"/>
          <p14:tracePt t="23808" x="5789613" y="5705475"/>
          <p14:tracePt t="23812" x="5783263" y="5700713"/>
          <p14:tracePt t="23817" x="5772150" y="5688013"/>
          <p14:tracePt t="23827" x="5745163" y="5661025"/>
          <p14:tracePt t="23837" x="5710238" y="5627688"/>
          <p14:tracePt t="23847" x="5694363" y="5610225"/>
          <p14:tracePt t="23857" x="5683250" y="5588000"/>
          <p14:tracePt t="24884" x="5688013" y="5592763"/>
          <p14:tracePt t="24886" x="5699125" y="5599113"/>
          <p14:tracePt t="24888" x="5705475" y="5610225"/>
          <p14:tracePt t="24897" x="5716588" y="5621338"/>
          <p14:tracePt t="24907" x="5722938" y="5643563"/>
          <p14:tracePt t="24917" x="5722938" y="5649913"/>
          <p14:tracePt t="24928" x="5727700" y="5665788"/>
          <p14:tracePt t="24928" x="5727700" y="5672138"/>
          <p14:tracePt t="24937" x="5727700" y="5683250"/>
          <p14:tracePt t="24947" x="5727700" y="5700713"/>
          <p14:tracePt t="24957" x="5722938" y="5722938"/>
          <p14:tracePt t="24967" x="5710238" y="5738813"/>
          <p14:tracePt t="24977" x="5694363" y="5756275"/>
          <p14:tracePt t="24987" x="5676900" y="5773738"/>
          <p14:tracePt t="24997" x="5665788" y="5778500"/>
          <p14:tracePt t="25020" x="5661025" y="5778500"/>
          <p14:tracePt t="25038" x="5661025" y="5773738"/>
          <p14:tracePt t="25040" x="5661025" y="5767388"/>
          <p14:tracePt t="25047" x="5665788" y="5745163"/>
          <p14:tracePt t="25057" x="5672138" y="5700713"/>
          <p14:tracePt t="25067" x="5683250" y="5649913"/>
          <p14:tracePt t="25077" x="5683250" y="5581650"/>
          <p14:tracePt t="25087" x="5683250" y="5480050"/>
          <p14:tracePt t="25097" x="5672138" y="5384800"/>
          <p14:tracePt t="25107" x="5654675" y="5300663"/>
          <p14:tracePt t="25117" x="5637213" y="5222875"/>
          <p14:tracePt t="25127" x="5626100" y="5160963"/>
          <p14:tracePt t="25137" x="5621338" y="5092700"/>
          <p14:tracePt t="25147" x="5614988" y="5026025"/>
          <p14:tracePt t="25157" x="5614988" y="4964113"/>
          <p14:tracePt t="25167" x="5614988" y="4895850"/>
          <p14:tracePt t="25177" x="5614988" y="4833938"/>
          <p14:tracePt t="25187" x="5614988" y="4772025"/>
          <p14:tracePt t="25197" x="5610225" y="4716463"/>
          <p14:tracePt t="25207" x="5610225" y="4672013"/>
          <p14:tracePt t="25217" x="5603875" y="4648200"/>
          <p14:tracePt t="25227" x="5599113" y="4625975"/>
          <p14:tracePt t="25237" x="5599113" y="4610100"/>
          <p14:tracePt t="25247" x="5599113" y="4603750"/>
          <p14:tracePt t="25258" x="5599113" y="4598988"/>
          <p14:tracePt t="25267" x="5599113" y="4592638"/>
          <p14:tracePt t="25296" x="5603875" y="4592638"/>
          <p14:tracePt t="25300" x="5610225" y="4592638"/>
          <p14:tracePt t="25307" x="5621338" y="4592638"/>
          <p14:tracePt t="25317" x="5676900" y="4603750"/>
          <p14:tracePt t="25327" x="5745163" y="4625975"/>
          <p14:tracePt t="25337" x="5818188" y="4659313"/>
          <p14:tracePt t="25347" x="5895975" y="4699000"/>
          <p14:tracePt t="25357" x="5964238" y="4738688"/>
          <p14:tracePt t="25367" x="6015038" y="4783138"/>
          <p14:tracePt t="25377" x="6059488" y="4829175"/>
          <p14:tracePt t="25387" x="6099175" y="4884738"/>
          <p14:tracePt t="25397" x="6132513" y="4935538"/>
          <p14:tracePt t="25407" x="6154738" y="4991100"/>
          <p14:tracePt t="25417" x="6165850" y="5037138"/>
          <p14:tracePt t="25427" x="6176963" y="5076825"/>
          <p14:tracePt t="25437" x="6176963" y="5103813"/>
          <p14:tracePt t="25447" x="6183313" y="5132388"/>
          <p14:tracePt t="25457" x="6200775" y="5172075"/>
          <p14:tracePt t="25467" x="6205538" y="5210175"/>
          <p14:tracePt t="25477" x="6211888" y="5267325"/>
          <p14:tracePt t="25487" x="6223000" y="5334000"/>
          <p14:tracePt t="25497" x="6227763" y="5407025"/>
          <p14:tracePt t="25507" x="6227763" y="5468938"/>
          <p14:tracePt t="25517" x="6216650" y="5526088"/>
          <p14:tracePt t="25527" x="6188075" y="5576888"/>
          <p14:tracePt t="25537" x="6154738" y="5610225"/>
          <p14:tracePt t="25547" x="6115050" y="5632450"/>
          <p14:tracePt t="25557" x="6076950" y="5654675"/>
          <p14:tracePt t="25567" x="6030913" y="5676900"/>
          <p14:tracePt t="25577" x="5986463" y="5694363"/>
          <p14:tracePt t="25587" x="5953125" y="5722938"/>
          <p14:tracePt t="25597" x="5918200" y="5745163"/>
          <p14:tracePt t="25607" x="5880100" y="5773738"/>
          <p14:tracePt t="25617" x="5845175" y="5800725"/>
          <p14:tracePt t="25627" x="5811838" y="5818188"/>
          <p14:tracePt t="25637" x="5789613" y="5829300"/>
          <p14:tracePt t="25647" x="5778500" y="5829300"/>
          <p14:tracePt t="25657" x="5772150" y="5829300"/>
          <p14:tracePt t="25667" x="5767388" y="5829300"/>
          <p14:tracePt t="25677" x="5745163" y="5818188"/>
          <p14:tracePt t="25687" x="5699125" y="5784850"/>
          <p14:tracePt t="25697" x="5592763" y="5700713"/>
          <p14:tracePt t="25707" x="5457825" y="5588000"/>
          <p14:tracePt t="25717" x="5307013" y="5453063"/>
          <p14:tracePt t="25727" x="5121275" y="5284788"/>
          <p14:tracePt t="25737" x="4957763" y="5087938"/>
          <p14:tracePt t="25747" x="4783138" y="4867275"/>
          <p14:tracePt t="25757" x="4654550" y="4665663"/>
          <p14:tracePt t="25767" x="4586288" y="4537075"/>
          <p14:tracePt t="25777" x="4575175" y="4502150"/>
          <p14:tracePt t="25787" x="4575175" y="4486275"/>
          <p14:tracePt t="25797" x="4575175" y="4479925"/>
          <p14:tracePt t="25807" x="4575175" y="4475163"/>
          <p14:tracePt t="25818" x="4575175" y="4468813"/>
          <p14:tracePt t="25832" x="4575175" y="4464050"/>
          <p14:tracePt t="25837" x="4581525" y="4464050"/>
          <p14:tracePt t="25847" x="4603750" y="4464050"/>
          <p14:tracePt t="25857" x="4654550" y="4464050"/>
          <p14:tracePt t="25867" x="4749800" y="4464050"/>
          <p14:tracePt t="25877" x="4924425" y="4502150"/>
          <p14:tracePt t="25888" x="5216525" y="4586288"/>
          <p14:tracePt t="25897" x="5413375" y="4648200"/>
          <p14:tracePt t="25907" x="5661025" y="4721225"/>
          <p14:tracePt t="25917" x="5840413" y="4760913"/>
          <p14:tracePt t="25927" x="5942013" y="4772025"/>
          <p14:tracePt t="25937" x="5991225" y="4772025"/>
          <p14:tracePt t="25947" x="6008688" y="4772025"/>
          <p14:tracePt t="25960" x="6015038" y="4767263"/>
          <p14:tracePt t="26042" x="6015038" y="4778375"/>
          <p14:tracePt t="26046" x="6015038" y="4783138"/>
          <p14:tracePt t="26048" x="6008688" y="4800600"/>
          <p14:tracePt t="26057" x="6008688" y="4833938"/>
          <p14:tracePt t="26067" x="6008688" y="4924425"/>
          <p14:tracePt t="26077" x="6003925" y="5026025"/>
          <p14:tracePt t="26087" x="6003925" y="5137150"/>
          <p14:tracePt t="26097" x="6003925" y="5256213"/>
          <p14:tracePt t="26107" x="5986463" y="5368925"/>
          <p14:tracePt t="26117" x="5964238" y="5464175"/>
          <p14:tracePt t="26127" x="5942013" y="5541963"/>
          <p14:tracePt t="26137" x="5918200" y="5610225"/>
          <p14:tracePt t="26147" x="5913438" y="5665788"/>
          <p14:tracePt t="26157" x="5913438" y="5722938"/>
          <p14:tracePt t="26167" x="5918200" y="5745163"/>
          <p14:tracePt t="26177" x="5924550" y="5756275"/>
          <p14:tracePt t="26196" x="5930900" y="5756275"/>
          <p14:tracePt t="26212" x="5930900" y="5749925"/>
          <p14:tracePt t="26216" x="5930900" y="5745163"/>
          <p14:tracePt t="26220" x="5930900" y="5738813"/>
          <p14:tracePt t="26227" x="5930900" y="5727700"/>
          <p14:tracePt t="26237" x="5930900" y="5683250"/>
          <p14:tracePt t="26247" x="5930900" y="5638800"/>
          <p14:tracePt t="26257" x="5924550" y="5588000"/>
          <p14:tracePt t="26267" x="5907088" y="5526088"/>
          <p14:tracePt t="26277" x="5895975" y="5464175"/>
          <p14:tracePt t="26287" x="5880100" y="5413375"/>
          <p14:tracePt t="26297" x="5868988" y="5380038"/>
          <p14:tracePt t="26307" x="5862638" y="5357813"/>
          <p14:tracePt t="26317" x="5851525" y="5334000"/>
          <p14:tracePt t="26327" x="5840413" y="5311775"/>
          <p14:tracePt t="26337" x="5829300" y="5295900"/>
          <p14:tracePt t="26347" x="5818188" y="5284788"/>
          <p14:tracePt t="26357" x="5807075" y="5278438"/>
          <p14:tracePt t="26367" x="5800725" y="5272088"/>
          <p14:tracePt t="26377" x="5800725" y="5267325"/>
          <p14:tracePt t="27284" x="5811838" y="5272088"/>
          <p14:tracePt t="27286" x="5818188" y="5284788"/>
          <p14:tracePt t="27288" x="5829300" y="5289550"/>
          <p14:tracePt t="27297" x="5873750" y="5322888"/>
          <p14:tracePt t="27307" x="5891213" y="5345113"/>
          <p14:tracePt t="27317" x="5913438" y="5373688"/>
          <p14:tracePt t="27327" x="5935663" y="5407025"/>
          <p14:tracePt t="27337" x="5957888" y="5435600"/>
          <p14:tracePt t="27347" x="5969000" y="5464175"/>
          <p14:tracePt t="27357" x="5980113" y="5492750"/>
          <p14:tracePt t="27367" x="5986463" y="5519738"/>
          <p14:tracePt t="27377" x="5986463" y="5530850"/>
          <p14:tracePt t="27387" x="5986463" y="5541963"/>
          <p14:tracePt t="27397" x="5986463" y="5548313"/>
          <p14:tracePt t="27408" x="5986463" y="5553075"/>
          <p14:tracePt t="27432" x="5986463" y="5559425"/>
          <p14:tracePt t="27458" x="5980113" y="5559425"/>
          <p14:tracePt t="27462" x="5980113" y="5565775"/>
          <p14:tracePt t="27472" x="5980113" y="5570538"/>
          <p14:tracePt t="27492" x="5980113" y="5576888"/>
          <p14:tracePt t="27498" x="5975350" y="5576888"/>
          <p14:tracePt t="27508" x="5975350" y="5581650"/>
          <p14:tracePt t="27510" x="5969000" y="5581650"/>
          <p14:tracePt t="27520" x="5969000" y="5588000"/>
          <p14:tracePt t="27527" x="5964238" y="5588000"/>
          <p14:tracePt t="27537" x="5957888" y="5592763"/>
          <p14:tracePt t="27550" x="5953125" y="5592763"/>
          <p14:tracePt t="27558" x="5946775" y="5592763"/>
          <p14:tracePt t="27572" x="5942013" y="5592763"/>
          <p14:tracePt t="27578" x="5935663" y="5592763"/>
          <p14:tracePt t="27587" x="5913438" y="5570538"/>
          <p14:tracePt t="27597" x="5880100" y="5541963"/>
          <p14:tracePt t="27607" x="5818188" y="5486400"/>
          <p14:tracePt t="27617" x="5749925" y="5435600"/>
          <p14:tracePt t="27627" x="5705475" y="5391150"/>
          <p14:tracePt t="27638" x="5676900" y="5368925"/>
          <p14:tracePt t="27647" x="5672138" y="5362575"/>
          <p14:tracePt t="27657" x="5665788" y="5362575"/>
          <p14:tracePt t="27680" x="5665788" y="5357813"/>
          <p14:tracePt t="27712" x="5665788" y="5362575"/>
          <p14:tracePt t="27714" x="5672138" y="5373688"/>
          <p14:tracePt t="27717" x="5676900" y="5380038"/>
          <p14:tracePt t="27727" x="5705475" y="5419725"/>
          <p14:tracePt t="27737" x="5761038" y="5486400"/>
          <p14:tracePt t="27747" x="5811838" y="5541963"/>
          <p14:tracePt t="27757" x="5862638" y="5599113"/>
          <p14:tracePt t="27767" x="5907088" y="5654675"/>
          <p14:tracePt t="27777" x="5935663" y="5688013"/>
          <p14:tracePt t="27787" x="5957888" y="5716588"/>
          <p14:tracePt t="27797" x="5975350" y="5734050"/>
          <p14:tracePt t="27807" x="5986463" y="5749925"/>
          <p14:tracePt t="27817" x="5997575" y="5767388"/>
          <p14:tracePt t="27827" x="6003925" y="5773738"/>
          <p14:tracePt t="27838" x="6008688" y="5773738"/>
          <p14:tracePt t="27856" x="6008688" y="5778500"/>
          <p14:tracePt t="28006" x="6008688" y="5784850"/>
          <p14:tracePt t="28012" x="6015038" y="5784850"/>
          <p14:tracePt t="28017" x="6019800" y="5789613"/>
          <p14:tracePt t="28028" x="6026150" y="5800725"/>
          <p14:tracePt t="28037" x="6030913" y="5818188"/>
          <p14:tracePt t="28047" x="6042025" y="5822950"/>
          <p14:tracePt t="28057" x="6048375" y="5835650"/>
          <p14:tracePt t="28068" x="6048375" y="5840413"/>
          <p14:tracePt t="28077" x="6053138" y="5840413"/>
          <p14:tracePt t="28087" x="6053138" y="5846763"/>
          <p14:tracePt t="28134" x="6053138" y="5851525"/>
          <p14:tracePt t="28142" x="6053138" y="5857875"/>
          <p14:tracePt t="28152" x="6059488" y="5862638"/>
          <p14:tracePt t="28162" x="6065838" y="5868988"/>
          <p14:tracePt t="28168" x="6065838" y="5873750"/>
          <p14:tracePt t="28172" x="6065838" y="5880100"/>
          <p14:tracePt t="28177" x="6070600" y="5884863"/>
          <p14:tracePt t="28187" x="6076950" y="5891213"/>
          <p14:tracePt t="28197" x="6081713" y="5902325"/>
          <p14:tracePt t="28207" x="6088063" y="5913438"/>
          <p14:tracePt t="28217" x="6092825" y="5930900"/>
          <p14:tracePt t="28227" x="6103938" y="5953125"/>
          <p14:tracePt t="28237" x="6115050" y="5981700"/>
          <p14:tracePt t="28247" x="6126163" y="6019800"/>
          <p14:tracePt t="28257" x="6143625" y="6065838"/>
          <p14:tracePt t="28267" x="6154738" y="6116638"/>
          <p14:tracePt t="28277" x="6172200" y="6178550"/>
          <p14:tracePt t="28287" x="6176963" y="6245225"/>
          <p14:tracePt t="28297" x="6188075" y="6346825"/>
          <p14:tracePt t="28307" x="6188075" y="6442075"/>
          <p14:tracePt t="28317" x="6183313" y="6559550"/>
          <p14:tracePt t="28327" x="6161088" y="6694488"/>
          <p14:tracePt t="28566" x="1112838" y="6773863"/>
          <p14:tracePt t="28568" x="960438" y="6689725"/>
          <p14:tracePt t="28577" x="427038" y="6402388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071D3-5980-CDF0-CA79-B2AB89EAE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73EE1-AA04-389B-1123-DF2F6B540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0E7A4-C5F7-8BB9-B030-B6566F7C0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146" name="Picture 2" descr="Picture of the brain; arrows point to the pons">
            <a:extLst>
              <a:ext uri="{FF2B5EF4-FFF2-40B4-BE49-F238E27FC236}">
                <a16:creationId xmlns:a16="http://schemas.microsoft.com/office/drawing/2014/main" id="{1859771B-1972-57AF-DB1E-BFE12D4656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316" y="1825625"/>
            <a:ext cx="5952343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BCB271E-58BD-DF5F-91AB-F85C2E27F29E}"/>
              </a:ext>
            </a:extLst>
          </p:cNvPr>
          <p:cNvSpPr/>
          <p:nvPr/>
        </p:nvSpPr>
        <p:spPr>
          <a:xfrm>
            <a:off x="3321811" y="1587443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544E31-7EB1-51FB-DEA1-D885D743A10B}"/>
              </a:ext>
            </a:extLst>
          </p:cNvPr>
          <p:cNvSpPr/>
          <p:nvPr/>
        </p:nvSpPr>
        <p:spPr>
          <a:xfrm>
            <a:off x="7319553" y="2355622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A36D97-2102-D3DA-38D9-0A7601E91ED2}"/>
              </a:ext>
            </a:extLst>
          </p:cNvPr>
          <p:cNvSpPr/>
          <p:nvPr/>
        </p:nvSpPr>
        <p:spPr>
          <a:xfrm rot="1315802">
            <a:off x="7761260" y="3766361"/>
            <a:ext cx="147559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6B3E41-60EA-0A0A-997D-92C6C6D3B27C}"/>
              </a:ext>
            </a:extLst>
          </p:cNvPr>
          <p:cNvSpPr/>
          <p:nvPr/>
        </p:nvSpPr>
        <p:spPr>
          <a:xfrm>
            <a:off x="4292816" y="5339576"/>
            <a:ext cx="84473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D0F420-A045-1E9E-EE61-9B94DAB58A82}"/>
              </a:ext>
            </a:extLst>
          </p:cNvPr>
          <p:cNvSpPr/>
          <p:nvPr/>
        </p:nvSpPr>
        <p:spPr>
          <a:xfrm>
            <a:off x="4476206" y="4966458"/>
            <a:ext cx="66134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2CD2AC-2D56-4035-E587-8E8C370936D1}"/>
              </a:ext>
            </a:extLst>
          </p:cNvPr>
          <p:cNvSpPr/>
          <p:nvPr/>
        </p:nvSpPr>
        <p:spPr>
          <a:xfrm>
            <a:off x="7054455" y="5349943"/>
            <a:ext cx="139337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EF04C-7DE5-1B91-17AC-C3D0074B2BD2}"/>
              </a:ext>
            </a:extLst>
          </p:cNvPr>
          <p:cNvSpPr/>
          <p:nvPr/>
        </p:nvSpPr>
        <p:spPr>
          <a:xfrm>
            <a:off x="2279950" y="4449646"/>
            <a:ext cx="1743410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1AB2CD-0C8D-A525-09FA-0CBDE0B5536D}"/>
              </a:ext>
            </a:extLst>
          </p:cNvPr>
          <p:cNvSpPr txBox="1"/>
          <p:nvPr/>
        </p:nvSpPr>
        <p:spPr>
          <a:xfrm>
            <a:off x="8712924" y="905691"/>
            <a:ext cx="27902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</a:t>
            </a:r>
            <a:r>
              <a:rPr lang="en-US" dirty="0"/>
              <a:t>: Relay between parts of brain; helps regulate basic functions (facial movements, blinking, digesting, etc.)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0C69E3-F1FC-A8B0-1C2E-E69321EBE710}"/>
              </a:ext>
            </a:extLst>
          </p:cNvPr>
          <p:cNvSpPr/>
          <p:nvPr/>
        </p:nvSpPr>
        <p:spPr>
          <a:xfrm>
            <a:off x="7123103" y="2210278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25D872-2AF3-7938-FD97-B63500606C6F}"/>
              </a:ext>
            </a:extLst>
          </p:cNvPr>
          <p:cNvSpPr/>
          <p:nvPr/>
        </p:nvSpPr>
        <p:spPr>
          <a:xfrm>
            <a:off x="2936629" y="4863055"/>
            <a:ext cx="1548286" cy="706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A78C4E1-8BEA-0D67-1AA2-FAB59CBB24D8}"/>
              </a:ext>
            </a:extLst>
          </p:cNvPr>
          <p:cNvCxnSpPr>
            <a:cxnSpLocks/>
          </p:cNvCxnSpPr>
          <p:nvPr/>
        </p:nvCxnSpPr>
        <p:spPr>
          <a:xfrm flipV="1">
            <a:off x="4806876" y="5112937"/>
            <a:ext cx="505608" cy="2064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BB32CFF-A52F-C383-9557-6195CA4C3853}"/>
              </a:ext>
            </a:extLst>
          </p:cNvPr>
          <p:cNvSpPr txBox="1"/>
          <p:nvPr/>
        </p:nvSpPr>
        <p:spPr>
          <a:xfrm>
            <a:off x="4215228" y="5216153"/>
            <a:ext cx="6838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Pons</a:t>
            </a:r>
          </a:p>
        </p:txBody>
      </p:sp>
    </p:spTree>
    <p:extLst>
      <p:ext uri="{BB962C8B-B14F-4D97-AF65-F5344CB8AC3E}">
        <p14:creationId xmlns:p14="http://schemas.microsoft.com/office/powerpoint/2010/main" val="337156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832"/>
    </mc:Choice>
    <mc:Fallback xmlns="">
      <p:transition spd="slow" advTm="35832"/>
    </mc:Fallback>
  </mc:AlternateContent>
  <p:extLst>
    <p:ext uri="{3A86A75C-4F4B-4683-9AE1-C65F6400EC91}">
      <p14:laserTraceLst xmlns:p14="http://schemas.microsoft.com/office/powerpoint/2010/main">
        <p14:tracePtLst>
          <p14:tracePt t="48" x="6643688" y="5391150"/>
          <p14:tracePt t="52" x="6638925" y="5384800"/>
          <p14:tracePt t="59" x="6621463" y="5384800"/>
          <p14:tracePt t="69" x="6592888" y="5373688"/>
          <p14:tracePt t="79" x="6554788" y="5357813"/>
          <p14:tracePt t="89" x="6469063" y="5329238"/>
          <p14:tracePt t="99" x="6384925" y="5295900"/>
          <p14:tracePt t="109" x="6296025" y="5267325"/>
          <p14:tracePt t="119" x="6216650" y="5233988"/>
          <p14:tracePt t="129" x="6172200" y="5205413"/>
          <p14:tracePt t="139" x="6143625" y="5183188"/>
          <p14:tracePt t="149" x="6126163" y="5165725"/>
          <p14:tracePt t="159" x="6110288" y="5143500"/>
          <p14:tracePt t="169" x="6088063" y="5110163"/>
          <p14:tracePt t="179" x="6065838" y="5064125"/>
          <p14:tracePt t="189" x="6026150" y="5014913"/>
          <p14:tracePt t="199" x="5986463" y="4957763"/>
          <p14:tracePt t="209" x="5953125" y="4906963"/>
          <p14:tracePt t="219" x="5924550" y="4867275"/>
          <p14:tracePt t="229" x="5902325" y="4829175"/>
          <p14:tracePt t="239" x="5884863" y="4806950"/>
          <p14:tracePt t="249" x="5873750" y="4789488"/>
          <p14:tracePt t="259" x="5868988" y="4778375"/>
          <p14:tracePt t="270" x="5862638" y="4767263"/>
          <p14:tracePt t="284" x="5857875" y="4767263"/>
          <p14:tracePt t="296" x="5857875" y="4760913"/>
          <p14:tracePt t="350" x="5851525" y="4760913"/>
          <p14:tracePt t="362" x="5845175" y="4760913"/>
          <p14:tracePt t="368" x="5840413" y="4760913"/>
          <p14:tracePt t="370" x="5834063" y="4760913"/>
          <p14:tracePt t="379" x="5829300" y="4767263"/>
          <p14:tracePt t="389" x="5807075" y="4778375"/>
          <p14:tracePt t="399" x="5772150" y="4789488"/>
          <p14:tracePt t="409" x="5738813" y="4806950"/>
          <p14:tracePt t="419" x="5705475" y="4829175"/>
          <p14:tracePt t="429" x="5665788" y="4856163"/>
          <p14:tracePt t="439" x="5626100" y="4891088"/>
          <p14:tracePt t="449" x="5588000" y="4924425"/>
          <p14:tracePt t="459" x="5548313" y="4957763"/>
          <p14:tracePt t="469" x="5514975" y="4979988"/>
          <p14:tracePt t="479" x="5480050" y="5008563"/>
          <p14:tracePt t="489" x="5457825" y="5037138"/>
          <p14:tracePt t="499" x="5435600" y="5064125"/>
          <p14:tracePt t="509" x="5418138" y="5099050"/>
          <p14:tracePt t="519" x="5402263" y="5137150"/>
          <p14:tracePt t="529" x="5391150" y="5172075"/>
          <p14:tracePt t="539" x="5373688" y="5205413"/>
          <p14:tracePt t="549" x="5367338" y="5227638"/>
          <p14:tracePt t="559" x="5362575" y="5245100"/>
          <p14:tracePt t="569" x="5356225" y="5256213"/>
          <p14:tracePt t="579" x="5356225" y="5267325"/>
          <p14:tracePt t="589" x="5356225" y="5278438"/>
          <p14:tracePt t="599" x="5356225" y="5289550"/>
          <p14:tracePt t="609" x="5356225" y="5307013"/>
          <p14:tracePt t="619" x="5367338" y="5322888"/>
          <p14:tracePt t="629" x="5380038" y="5340350"/>
          <p14:tracePt t="639" x="5391150" y="5351463"/>
          <p14:tracePt t="649" x="5395913" y="5362575"/>
          <p14:tracePt t="659" x="5407025" y="5368925"/>
          <p14:tracePt t="669" x="5413375" y="5373688"/>
          <p14:tracePt t="679" x="5424488" y="5380038"/>
          <p14:tracePt t="689" x="5446713" y="5402263"/>
          <p14:tracePt t="699" x="5475288" y="5419725"/>
          <p14:tracePt t="709" x="5514975" y="5446713"/>
          <p14:tracePt t="719" x="5541963" y="5486400"/>
          <p14:tracePt t="729" x="5570538" y="5519738"/>
          <p14:tracePt t="739" x="5599113" y="5559425"/>
          <p14:tracePt t="749" x="5643563" y="5632450"/>
          <p14:tracePt t="759" x="5694363" y="5705475"/>
          <p14:tracePt t="769" x="5767388" y="5818188"/>
          <p14:tracePt t="779" x="5840413" y="5935663"/>
          <p14:tracePt t="789" x="5902325" y="6043613"/>
          <p14:tracePt t="790" x="5907088" y="6059488"/>
          <p14:tracePt t="799" x="5924550" y="6127750"/>
          <p14:tracePt t="809" x="5942013" y="6183313"/>
          <p14:tracePt t="819" x="5946775" y="6216650"/>
          <p14:tracePt t="829" x="5946775" y="6251575"/>
          <p14:tracePt t="839" x="5957888" y="6284913"/>
          <p14:tracePt t="849" x="5969000" y="6329363"/>
          <p14:tracePt t="859" x="5986463" y="6373813"/>
          <p14:tracePt t="869" x="5997575" y="6408738"/>
          <p14:tracePt t="879" x="5997575" y="6435725"/>
          <p14:tracePt t="889" x="6003925" y="6459538"/>
          <p14:tracePt t="899" x="6003925" y="6464300"/>
          <p14:tracePt t="922" x="6003925" y="6470650"/>
          <p14:tracePt t="974" x="5997575" y="6470650"/>
          <p14:tracePt t="978" x="5991225" y="6470650"/>
          <p14:tracePt t="980" x="5986463" y="6464300"/>
          <p14:tracePt t="989" x="5957888" y="6453188"/>
          <p14:tracePt t="999" x="5895975" y="6424613"/>
          <p14:tracePt t="1009" x="5800725" y="6391275"/>
          <p14:tracePt t="1019" x="5661025" y="6351588"/>
          <p14:tracePt t="1029" x="5486400" y="6307138"/>
          <p14:tracePt t="1039" x="5300663" y="6262688"/>
          <p14:tracePt t="1049" x="5075238" y="6223000"/>
          <p14:tracePt t="1059" x="4878388" y="6183313"/>
          <p14:tracePt t="1069" x="4694238" y="6149975"/>
          <p14:tracePt t="1079" x="4524375" y="6116638"/>
          <p14:tracePt t="1089" x="4378325" y="6065838"/>
          <p14:tracePt t="1099" x="4265613" y="6015038"/>
          <p14:tracePt t="1109" x="4192588" y="5964238"/>
          <p14:tracePt t="1119" x="4154488" y="5913438"/>
          <p14:tracePt t="1129" x="4119563" y="5862638"/>
          <p14:tracePt t="1139" x="4097338" y="5807075"/>
          <p14:tracePt t="1149" x="4075113" y="5749925"/>
          <p14:tracePt t="1159" x="4064000" y="5705475"/>
          <p14:tracePt t="1169" x="4041775" y="5661025"/>
          <p14:tracePt t="1179" x="4019550" y="5614988"/>
          <p14:tracePt t="1189" x="3990975" y="5565775"/>
          <p14:tracePt t="1199" x="3951288" y="5508625"/>
          <p14:tracePt t="1209" x="3911600" y="5453063"/>
          <p14:tracePt t="1219" x="3873500" y="5402263"/>
          <p14:tracePt t="1229" x="3844925" y="5368925"/>
          <p14:tracePt t="1239" x="3827463" y="5351463"/>
          <p14:tracePt t="1249" x="3811588" y="5322888"/>
          <p14:tracePt t="1259" x="3794125" y="5295900"/>
          <p14:tracePt t="1269" x="3765550" y="5256213"/>
          <p14:tracePt t="1279" x="3721100" y="5176838"/>
          <p14:tracePt t="1289" x="3665538" y="5076825"/>
          <p14:tracePt t="1299" x="3592513" y="4953000"/>
          <p14:tracePt t="1309" x="3530600" y="4833938"/>
          <p14:tracePt t="1319" x="3473450" y="4716463"/>
          <p14:tracePt t="1329" x="3433763" y="4632325"/>
          <p14:tracePt t="1339" x="3411538" y="4581525"/>
          <p14:tracePt t="1349" x="3411538" y="4559300"/>
          <p14:tracePt t="1359" x="3406775" y="4552950"/>
          <p14:tracePt t="1388" x="3406775" y="4548188"/>
          <p14:tracePt t="1412" x="3406775" y="4552950"/>
          <p14:tracePt t="1414" x="3411538" y="4552950"/>
          <p14:tracePt t="1419" x="3429000" y="4575175"/>
          <p14:tracePt t="1429" x="3530600" y="4683125"/>
          <p14:tracePt t="1439" x="3703638" y="4845050"/>
          <p14:tracePt t="1449" x="3929063" y="5030788"/>
          <p14:tracePt t="1459" x="4170363" y="5205413"/>
          <p14:tracePt t="1469" x="4389438" y="5351463"/>
          <p14:tracePt t="1479" x="4597400" y="5457825"/>
          <p14:tracePt t="1489" x="4789488" y="5537200"/>
          <p14:tracePt t="1499" x="4951413" y="5592763"/>
          <p14:tracePt t="1509" x="5075238" y="5627688"/>
          <p14:tracePt t="1519" x="5132388" y="5638800"/>
          <p14:tracePt t="1529" x="5148263" y="5638800"/>
          <p14:tracePt t="1539" x="5154613" y="5638800"/>
          <p14:tracePt t="1549" x="5159375" y="5627688"/>
          <p14:tracePt t="1559" x="5159375" y="5599113"/>
          <p14:tracePt t="1569" x="5159375" y="5526088"/>
          <p14:tracePt t="1579" x="5154613" y="5424488"/>
          <p14:tracePt t="1589" x="5121275" y="5278438"/>
          <p14:tracePt t="1599" x="5048250" y="5087938"/>
          <p14:tracePt t="1609" x="4946650" y="4884738"/>
          <p14:tracePt t="1619" x="4811713" y="4672013"/>
          <p14:tracePt t="1629" x="4659313" y="4479925"/>
          <p14:tracePt t="1639" x="4491038" y="4294188"/>
          <p14:tracePt t="1649" x="4333875" y="4148138"/>
          <p14:tracePt t="1650" x="4311650" y="4132263"/>
          <p14:tracePt t="1659" x="4232275" y="4059238"/>
          <p14:tracePt t="1669" x="4187825" y="4019550"/>
          <p14:tracePt t="1679" x="4176713" y="4013200"/>
          <p14:tracePt t="1689" x="4176713" y="4008438"/>
          <p14:tracePt t="1700" x="4170363" y="4008438"/>
          <p14:tracePt t="1714" x="4170363" y="4002088"/>
          <p14:tracePt t="1778" x="4170363" y="3997325"/>
          <p14:tracePt t="1782" x="4176713" y="3997325"/>
          <p14:tracePt t="1784" x="4181475" y="3997325"/>
          <p14:tracePt t="1789" x="4192588" y="4002088"/>
          <p14:tracePt t="1799" x="4271963" y="4041775"/>
          <p14:tracePt t="1809" x="4395788" y="4108450"/>
          <p14:tracePt t="1819" x="4535488" y="4181475"/>
          <p14:tracePt t="1829" x="4694238" y="4267200"/>
          <p14:tracePt t="1839" x="4811713" y="4333875"/>
          <p14:tracePt t="1849" x="4902200" y="4384675"/>
          <p14:tracePt t="1859" x="4964113" y="4435475"/>
          <p14:tracePt t="1869" x="5008563" y="4491038"/>
          <p14:tracePt t="1879" x="5070475" y="4581525"/>
          <p14:tracePt t="1889" x="5216525" y="4745038"/>
          <p14:tracePt t="1899" x="5384800" y="4918075"/>
          <p14:tracePt t="1909" x="5570538" y="5087938"/>
          <p14:tracePt t="1919" x="5734050" y="5216525"/>
          <p14:tracePt t="1929" x="5868988" y="5311775"/>
          <p14:tracePt t="1939" x="5957888" y="5368925"/>
          <p14:tracePt t="1949" x="6003925" y="5391150"/>
          <p14:tracePt t="1959" x="6059488" y="5413375"/>
          <p14:tracePt t="1969" x="6110288" y="5430838"/>
          <p14:tracePt t="1979" x="6165850" y="5446713"/>
          <p14:tracePt t="1989" x="6205538" y="5453063"/>
          <p14:tracePt t="1999" x="6223000" y="5457825"/>
          <p14:tracePt t="2009" x="6227763" y="5457825"/>
          <p14:tracePt t="2019" x="6234113" y="5453063"/>
          <p14:tracePt t="2029" x="6245225" y="5435600"/>
          <p14:tracePt t="2039" x="6245225" y="5413375"/>
          <p14:tracePt t="2049" x="6249988" y="5391150"/>
          <p14:tracePt t="2059" x="6249988" y="5373688"/>
          <p14:tracePt t="2060" x="6249988" y="5368925"/>
          <p14:tracePt t="2072" x="6249988" y="5362575"/>
          <p14:tracePt t="2088" x="6249988" y="5357813"/>
          <p14:tracePt t="2132" x="6249988" y="5362575"/>
          <p14:tracePt t="2134" x="6245225" y="5362575"/>
          <p14:tracePt t="2139" x="6238875" y="5362575"/>
          <p14:tracePt t="2149" x="6223000" y="5380038"/>
          <p14:tracePt t="2159" x="6194425" y="5407025"/>
          <p14:tracePt t="2169" x="6161088" y="5441950"/>
          <p14:tracePt t="2179" x="6126163" y="5475288"/>
          <p14:tracePt t="2189" x="6065838" y="5537200"/>
          <p14:tracePt t="2199" x="6015038" y="5581650"/>
          <p14:tracePt t="2209" x="5957888" y="5614988"/>
          <p14:tracePt t="2219" x="5918200" y="5643563"/>
          <p14:tracePt t="2229" x="5907088" y="5654675"/>
          <p14:tracePt t="2239" x="5895975" y="5661025"/>
          <p14:tracePt t="2276" x="5895975" y="5665788"/>
          <p14:tracePt t="2280" x="5891213" y="5665788"/>
          <p14:tracePt t="2296" x="5884863" y="5665788"/>
          <p14:tracePt t="2302" x="5880100" y="5665788"/>
          <p14:tracePt t="2304" x="5873750" y="5665788"/>
          <p14:tracePt t="2309" x="5873750" y="5661025"/>
          <p14:tracePt t="2319" x="5851525" y="5654675"/>
          <p14:tracePt t="2329" x="5822950" y="5643563"/>
          <p14:tracePt t="2339" x="5783263" y="5632450"/>
          <p14:tracePt t="2349" x="5734050" y="5621338"/>
          <p14:tracePt t="2359" x="5637213" y="5599113"/>
          <p14:tracePt t="2369" x="5541963" y="5588000"/>
          <p14:tracePt t="2379" x="5453063" y="5570538"/>
          <p14:tracePt t="2389" x="5362575" y="5559425"/>
          <p14:tracePt t="2399" x="5272088" y="5537200"/>
          <p14:tracePt t="2409" x="5194300" y="5526088"/>
          <p14:tracePt t="2419" x="5121275" y="5508625"/>
          <p14:tracePt t="2429" x="5070475" y="5497513"/>
          <p14:tracePt t="2439" x="5041900" y="5492750"/>
          <p14:tracePt t="2450" x="5024438" y="5486400"/>
          <p14:tracePt t="2450" x="5019675" y="5486400"/>
          <p14:tracePt t="2459" x="5013325" y="5480050"/>
          <p14:tracePt t="2469" x="5013325" y="5475288"/>
          <p14:tracePt t="2479" x="5008563" y="5475288"/>
          <p14:tracePt t="2502" x="5008563" y="5468938"/>
          <p14:tracePt t="2512" x="5008563" y="5464175"/>
          <p14:tracePt t="2520" x="5008563" y="5457825"/>
          <p14:tracePt t="2522" x="5008563" y="5453063"/>
          <p14:tracePt t="2529" x="5008563" y="5446713"/>
          <p14:tracePt t="2539" x="5008563" y="5435600"/>
          <p14:tracePt t="2549" x="5008563" y="5419725"/>
          <p14:tracePt t="2559" x="5008563" y="5402263"/>
          <p14:tracePt t="2569" x="5013325" y="5380038"/>
          <p14:tracePt t="2579" x="5019675" y="5357813"/>
          <p14:tracePt t="2589" x="5024438" y="5334000"/>
          <p14:tracePt t="2599" x="5037138" y="5311775"/>
          <p14:tracePt t="2609" x="5048250" y="5272088"/>
          <p14:tracePt t="2619" x="5053013" y="5238750"/>
          <p14:tracePt t="2629" x="5053013" y="5199063"/>
          <p14:tracePt t="2639" x="5053013" y="5172075"/>
          <p14:tracePt t="2649" x="5053013" y="5137150"/>
          <p14:tracePt t="2659" x="5053013" y="5110163"/>
          <p14:tracePt t="2669" x="5053013" y="5081588"/>
          <p14:tracePt t="2679" x="5053013" y="5059363"/>
          <p14:tracePt t="2689" x="5053013" y="5030788"/>
          <p14:tracePt t="2699" x="5053013" y="5014913"/>
          <p14:tracePt t="2709" x="5053013" y="4997450"/>
          <p14:tracePt t="2719" x="5053013" y="4979988"/>
          <p14:tracePt t="2729" x="5053013" y="4968875"/>
          <p14:tracePt t="2739" x="5053013" y="4957763"/>
          <p14:tracePt t="2749" x="5053013" y="4946650"/>
          <p14:tracePt t="2760" x="5053013" y="4935538"/>
          <p14:tracePt t="2770" x="5059363" y="4929188"/>
          <p14:tracePt t="2780" x="5059363" y="4924425"/>
          <p14:tracePt t="2780" x="5064125" y="4918075"/>
          <p14:tracePt t="2790" x="5070475" y="4913313"/>
          <p14:tracePt t="2800" x="5081588" y="4906963"/>
          <p14:tracePt t="2810" x="5099050" y="4902200"/>
          <p14:tracePt t="2820" x="5110163" y="4895850"/>
          <p14:tracePt t="2820" x="5114925" y="4895850"/>
          <p14:tracePt t="2830" x="5121275" y="4895850"/>
          <p14:tracePt t="2831" x="5121275" y="4891088"/>
          <p14:tracePt t="2840" x="5126038" y="4891088"/>
          <p14:tracePt t="2870" x="5132388" y="4891088"/>
          <p14:tracePt t="2878" x="5137150" y="4891088"/>
          <p14:tracePt t="2882" x="5143500" y="4891088"/>
          <p14:tracePt t="2889" x="5165725" y="4902200"/>
          <p14:tracePt t="2899" x="5210175" y="4929188"/>
          <p14:tracePt t="2909" x="5272088" y="4968875"/>
          <p14:tracePt t="2919" x="5318125" y="4997450"/>
          <p14:tracePt t="2929" x="5356225" y="5030788"/>
          <p14:tracePt t="2939" x="5391150" y="5059363"/>
          <p14:tracePt t="2949" x="5413375" y="5087938"/>
          <p14:tracePt t="2959" x="5435600" y="5114925"/>
          <p14:tracePt t="2960" x="5435600" y="5121275"/>
          <p14:tracePt t="2969" x="5457825" y="5149850"/>
          <p14:tracePt t="2979" x="5475288" y="5183188"/>
          <p14:tracePt t="2989" x="5491163" y="5216525"/>
          <p14:tracePt t="2999" x="5497513" y="5238750"/>
          <p14:tracePt t="3009" x="5502275" y="5256213"/>
          <p14:tracePt t="3019" x="5508625" y="5267325"/>
          <p14:tracePt t="3029" x="5514975" y="5284788"/>
          <p14:tracePt t="3039" x="5519738" y="5295900"/>
          <p14:tracePt t="3049" x="5526088" y="5300663"/>
          <p14:tracePt t="3059" x="5530850" y="5307013"/>
          <p14:tracePt t="3069" x="5530850" y="5311775"/>
          <p14:tracePt t="3108" x="5530850" y="5318125"/>
          <p14:tracePt t="3148" x="5530850" y="5311775"/>
          <p14:tracePt t="3150" x="5526088" y="5311775"/>
          <p14:tracePt t="3152" x="5526088" y="5307013"/>
          <p14:tracePt t="3159" x="5519738" y="5300663"/>
          <p14:tracePt t="3169" x="5502275" y="5278438"/>
          <p14:tracePt t="3179" x="5475288" y="5249863"/>
          <p14:tracePt t="3189" x="5453063" y="5222875"/>
          <p14:tracePt t="3199" x="5418138" y="5205413"/>
          <p14:tracePt t="3200" x="5418138" y="5199063"/>
          <p14:tracePt t="3209" x="5402263" y="5187950"/>
          <p14:tracePt t="3219" x="5391150" y="5176838"/>
          <p14:tracePt t="3229" x="5384800" y="5172075"/>
          <p14:tracePt t="3244" x="5380038" y="5172075"/>
          <p14:tracePt t="3382" x="5380038" y="5165725"/>
          <p14:tracePt t="3390" x="5373688" y="5160963"/>
          <p14:tracePt t="3394" x="5367338" y="5154613"/>
          <p14:tracePt t="3399" x="5367338" y="5143500"/>
          <p14:tracePt t="3409" x="5351463" y="5103813"/>
          <p14:tracePt t="3419" x="5334000" y="5064125"/>
          <p14:tracePt t="3429" x="5318125" y="5019675"/>
          <p14:tracePt t="3439" x="5300663" y="4979988"/>
          <p14:tracePt t="3449" x="5289550" y="4953000"/>
          <p14:tracePt t="3459" x="5278438" y="4918075"/>
          <p14:tracePt t="3469" x="5267325" y="4895850"/>
          <p14:tracePt t="3479" x="5260975" y="4891088"/>
          <p14:tracePt t="3489" x="5260975" y="4879975"/>
          <p14:tracePt t="3499" x="5260975" y="4873625"/>
          <p14:tracePt t="3510" x="5260975" y="4867275"/>
          <p14:tracePt t="3524" x="5260975" y="4862513"/>
          <p14:tracePt t="3536" x="5260975" y="4856163"/>
          <p14:tracePt t="3540" x="5260975" y="4851400"/>
          <p14:tracePt t="3549" x="5260975" y="4845050"/>
          <p14:tracePt t="3559" x="5260975" y="4829175"/>
          <p14:tracePt t="3572" x="5260975" y="4822825"/>
          <p14:tracePt t="3614" x="5260975" y="4818063"/>
          <p14:tracePt t="3632" x="5260975" y="4811713"/>
          <p14:tracePt t="3636" x="5260975" y="4806950"/>
          <p14:tracePt t="3642" x="5267325" y="4800600"/>
          <p14:tracePt t="3650" x="5267325" y="4794250"/>
          <p14:tracePt t="3659" x="5278438" y="4783138"/>
          <p14:tracePt t="3669" x="5289550" y="4772025"/>
          <p14:tracePt t="3679" x="5294313" y="4767263"/>
          <p14:tracePt t="3689" x="5300663" y="4760913"/>
          <p14:tracePt t="3699" x="5307013" y="4749800"/>
          <p14:tracePt t="3709" x="5311775" y="4745038"/>
          <p14:tracePt t="3719" x="5318125" y="4738688"/>
          <p14:tracePt t="3729" x="5329238" y="4727575"/>
          <p14:tracePt t="3739" x="5340350" y="4716463"/>
          <p14:tracePt t="3749" x="5367338" y="4687888"/>
          <p14:tracePt t="3759" x="5391150" y="4659313"/>
          <p14:tracePt t="3760" x="5395913" y="4659313"/>
          <p14:tracePt t="3769" x="5413375" y="4643438"/>
          <p14:tracePt t="3779" x="5424488" y="4637088"/>
          <p14:tracePt t="3789" x="5429250" y="4632325"/>
          <p14:tracePt t="3800" x="5435600" y="4632325"/>
          <p14:tracePt t="3809" x="5435600" y="4625975"/>
          <p14:tracePt t="3819" x="5435600" y="4621213"/>
          <p14:tracePt t="3829" x="5440363" y="4621213"/>
          <p14:tracePt t="3839" x="5446713" y="4621213"/>
          <p14:tracePt t="3858" x="5453063" y="4621213"/>
          <p14:tracePt t="3880" x="5457825" y="4621213"/>
          <p14:tracePt t="3898" x="5464175" y="4621213"/>
          <p14:tracePt t="3906" x="5468938" y="4621213"/>
          <p14:tracePt t="3926" x="5475288" y="4621213"/>
          <p14:tracePt t="3934" x="5480050" y="4621213"/>
          <p14:tracePt t="3938" x="5486400" y="4621213"/>
          <p14:tracePt t="3942" x="5491163" y="4614863"/>
          <p14:tracePt t="3949" x="5502275" y="4614863"/>
          <p14:tracePt t="3959" x="5519738" y="4610100"/>
          <p14:tracePt t="3969" x="5537200" y="4610100"/>
          <p14:tracePt t="3979" x="5553075" y="4603750"/>
          <p14:tracePt t="3989" x="5559425" y="4598988"/>
          <p14:tracePt t="3999" x="5564188" y="4598988"/>
          <p14:tracePt t="4034" x="5570538" y="4598988"/>
          <p14:tracePt t="4040" x="5570538" y="4592638"/>
          <p14:tracePt t="4278" x="5570538" y="4586288"/>
          <p14:tracePt t="4282" x="5575300" y="4586288"/>
          <p14:tracePt t="4290" x="5588000" y="4575175"/>
          <p14:tracePt t="4300" x="5603875" y="4570413"/>
          <p14:tracePt t="4310" x="5649913" y="4564063"/>
          <p14:tracePt t="4320" x="5699125" y="4559300"/>
          <p14:tracePt t="4330" x="5767388" y="4559300"/>
          <p14:tracePt t="4340" x="5857875" y="4575175"/>
          <p14:tracePt t="4350" x="5924550" y="4603750"/>
          <p14:tracePt t="4359" x="5980113" y="4621213"/>
          <p14:tracePt t="4369" x="6030913" y="4637088"/>
          <p14:tracePt t="4379" x="6076950" y="4659313"/>
          <p14:tracePt t="4389" x="6126163" y="4672013"/>
          <p14:tracePt t="4399" x="6154738" y="4683125"/>
          <p14:tracePt t="4400" x="6161088" y="4683125"/>
          <p14:tracePt t="4409" x="6165850" y="4683125"/>
          <p14:tracePt t="4419" x="6172200" y="4683125"/>
          <p14:tracePt t="4446" x="6176963" y="4683125"/>
          <p14:tracePt t="4454" x="6183313" y="4683125"/>
          <p14:tracePt t="4458" x="6188075" y="4683125"/>
          <p14:tracePt t="4460" x="6194425" y="4683125"/>
          <p14:tracePt t="4469" x="6234113" y="4683125"/>
          <p14:tracePt t="4479" x="6334125" y="4687888"/>
          <p14:tracePt t="4489" x="6457950" y="4687888"/>
          <p14:tracePt t="4499" x="6599238" y="4687888"/>
          <p14:tracePt t="4509" x="6734175" y="4676775"/>
          <p14:tracePt t="4519" x="6840538" y="4665663"/>
          <p14:tracePt t="4529" x="6919913" y="4654550"/>
          <p14:tracePt t="4530" x="6931025" y="4648200"/>
          <p14:tracePt t="4539" x="6981825" y="4648200"/>
          <p14:tracePt t="4549" x="7032625" y="4643438"/>
          <p14:tracePt t="4559" x="7070725" y="4643438"/>
          <p14:tracePt t="4569" x="7092950" y="4643438"/>
          <p14:tracePt t="4579" x="7110413" y="4643438"/>
          <p14:tracePt t="4589" x="7116763" y="4643438"/>
          <p14:tracePt t="4599" x="7121525" y="4643438"/>
          <p14:tracePt t="4609" x="7121525" y="4648200"/>
          <p14:tracePt t="4630" x="7127875" y="4654550"/>
          <p14:tracePt t="4636" x="7127875" y="4659313"/>
          <p14:tracePt t="4639" x="7132638" y="4665663"/>
          <p14:tracePt t="4649" x="7150100" y="4699000"/>
          <p14:tracePt t="4659" x="7172325" y="4738688"/>
          <p14:tracePt t="4669" x="7189788" y="4789488"/>
          <p14:tracePt t="4679" x="7205663" y="4840288"/>
          <p14:tracePt t="4689" x="7216775" y="4891088"/>
          <p14:tracePt t="4699" x="7227888" y="4946650"/>
          <p14:tracePt t="4709" x="7234238" y="4997450"/>
          <p14:tracePt t="4719" x="7234238" y="5053013"/>
          <p14:tracePt t="4729" x="7234238" y="5110163"/>
          <p14:tracePt t="4730" x="7234238" y="5114925"/>
          <p14:tracePt t="4739" x="7234238" y="5165725"/>
          <p14:tracePt t="4749" x="7227888" y="5227638"/>
          <p14:tracePt t="4759" x="7223125" y="5289550"/>
          <p14:tracePt t="4769" x="7216775" y="5362575"/>
          <p14:tracePt t="4770" x="7216775" y="5373688"/>
          <p14:tracePt t="4779" x="7205663" y="5424488"/>
          <p14:tracePt t="4789" x="7194550" y="5480050"/>
          <p14:tracePt t="4799" x="7178675" y="5541963"/>
          <p14:tracePt t="4809" x="7161213" y="5599113"/>
          <p14:tracePt t="4819" x="7138988" y="5654675"/>
          <p14:tracePt t="4829" x="7121525" y="5694363"/>
          <p14:tracePt t="4839" x="7099300" y="5734050"/>
          <p14:tracePt t="4849" x="7088188" y="5767388"/>
          <p14:tracePt t="4859" x="7070725" y="5800725"/>
          <p14:tracePt t="4869" x="7054850" y="5818188"/>
          <p14:tracePt t="4879" x="7037388" y="5846763"/>
          <p14:tracePt t="4889" x="7015163" y="5862638"/>
          <p14:tracePt t="4899" x="6997700" y="5880100"/>
          <p14:tracePt t="4909" x="6959600" y="5902325"/>
          <p14:tracePt t="4919" x="6891338" y="5935663"/>
          <p14:tracePt t="4929" x="6800850" y="5964238"/>
          <p14:tracePt t="4939" x="6665913" y="5992813"/>
          <p14:tracePt t="4949" x="6446838" y="6019800"/>
          <p14:tracePt t="4959" x="6205538" y="6037263"/>
          <p14:tracePt t="4969" x="5935663" y="6059488"/>
          <p14:tracePt t="4979" x="5676900" y="6092825"/>
          <p14:tracePt t="4989" x="5424488" y="6132513"/>
          <p14:tracePt t="4999" x="5183188" y="6183313"/>
          <p14:tracePt t="5009" x="4951413" y="6223000"/>
          <p14:tracePt t="5010" x="4902200" y="6234113"/>
          <p14:tracePt t="5019" x="4738688" y="6262688"/>
          <p14:tracePt t="5029" x="4581525" y="6296025"/>
          <p14:tracePt t="5039" x="4486275" y="6313488"/>
          <p14:tracePt t="5049" x="4440238" y="6318250"/>
          <p14:tracePt t="5059" x="4429125" y="6318250"/>
          <p14:tracePt t="5069" x="4424363" y="6318250"/>
          <p14:tracePt t="5088" x="4424363" y="6313488"/>
          <p14:tracePt t="5096" x="4435475" y="6307138"/>
          <p14:tracePt t="5099" x="4435475" y="6300788"/>
          <p14:tracePt t="5109" x="4435475" y="6289675"/>
          <p14:tracePt t="5119" x="4440238" y="6273800"/>
          <p14:tracePt t="5129" x="4440238" y="6234113"/>
          <p14:tracePt t="5139" x="4446588" y="6189663"/>
          <p14:tracePt t="5149" x="4451350" y="6127750"/>
          <p14:tracePt t="5159" x="4462463" y="6043613"/>
          <p14:tracePt t="5169" x="4462463" y="5953125"/>
          <p14:tracePt t="5179" x="4462463" y="5868988"/>
          <p14:tracePt t="5189" x="4462463" y="5784850"/>
          <p14:tracePt t="5199" x="4462463" y="5711825"/>
          <p14:tracePt t="5209" x="4462463" y="5649913"/>
          <p14:tracePt t="5210" x="4462463" y="5638800"/>
          <p14:tracePt t="5219" x="4473575" y="5592763"/>
          <p14:tracePt t="5229" x="4491038" y="5526088"/>
          <p14:tracePt t="5239" x="4513263" y="5457825"/>
          <p14:tracePt t="5249" x="4541838" y="5384800"/>
          <p14:tracePt t="5259" x="4570413" y="5300663"/>
          <p14:tracePt t="5269" x="4603750" y="5216525"/>
          <p14:tracePt t="5279" x="4625975" y="5137150"/>
          <p14:tracePt t="5289" x="4648200" y="5059363"/>
          <p14:tracePt t="5299" x="4659313" y="4986338"/>
          <p14:tracePt t="5309" x="4676775" y="4929188"/>
          <p14:tracePt t="5319" x="4694238" y="4867275"/>
          <p14:tracePt t="5329" x="4710113" y="4811713"/>
          <p14:tracePt t="5339" x="4732338" y="4749800"/>
          <p14:tracePt t="5349" x="4749800" y="4705350"/>
          <p14:tracePt t="5359" x="4778375" y="4648200"/>
          <p14:tracePt t="5369" x="4805363" y="4614863"/>
          <p14:tracePt t="5379" x="4833938" y="4570413"/>
          <p14:tracePt t="5389" x="4867275" y="4530725"/>
          <p14:tracePt t="5399" x="4895850" y="4497388"/>
          <p14:tracePt t="5409" x="4929188" y="4451350"/>
          <p14:tracePt t="5419" x="4979988" y="4406900"/>
          <p14:tracePt t="5420" x="4986338" y="4402138"/>
          <p14:tracePt t="5429" x="5048250" y="4356100"/>
          <p14:tracePt t="5439" x="5121275" y="4311650"/>
          <p14:tracePt t="5449" x="5210175" y="4267200"/>
          <p14:tracePt t="5450" x="5227638" y="4260850"/>
          <p14:tracePt t="5459" x="5307013" y="4238625"/>
          <p14:tracePt t="5469" x="5395913" y="4216400"/>
          <p14:tracePt t="5479" x="5486400" y="4205288"/>
          <p14:tracePt t="5489" x="5564188" y="4198938"/>
          <p14:tracePt t="5499" x="5632450" y="4198938"/>
          <p14:tracePt t="5500" x="5637213" y="4198938"/>
          <p14:tracePt t="5509" x="5676900" y="4198938"/>
          <p14:tracePt t="5519" x="5710238" y="4198938"/>
          <p14:tracePt t="5529" x="5734050" y="4198938"/>
          <p14:tracePt t="5539" x="5761038" y="4198938"/>
          <p14:tracePt t="5549" x="5783263" y="4198938"/>
          <p14:tracePt t="5559" x="5800725" y="4198938"/>
          <p14:tracePt t="5569" x="5818188" y="4198938"/>
          <p14:tracePt t="5579" x="5840413" y="4198938"/>
          <p14:tracePt t="5589" x="5862638" y="4210050"/>
          <p14:tracePt t="5599" x="5895975" y="4227513"/>
          <p14:tracePt t="5609" x="5953125" y="4260850"/>
          <p14:tracePt t="5619" x="6026150" y="4305300"/>
          <p14:tracePt t="5629" x="6092825" y="4351338"/>
          <p14:tracePt t="5639" x="6165850" y="4395788"/>
          <p14:tracePt t="5649" x="6238875" y="4446588"/>
          <p14:tracePt t="5659" x="6307138" y="4497388"/>
          <p14:tracePt t="5660" x="6323013" y="4513263"/>
          <p14:tracePt t="5669" x="6380163" y="4564063"/>
          <p14:tracePt t="5679" x="6453188" y="4637088"/>
          <p14:tracePt t="5689" x="6530975" y="4716463"/>
          <p14:tracePt t="5699" x="6610350" y="4811713"/>
          <p14:tracePt t="5709" x="6677025" y="4895850"/>
          <p14:tracePt t="5719" x="6751638" y="4968875"/>
          <p14:tracePt t="5729" x="6800850" y="5037138"/>
          <p14:tracePt t="5739" x="6840538" y="5099050"/>
          <p14:tracePt t="5749" x="6897688" y="5165725"/>
          <p14:tracePt t="5759" x="6924675" y="5222875"/>
          <p14:tracePt t="5760" x="6924675" y="5233988"/>
          <p14:tracePt t="5769" x="6942138" y="5272088"/>
          <p14:tracePt t="5779" x="6953250" y="5307013"/>
          <p14:tracePt t="5789" x="6953250" y="5340350"/>
          <p14:tracePt t="5799" x="6953250" y="5373688"/>
          <p14:tracePt t="5809" x="6953250" y="5395913"/>
          <p14:tracePt t="5819" x="6946900" y="5424488"/>
          <p14:tracePt t="5829" x="6942138" y="5446713"/>
          <p14:tracePt t="5839" x="6924675" y="5480050"/>
          <p14:tracePt t="5849" x="6913563" y="5508625"/>
          <p14:tracePt t="5859" x="6891338" y="5541963"/>
          <p14:tracePt t="5869" x="6869113" y="5581650"/>
          <p14:tracePt t="5879" x="6824663" y="5627688"/>
          <p14:tracePt t="5889" x="6762750" y="5683250"/>
          <p14:tracePt t="5890" x="6738938" y="5700713"/>
          <p14:tracePt t="5899" x="6683375" y="5734050"/>
          <p14:tracePt t="5909" x="6588125" y="5778500"/>
          <p14:tracePt t="5919" x="6492875" y="5818188"/>
          <p14:tracePt t="5929" x="6402388" y="5851525"/>
          <p14:tracePt t="5939" x="6329363" y="5884863"/>
          <p14:tracePt t="5949" x="6267450" y="5913438"/>
          <p14:tracePt t="5950" x="6256338" y="5913438"/>
          <p14:tracePt t="5959" x="6223000" y="5935663"/>
          <p14:tracePt t="5969" x="6188075" y="5953125"/>
          <p14:tracePt t="5980" x="6161088" y="5970588"/>
          <p14:tracePt t="5989" x="6149975" y="5970588"/>
          <p14:tracePt t="5999" x="6138863" y="5975350"/>
          <p14:tracePt t="6009" x="6132513" y="5975350"/>
          <p14:tracePt t="6036" x="6126163" y="5975350"/>
          <p14:tracePt t="6052" x="6121400" y="5975350"/>
          <p14:tracePt t="6058" x="6121400" y="5970588"/>
          <p14:tracePt t="6060" x="6115050" y="5970588"/>
          <p14:tracePt t="6069" x="6103938" y="5957888"/>
          <p14:tracePt t="6079" x="6065838" y="5919788"/>
          <p14:tracePt t="6089" x="5997575" y="5862638"/>
          <p14:tracePt t="6099" x="5930900" y="5784850"/>
          <p14:tracePt t="6109" x="5857875" y="5705475"/>
          <p14:tracePt t="6119" x="5795963" y="5621338"/>
          <p14:tracePt t="6129" x="5734050" y="5541963"/>
          <p14:tracePt t="6139" x="5672138" y="5464175"/>
          <p14:tracePt t="6149" x="5603875" y="5391150"/>
          <p14:tracePt t="6159" x="5559425" y="5334000"/>
          <p14:tracePt t="6169" x="5530850" y="5295900"/>
          <p14:tracePt t="6179" x="5514975" y="5272088"/>
          <p14:tracePt t="6189" x="5502275" y="5249863"/>
          <p14:tracePt t="6199" x="5491163" y="5227638"/>
          <p14:tracePt t="6209" x="5486400" y="5210175"/>
          <p14:tracePt t="6219" x="5480050" y="5205413"/>
          <p14:tracePt t="6229" x="5480050" y="5199063"/>
          <p14:tracePt t="6374" x="5480050" y="5194300"/>
          <p14:tracePt t="6972" x="5475288" y="5194300"/>
          <p14:tracePt t="6980" x="5468938" y="5194300"/>
          <p14:tracePt t="6988" x="5464175" y="5194300"/>
          <p14:tracePt t="6992" x="5457825" y="5194300"/>
          <p14:tracePt t="7006" x="5457825" y="5187950"/>
          <p14:tracePt t="7012" x="5453063" y="5187950"/>
          <p14:tracePt t="7022" x="5446713" y="5187950"/>
          <p14:tracePt t="7029" x="5435600" y="5187950"/>
          <p14:tracePt t="7039" x="5424488" y="5194300"/>
          <p14:tracePt t="7040" x="5413375" y="5194300"/>
          <p14:tracePt t="7049" x="5395913" y="5199063"/>
          <p14:tracePt t="7059" x="5373688" y="5205413"/>
          <p14:tracePt t="7069" x="5356225" y="5216525"/>
          <p14:tracePt t="7079" x="5351463" y="5227638"/>
          <p14:tracePt t="7089" x="5345113" y="5238750"/>
          <p14:tracePt t="7099" x="5340350" y="5245100"/>
          <p14:tracePt t="7109" x="5334000" y="5249863"/>
          <p14:tracePt t="7119" x="5322888" y="5260975"/>
          <p14:tracePt t="7129" x="5307013" y="5272088"/>
          <p14:tracePt t="7139" x="5289550" y="5284788"/>
          <p14:tracePt t="7149" x="5267325" y="5284788"/>
          <p14:tracePt t="7159" x="5245100" y="5289550"/>
          <p14:tracePt t="7169" x="5221288" y="5289550"/>
          <p14:tracePt t="7179" x="5199063" y="5289550"/>
          <p14:tracePt t="7189" x="5183188" y="5289550"/>
          <p14:tracePt t="7199" x="5148263" y="5295900"/>
          <p14:tracePt t="7209" x="5103813" y="5295900"/>
          <p14:tracePt t="7219" x="5048250" y="5295900"/>
          <p14:tracePt t="7229" x="4968875" y="5295900"/>
          <p14:tracePt t="7239" x="4895850" y="5295900"/>
          <p14:tracePt t="7249" x="4840288" y="5295900"/>
          <p14:tracePt t="7259" x="4805363" y="5295900"/>
          <p14:tracePt t="7269" x="4794250" y="5295900"/>
          <p14:tracePt t="7294" x="4789488" y="5295900"/>
          <p14:tracePt t="7324" x="4783138" y="5295900"/>
          <p14:tracePt t="7350" x="4789488" y="5289550"/>
          <p14:tracePt t="7354" x="4794250" y="5284788"/>
          <p14:tracePt t="7359" x="4800600" y="5272088"/>
          <p14:tracePt t="7369" x="4845050" y="5227638"/>
          <p14:tracePt t="7379" x="4924425" y="5143500"/>
          <p14:tracePt t="7389" x="5041900" y="5048250"/>
          <p14:tracePt t="7399" x="5143500" y="4975225"/>
          <p14:tracePt t="7409" x="5232400" y="4929188"/>
          <p14:tracePt t="7419" x="5307013" y="4906963"/>
          <p14:tracePt t="7429" x="5351463" y="4895850"/>
          <p14:tracePt t="7439" x="5362575" y="4895850"/>
          <p14:tracePt t="7449" x="5367338" y="4895850"/>
          <p14:tracePt t="7486" x="5373688" y="4895850"/>
          <p14:tracePt t="7612" x="5380038" y="4895850"/>
          <p14:tracePt t="7624" x="5384800" y="4895850"/>
          <p14:tracePt t="7636" x="5391150" y="4895850"/>
          <p14:tracePt t="7672" x="5395913" y="4902200"/>
          <p14:tracePt t="7676" x="5395913" y="4906963"/>
          <p14:tracePt t="7679" x="5395913" y="4913313"/>
          <p14:tracePt t="7689" x="5402263" y="4946650"/>
          <p14:tracePt t="7699" x="5413375" y="5002213"/>
          <p14:tracePt t="7709" x="5413375" y="5053013"/>
          <p14:tracePt t="7719" x="5407025" y="5099050"/>
          <p14:tracePt t="7729" x="5391150" y="5132388"/>
          <p14:tracePt t="7739" x="5367338" y="5149850"/>
          <p14:tracePt t="7749" x="5362575" y="5154613"/>
          <p14:tracePt t="7760" x="5362575" y="5160963"/>
          <p14:tracePt t="7796" x="5356225" y="5160963"/>
          <p14:tracePt t="7980" x="5356225" y="5154613"/>
          <p14:tracePt t="7986" x="5356225" y="5149850"/>
          <p14:tracePt t="7990" x="5356225" y="5143500"/>
          <p14:tracePt t="7999" x="5356225" y="5132388"/>
          <p14:tracePt t="8009" x="5356225" y="5121275"/>
          <p14:tracePt t="8019" x="5356225" y="5110163"/>
          <p14:tracePt t="8029" x="5356225" y="5103813"/>
          <p14:tracePt t="8039" x="5356225" y="5099050"/>
          <p14:tracePt t="8056" x="5356225" y="5092700"/>
          <p14:tracePt t="8064" x="5356225" y="5087938"/>
          <p14:tracePt t="8096" x="5356225" y="5081588"/>
          <p14:tracePt t="8144" x="5356225" y="5076825"/>
          <p14:tracePt t="29626" x="5356225" y="5081588"/>
          <p14:tracePt t="29632" x="5351463" y="5087938"/>
          <p14:tracePt t="29636" x="5351463" y="5092700"/>
          <p14:tracePt t="29649" x="5340350" y="5103813"/>
          <p14:tracePt t="29659" x="5334000" y="5114925"/>
          <p14:tracePt t="29660" x="5334000" y="5121275"/>
          <p14:tracePt t="29669" x="5329238" y="5126038"/>
          <p14:tracePt t="29679" x="5322888" y="5132388"/>
          <p14:tracePt t="29689" x="5318125" y="5137150"/>
          <p14:tracePt t="29708" x="5311775" y="5137150"/>
          <p14:tracePt t="29722" x="5307013" y="5137150"/>
          <p14:tracePt t="29744" x="5300663" y="5137150"/>
          <p14:tracePt t="29764" x="5294313" y="5137150"/>
          <p14:tracePt t="29780" x="5289550" y="5137150"/>
          <p14:tracePt t="29782" x="5289550" y="5132388"/>
          <p14:tracePt t="29789" x="5278438" y="5126038"/>
          <p14:tracePt t="29799" x="5272088" y="5110163"/>
          <p14:tracePt t="29809" x="5256213" y="5099050"/>
          <p14:tracePt t="29819" x="5245100" y="5081588"/>
          <p14:tracePt t="29829" x="5232400" y="5064125"/>
          <p14:tracePt t="29840" x="5227638" y="5064125"/>
          <p14:tracePt t="29849" x="5221288" y="5059363"/>
          <p14:tracePt t="29868" x="5221288" y="5053013"/>
          <p14:tracePt t="29994" x="5227638" y="5053013"/>
          <p14:tracePt t="29996" x="5227638" y="5048250"/>
          <p14:tracePt t="29999" x="5232400" y="5048250"/>
          <p14:tracePt t="30010" x="5238750" y="5041900"/>
          <p14:tracePt t="30019" x="5245100" y="5037138"/>
          <p14:tracePt t="30029" x="5260975" y="5030788"/>
          <p14:tracePt t="30039" x="5272088" y="5026025"/>
          <p14:tracePt t="30049" x="5278438" y="5019675"/>
          <p14:tracePt t="30059" x="5283200" y="5019675"/>
          <p14:tracePt t="30080" x="5289550" y="5019675"/>
          <p14:tracePt t="30116" x="5294313" y="5019675"/>
          <p14:tracePt t="30162" x="5300663" y="5019675"/>
          <p14:tracePt t="30194" x="5307013" y="5019675"/>
          <p14:tracePt t="30246" x="5307013" y="5026025"/>
          <p14:tracePt t="30276" x="5307013" y="5030788"/>
          <p14:tracePt t="30280" x="5311775" y="5030788"/>
          <p14:tracePt t="30296" x="5311775" y="5037138"/>
          <p14:tracePt t="30306" x="5311775" y="5041900"/>
          <p14:tracePt t="30310" x="5311775" y="5048250"/>
          <p14:tracePt t="30318" x="5311775" y="5053013"/>
          <p14:tracePt t="30322" x="5311775" y="5059363"/>
          <p14:tracePt t="30330" x="5311775" y="5070475"/>
          <p14:tracePt t="30339" x="5311775" y="5081588"/>
          <p14:tracePt t="30349" x="5311775" y="5092700"/>
          <p14:tracePt t="30360" x="5311775" y="5099050"/>
          <p14:tracePt t="30378" x="5311775" y="5103813"/>
          <p14:tracePt t="30444" x="5311775" y="5099050"/>
          <p14:tracePt t="30452" x="5311775" y="5092700"/>
          <p14:tracePt t="30454" x="5311775" y="5087938"/>
          <p14:tracePt t="30460" x="5311775" y="5081588"/>
          <p14:tracePt t="30469" x="5307013" y="5070475"/>
          <p14:tracePt t="30479" x="5300663" y="5037138"/>
          <p14:tracePt t="30489" x="5294313" y="5002213"/>
          <p14:tracePt t="30499" x="5289550" y="4957763"/>
          <p14:tracePt t="30500" x="5283200" y="4953000"/>
          <p14:tracePt t="30509" x="5278438" y="4918075"/>
          <p14:tracePt t="30519" x="5267325" y="4867275"/>
          <p14:tracePt t="30529" x="5260975" y="4833938"/>
          <p14:tracePt t="30539" x="5249863" y="4806950"/>
          <p14:tracePt t="30549" x="5245100" y="4783138"/>
          <p14:tracePt t="30559" x="5245100" y="4772025"/>
          <p14:tracePt t="30560" x="5245100" y="4767263"/>
          <p14:tracePt t="30569" x="5245100" y="4760913"/>
          <p14:tracePt t="30579" x="5245100" y="4749800"/>
          <p14:tracePt t="30589" x="5245100" y="4745038"/>
          <p14:tracePt t="30599" x="5245100" y="4738688"/>
          <p14:tracePt t="30600" x="5245100" y="4733925"/>
          <p14:tracePt t="30618" x="5245100" y="4727575"/>
          <p14:tracePt t="30630" x="5245100" y="4721225"/>
          <p14:tracePt t="30638" x="5245100" y="4716463"/>
          <p14:tracePt t="30676" x="5245100" y="4710113"/>
          <p14:tracePt t="30682" x="5245100" y="4705350"/>
          <p14:tracePt t="30688" x="5245100" y="4699000"/>
          <p14:tracePt t="30690" x="5245100" y="4694238"/>
          <p14:tracePt t="30699" x="5249863" y="4659313"/>
          <p14:tracePt t="30709" x="5267325" y="4632325"/>
          <p14:tracePt t="30719" x="5278438" y="4598988"/>
          <p14:tracePt t="30729" x="5294313" y="4575175"/>
          <p14:tracePt t="30739" x="5300663" y="4559300"/>
          <p14:tracePt t="30749" x="5307013" y="4552950"/>
          <p14:tracePt t="30759" x="5307013" y="4548188"/>
          <p14:tracePt t="30778" x="5307013" y="4541838"/>
          <p14:tracePt t="30786" x="5311775" y="4541838"/>
          <p14:tracePt t="30792" x="5311775" y="4537075"/>
          <p14:tracePt t="31062" x="5318125" y="4537075"/>
          <p14:tracePt t="31082" x="5322888" y="4537075"/>
          <p14:tracePt t="31084" x="5322888" y="4530725"/>
          <p14:tracePt t="31100" x="5329238" y="4530725"/>
          <p14:tracePt t="31108" x="5334000" y="4530725"/>
          <p14:tracePt t="31116" x="5340350" y="4524375"/>
          <p14:tracePt t="31120" x="5345113" y="4524375"/>
          <p14:tracePt t="31130" x="5362575" y="4524375"/>
          <p14:tracePt t="31139" x="5373688" y="4519613"/>
          <p14:tracePt t="31149" x="5384800" y="4513263"/>
          <p14:tracePt t="31159" x="5402263" y="4513263"/>
          <p14:tracePt t="31169" x="5407025" y="4508500"/>
          <p14:tracePt t="31179" x="5413375" y="4502150"/>
          <p14:tracePt t="31189" x="5424488" y="4497388"/>
          <p14:tracePt t="31199" x="5429250" y="4491038"/>
          <p14:tracePt t="31209" x="5435600" y="4486275"/>
          <p14:tracePt t="31219" x="5446713" y="4479925"/>
          <p14:tracePt t="31229" x="5453063" y="4468813"/>
          <p14:tracePt t="31239" x="5464175" y="4457700"/>
          <p14:tracePt t="31249" x="5475288" y="4446588"/>
          <p14:tracePt t="31259" x="5480050" y="4440238"/>
          <p14:tracePt t="31276" x="5486400" y="4435475"/>
          <p14:tracePt t="31286" x="5491163" y="4435475"/>
          <p14:tracePt t="31292" x="5491163" y="4429125"/>
          <p14:tracePt t="31308" x="5497513" y="4429125"/>
          <p14:tracePt t="31310" x="5497513" y="4424363"/>
          <p14:tracePt t="31320" x="5497513" y="4418013"/>
          <p14:tracePt t="31356" x="5502275" y="4418013"/>
          <p14:tracePt t="31400" x="5508625" y="4418013"/>
          <p14:tracePt t="31406" x="5514975" y="4418013"/>
          <p14:tracePt t="31414" x="5519738" y="4418013"/>
          <p14:tracePt t="31424" x="5526088" y="4418013"/>
          <p14:tracePt t="31432" x="5530850" y="4418013"/>
          <p14:tracePt t="31439" x="5541963" y="4418013"/>
          <p14:tracePt t="31449" x="5570538" y="4418013"/>
          <p14:tracePt t="31459" x="5599113" y="4418013"/>
          <p14:tracePt t="31470" x="5661025" y="4429125"/>
          <p14:tracePt t="31479" x="5705475" y="4435475"/>
          <p14:tracePt t="31489" x="5778500" y="4440238"/>
          <p14:tracePt t="31499" x="5884863" y="4446588"/>
          <p14:tracePt t="31509" x="5980113" y="4446588"/>
          <p14:tracePt t="31519" x="6103938" y="4446588"/>
          <p14:tracePt t="31529" x="6234113" y="4446588"/>
          <p14:tracePt t="31530" x="6249988" y="4446588"/>
          <p14:tracePt t="31539" x="6340475" y="4446588"/>
          <p14:tracePt t="31549" x="6419850" y="4446588"/>
          <p14:tracePt t="31559" x="6453188" y="4435475"/>
          <p14:tracePt t="31569" x="6469063" y="4429125"/>
          <p14:tracePt t="31580" x="6469063" y="4424363"/>
          <p14:tracePt t="31589" x="6475413" y="4424363"/>
          <p14:tracePt t="31599" x="6475413" y="4418013"/>
          <p14:tracePt t="31878" x="6481763" y="4418013"/>
          <p14:tracePt t="31888" x="6486525" y="4418013"/>
          <p14:tracePt t="31892" x="6492875" y="4418013"/>
          <p14:tracePt t="31899" x="6497638" y="4418013"/>
          <p14:tracePt t="31909" x="6530975" y="4424363"/>
          <p14:tracePt t="31919" x="6577013" y="4440238"/>
          <p14:tracePt t="31929" x="6661150" y="4457700"/>
          <p14:tracePt t="31939" x="6738938" y="4475163"/>
          <p14:tracePt t="31949" x="6818313" y="4491038"/>
          <p14:tracePt t="31959" x="6891338" y="4508500"/>
          <p14:tracePt t="31969" x="6946900" y="4519613"/>
          <p14:tracePt t="31980" x="6975475" y="4524375"/>
          <p14:tracePt t="31989" x="6992938" y="4524375"/>
          <p14:tracePt t="32000" x="6997700" y="4530725"/>
          <p14:tracePt t="32012" x="7004050" y="4530725"/>
          <p14:tracePt t="32022" x="7004050" y="4537075"/>
          <p14:tracePt t="32029" x="7015163" y="4537075"/>
          <p14:tracePt t="32039" x="7019925" y="4548188"/>
          <p14:tracePt t="32049" x="7037388" y="4552950"/>
          <p14:tracePt t="32059" x="7065963" y="4586288"/>
          <p14:tracePt t="32069" x="7088188" y="4610100"/>
          <p14:tracePt t="32079" x="7110413" y="4632325"/>
          <p14:tracePt t="32089" x="7127875" y="4665663"/>
          <p14:tracePt t="32099" x="7143750" y="4705350"/>
          <p14:tracePt t="32109" x="7167563" y="4756150"/>
          <p14:tracePt t="32119" x="7183438" y="4800600"/>
          <p14:tracePt t="32129" x="7212013" y="4851400"/>
          <p14:tracePt t="32139" x="7256463" y="4935538"/>
          <p14:tracePt t="32140" x="7262813" y="4946650"/>
          <p14:tracePt t="32149" x="7289800" y="4997450"/>
          <p14:tracePt t="32159" x="7324725" y="5053013"/>
          <p14:tracePt t="32169" x="7351713" y="5114925"/>
          <p14:tracePt t="32180" x="7380288" y="5172075"/>
          <p14:tracePt t="32189" x="7391400" y="5210175"/>
          <p14:tracePt t="32199" x="7397750" y="5245100"/>
          <p14:tracePt t="32209" x="7402513" y="5284788"/>
          <p14:tracePt t="32219" x="7408863" y="5307013"/>
          <p14:tracePt t="32229" x="7408863" y="5334000"/>
          <p14:tracePt t="32239" x="7408863" y="5362575"/>
          <p14:tracePt t="32250" x="7408863" y="5395913"/>
          <p14:tracePt t="32259" x="7408863" y="5419725"/>
          <p14:tracePt t="32269" x="7402513" y="5446713"/>
          <p14:tracePt t="32279" x="7391400" y="5486400"/>
          <p14:tracePt t="32289" x="7375525" y="5526088"/>
          <p14:tracePt t="32299" x="7346950" y="5565775"/>
          <p14:tracePt t="32309" x="7307263" y="5614988"/>
          <p14:tracePt t="32310" x="7302500" y="5627688"/>
          <p14:tracePt t="32319" x="7251700" y="5676900"/>
          <p14:tracePt t="32329" x="7178675" y="5738813"/>
          <p14:tracePt t="32339" x="7105650" y="5800725"/>
          <p14:tracePt t="32340" x="7081838" y="5818188"/>
          <p14:tracePt t="32349" x="7008813" y="5880100"/>
          <p14:tracePt t="32359" x="6919913" y="5953125"/>
          <p14:tracePt t="32369" x="6829425" y="6015038"/>
          <p14:tracePt t="32379" x="6751638" y="6076950"/>
          <p14:tracePt t="32389" x="6665913" y="6132513"/>
          <p14:tracePt t="32399" x="6588125" y="6178550"/>
          <p14:tracePt t="32409" x="6497638" y="6223000"/>
          <p14:tracePt t="32419" x="6430963" y="6262688"/>
          <p14:tracePt t="32429" x="6369050" y="6296025"/>
          <p14:tracePt t="32439" x="6329363" y="6318250"/>
          <p14:tracePt t="32449" x="6289675" y="6340475"/>
          <p14:tracePt t="32459" x="6273800" y="6346825"/>
          <p14:tracePt t="32469" x="6249988" y="6357938"/>
          <p14:tracePt t="32479" x="6234113" y="6362700"/>
          <p14:tracePt t="32489" x="6223000" y="6362700"/>
          <p14:tracePt t="32506" x="6216650" y="6362700"/>
          <p14:tracePt t="32514" x="6211888" y="6357938"/>
          <p14:tracePt t="32519" x="6200775" y="6351588"/>
          <p14:tracePt t="32529" x="6172200" y="6318250"/>
          <p14:tracePt t="32539" x="6115050" y="6251575"/>
          <p14:tracePt t="32549" x="6037263" y="6165850"/>
          <p14:tracePt t="32559" x="5935663" y="6059488"/>
          <p14:tracePt t="32569" x="5811838" y="5913438"/>
          <p14:tracePt t="32579" x="5665788" y="5756275"/>
          <p14:tracePt t="32589" x="5592763" y="5665788"/>
          <p14:tracePt t="32599" x="5453063" y="5519738"/>
          <p14:tracePt t="32609" x="5329238" y="5407025"/>
          <p14:tracePt t="32619" x="5216525" y="5311775"/>
          <p14:tracePt t="32629" x="5110163" y="5222875"/>
          <p14:tracePt t="32639" x="5024438" y="5160963"/>
          <p14:tracePt t="32649" x="4964113" y="5110163"/>
          <p14:tracePt t="32650" x="4951413" y="5099050"/>
          <p14:tracePt t="32659" x="4918075" y="5064125"/>
          <p14:tracePt t="32669" x="4878388" y="5026025"/>
          <p14:tracePt t="32679" x="4862513" y="5002213"/>
          <p14:tracePt t="32689" x="4856163" y="4979988"/>
          <p14:tracePt t="32690" x="4851400" y="4975225"/>
          <p14:tracePt t="32699" x="4845050" y="4957763"/>
          <p14:tracePt t="32709" x="4833938" y="4935538"/>
          <p14:tracePt t="32719" x="4822825" y="4913313"/>
          <p14:tracePt t="32729" x="4816475" y="4891088"/>
          <p14:tracePt t="32739" x="4816475" y="4867275"/>
          <p14:tracePt t="32749" x="4816475" y="4851400"/>
          <p14:tracePt t="32759" x="4816475" y="4833938"/>
          <p14:tracePt t="32769" x="4816475" y="4811713"/>
          <p14:tracePt t="32779" x="4829175" y="4789488"/>
          <p14:tracePt t="32789" x="4840288" y="4749800"/>
          <p14:tracePt t="32799" x="4867275" y="4710113"/>
          <p14:tracePt t="32810" x="4918075" y="4654550"/>
          <p14:tracePt t="32819" x="4975225" y="4598988"/>
          <p14:tracePt t="32829" x="5041900" y="4541838"/>
          <p14:tracePt t="32839" x="5114925" y="4502150"/>
          <p14:tracePt t="32849" x="5205413" y="4464050"/>
          <p14:tracePt t="32859" x="5307013" y="4413250"/>
          <p14:tracePt t="32869" x="5402263" y="4373563"/>
          <p14:tracePt t="32879" x="5480050" y="4340225"/>
          <p14:tracePt t="32889" x="5537200" y="4316413"/>
          <p14:tracePt t="32890" x="5548313" y="4316413"/>
          <p14:tracePt t="32899" x="5581650" y="4305300"/>
          <p14:tracePt t="32909" x="5599113" y="4294188"/>
          <p14:tracePt t="32919" x="5614988" y="4289425"/>
          <p14:tracePt t="32929" x="5621338" y="4283075"/>
          <p14:tracePt t="32939" x="5626100" y="4283075"/>
          <p14:tracePt t="32949" x="5632450" y="4278313"/>
          <p14:tracePt t="32959" x="5637213" y="4278313"/>
          <p14:tracePt t="32969" x="5643563" y="4278313"/>
          <p14:tracePt t="32979" x="5665788" y="4271963"/>
          <p14:tracePt t="32989" x="5694363" y="4271963"/>
          <p14:tracePt t="32999" x="5745163" y="4278313"/>
          <p14:tracePt t="33010" x="5822950" y="4300538"/>
          <p14:tracePt t="33019" x="5902325" y="4329113"/>
          <p14:tracePt t="33030" x="6059488" y="4384675"/>
          <p14:tracePt t="33039" x="6183313" y="4435475"/>
          <p14:tracePt t="33049" x="6346825" y="4497388"/>
          <p14:tracePt t="33060" x="6542088" y="4570413"/>
          <p14:tracePt t="33069" x="6643688" y="4610100"/>
          <p14:tracePt t="33070" x="6661150" y="4621213"/>
          <p14:tracePt t="33079" x="6727825" y="4637088"/>
          <p14:tracePt t="33089" x="6767513" y="4665663"/>
          <p14:tracePt t="33090" x="6773863" y="4665663"/>
          <p14:tracePt t="33099" x="6778625" y="4672013"/>
          <p14:tracePt t="33109" x="6784975" y="4672013"/>
          <p14:tracePt t="33119" x="6784975" y="4676775"/>
          <p14:tracePt t="33129" x="6789738" y="4676775"/>
          <p14:tracePt t="33254" x="6784975" y="4676775"/>
          <p14:tracePt t="33266" x="6778625" y="4676775"/>
          <p14:tracePt t="33268" x="6778625" y="4683125"/>
          <p14:tracePt t="33270" x="6778625" y="4687888"/>
          <p14:tracePt t="33279" x="6767513" y="4710113"/>
          <p14:tracePt t="33289" x="6767513" y="4783138"/>
          <p14:tracePt t="33299" x="6773863" y="4884738"/>
          <p14:tracePt t="33309" x="6796088" y="5014913"/>
          <p14:tracePt t="33319" x="6829425" y="5165725"/>
          <p14:tracePt t="33329" x="6862763" y="5278438"/>
          <p14:tracePt t="33339" x="6880225" y="5307013"/>
          <p14:tracePt t="33349" x="6880225" y="5311775"/>
          <p14:tracePt t="33378" x="6884988" y="5311775"/>
          <p14:tracePt t="33932" x="6884988" y="5318125"/>
          <p14:tracePt t="34254" x="6884988" y="5329238"/>
          <p14:tracePt t="34256" x="6891338" y="5340350"/>
          <p14:tracePt t="34260" x="6902450" y="5373688"/>
          <p14:tracePt t="34269" x="6964363" y="5503863"/>
          <p14:tracePt t="34279" x="7070725" y="5694363"/>
          <p14:tracePt t="34289" x="7178675" y="5913438"/>
          <p14:tracePt t="34299" x="7307263" y="6161088"/>
          <p14:tracePt t="34309" x="7424738" y="6397625"/>
          <p14:tracePt t="34319" x="7537450" y="6605588"/>
          <p14:tracePt t="34329" x="7661275" y="6813550"/>
          <p14:tracePt t="34826" x="630238" y="6784975"/>
          <p14:tracePt t="34829" x="471488" y="6734175"/>
        </p14:tracePtLst>
      </p14:laserTrace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3A49D-E6F9-0DBA-F305-A95471D68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BBB1A-5239-6A78-4B5F-5A5876E3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45880-8965-15C5-35E5-BC87B8A37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146" name="Picture 2" descr="Picture of the brain; arrows point to the amygdala">
            <a:extLst>
              <a:ext uri="{FF2B5EF4-FFF2-40B4-BE49-F238E27FC236}">
                <a16:creationId xmlns:a16="http://schemas.microsoft.com/office/drawing/2014/main" id="{1D001BD1-7D9F-F0A1-A54F-D27A6A7221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316" y="1825625"/>
            <a:ext cx="5952343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838033D-DD5C-1A9F-797E-B1EE1E6F6901}"/>
              </a:ext>
            </a:extLst>
          </p:cNvPr>
          <p:cNvSpPr/>
          <p:nvPr/>
        </p:nvSpPr>
        <p:spPr>
          <a:xfrm>
            <a:off x="3321811" y="1587443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59E604-FAD3-2A47-C9CE-B74C70851346}"/>
              </a:ext>
            </a:extLst>
          </p:cNvPr>
          <p:cNvSpPr/>
          <p:nvPr/>
        </p:nvSpPr>
        <p:spPr>
          <a:xfrm>
            <a:off x="7319553" y="2355622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94084-B05F-7879-A133-06D5CFE524D4}"/>
              </a:ext>
            </a:extLst>
          </p:cNvPr>
          <p:cNvSpPr/>
          <p:nvPr/>
        </p:nvSpPr>
        <p:spPr>
          <a:xfrm rot="1315802">
            <a:off x="7761260" y="3766361"/>
            <a:ext cx="147559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EB5157-6E8B-04A5-BD8B-ACD373067F8D}"/>
              </a:ext>
            </a:extLst>
          </p:cNvPr>
          <p:cNvSpPr/>
          <p:nvPr/>
        </p:nvSpPr>
        <p:spPr>
          <a:xfrm>
            <a:off x="7054455" y="5329954"/>
            <a:ext cx="139337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78AB72-A48B-7638-E0FC-5B896FC08C1A}"/>
              </a:ext>
            </a:extLst>
          </p:cNvPr>
          <p:cNvSpPr/>
          <p:nvPr/>
        </p:nvSpPr>
        <p:spPr>
          <a:xfrm>
            <a:off x="3082835" y="4876237"/>
            <a:ext cx="139337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653C17-AB65-C75F-F890-7506A7797268}"/>
              </a:ext>
            </a:extLst>
          </p:cNvPr>
          <p:cNvSpPr/>
          <p:nvPr/>
        </p:nvSpPr>
        <p:spPr>
          <a:xfrm>
            <a:off x="2279950" y="4449646"/>
            <a:ext cx="1743410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B64BFF-D7C4-AE9A-492A-F798957E757C}"/>
              </a:ext>
            </a:extLst>
          </p:cNvPr>
          <p:cNvSpPr txBox="1"/>
          <p:nvPr/>
        </p:nvSpPr>
        <p:spPr>
          <a:xfrm>
            <a:off x="8712924" y="905691"/>
            <a:ext cx="2790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</a:t>
            </a:r>
            <a:r>
              <a:rPr lang="en-US" dirty="0"/>
              <a:t>: Emotional processing; connects emotions and memory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B5BAA7-C763-2105-E8E7-5A0A0E7263D9}"/>
              </a:ext>
            </a:extLst>
          </p:cNvPr>
          <p:cNvSpPr/>
          <p:nvPr/>
        </p:nvSpPr>
        <p:spPr>
          <a:xfrm>
            <a:off x="7123103" y="2210278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52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503"/>
    </mc:Choice>
    <mc:Fallback xmlns="">
      <p:transition spd="slow" advTm="46503"/>
    </mc:Fallback>
  </mc:AlternateContent>
  <p:extLst>
    <p:ext uri="{3A86A75C-4F4B-4683-9AE1-C65F6400EC91}">
      <p14:laserTraceLst xmlns:p14="http://schemas.microsoft.com/office/powerpoint/2010/main">
        <p14:tracePtLst>
          <p14:tracePt t="88" x="5402263" y="4822825"/>
          <p14:tracePt t="104" x="5395913" y="4829175"/>
          <p14:tracePt t="111" x="5395913" y="4833938"/>
          <p14:tracePt t="116" x="5391150" y="4833938"/>
          <p14:tracePt t="120" x="5391150" y="4840288"/>
          <p14:tracePt t="130" x="5380038" y="4856163"/>
          <p14:tracePt t="140" x="5367338" y="4867275"/>
          <p14:tracePt t="141" x="5367338" y="4873625"/>
          <p14:tracePt t="150" x="5351463" y="4895850"/>
          <p14:tracePt t="151" x="5345113" y="4906963"/>
          <p14:tracePt t="160" x="5340350" y="4924425"/>
          <p14:tracePt t="161" x="5334000" y="4935538"/>
          <p14:tracePt t="170" x="5322888" y="4957763"/>
          <p14:tracePt t="171" x="5318125" y="4968875"/>
          <p14:tracePt t="180" x="5307013" y="5002213"/>
          <p14:tracePt t="181" x="5307013" y="5008563"/>
          <p14:tracePt t="190" x="5294313" y="5041900"/>
          <p14:tracePt t="191" x="5289550" y="5048250"/>
          <p14:tracePt t="200" x="5278438" y="5076825"/>
          <p14:tracePt t="201" x="5278438" y="5081588"/>
          <p14:tracePt t="210" x="5267325" y="5103813"/>
          <p14:tracePt t="220" x="5256213" y="5126038"/>
          <p14:tracePt t="230" x="5249863" y="5137150"/>
          <p14:tracePt t="231" x="5249863" y="5143500"/>
          <p14:tracePt t="240" x="5245100" y="5154613"/>
          <p14:tracePt t="250" x="5245100" y="5172075"/>
          <p14:tracePt t="260" x="5238750" y="5183188"/>
          <p14:tracePt t="261" x="5238750" y="5187950"/>
          <p14:tracePt t="271" x="5227638" y="5210175"/>
          <p14:tracePt t="280" x="5221288" y="5227638"/>
          <p14:tracePt t="281" x="5221288" y="5233988"/>
          <p14:tracePt t="290" x="5210175" y="5249863"/>
          <p14:tracePt t="300" x="5199063" y="5267325"/>
          <p14:tracePt t="301" x="5199063" y="5272088"/>
          <p14:tracePt t="310" x="5194300" y="5289550"/>
          <p14:tracePt t="311" x="5187950" y="5289550"/>
          <p14:tracePt t="320" x="5183188" y="5307013"/>
          <p14:tracePt t="321" x="5176838" y="5311775"/>
          <p14:tracePt t="330" x="5172075" y="5322888"/>
          <p14:tracePt t="331" x="5165725" y="5329238"/>
          <p14:tracePt t="340" x="5159375" y="5340350"/>
          <p14:tracePt t="350" x="5154613" y="5357813"/>
          <p14:tracePt t="351" x="5148263" y="5362575"/>
          <p14:tracePt t="360" x="5148263" y="5380038"/>
          <p14:tracePt t="361" x="5143500" y="5380038"/>
          <p14:tracePt t="370" x="5137150" y="5407025"/>
          <p14:tracePt t="380" x="5132388" y="5435600"/>
          <p14:tracePt t="390" x="5126038" y="5464175"/>
          <p14:tracePt t="400" x="5121275" y="5480050"/>
          <p14:tracePt t="401" x="5121275" y="5486400"/>
          <p14:tracePt t="410" x="5121275" y="5492750"/>
          <p14:tracePt t="411" x="5121275" y="5497513"/>
          <p14:tracePt t="422" x="5114925" y="5497513"/>
          <p14:tracePt t="430" x="5114925" y="5503863"/>
          <p14:tracePt t="456" x="5114925" y="5508625"/>
          <p14:tracePt t="484" x="5114925" y="5514975"/>
          <p14:tracePt t="491" x="5110163" y="5514975"/>
          <p14:tracePt t="494" x="5110163" y="5519738"/>
          <p14:tracePt t="500" x="5103813" y="5519738"/>
          <p14:tracePt t="510" x="5103813" y="5530850"/>
          <p14:tracePt t="520" x="5099050" y="5537200"/>
          <p14:tracePt t="531" x="5092700" y="5537200"/>
          <p14:tracePt t="541" x="5092700" y="5541963"/>
          <p14:tracePt t="604" x="5086350" y="5541963"/>
          <p14:tracePt t="621" x="5081588" y="5541963"/>
          <p14:tracePt t="634" x="5075238" y="5541963"/>
          <p14:tracePt t="643" x="5075238" y="5537200"/>
          <p14:tracePt t="648" x="5070475" y="5537200"/>
          <p14:tracePt t="658" x="5070475" y="5530850"/>
          <p14:tracePt t="681" x="5070475" y="5526088"/>
          <p14:tracePt t="688" x="5064125" y="5526088"/>
          <p14:tracePt t="708" x="5059363" y="5526088"/>
          <p14:tracePt t="711" x="5059363" y="5519738"/>
          <p14:tracePt t="716" x="5059363" y="5514975"/>
          <p14:tracePt t="721" x="5059363" y="5503863"/>
          <p14:tracePt t="730" x="5053013" y="5468938"/>
          <p14:tracePt t="731" x="5053013" y="5441950"/>
          <p14:tracePt t="740" x="5086350" y="5334000"/>
          <p14:tracePt t="750" x="5159375" y="5183188"/>
          <p14:tracePt t="760" x="5249863" y="4975225"/>
          <p14:tracePt t="770" x="5300663" y="4822825"/>
          <p14:tracePt t="780" x="5362575" y="4637088"/>
          <p14:tracePt t="790" x="5402263" y="4530725"/>
          <p14:tracePt t="800" x="5418138" y="4491038"/>
          <p14:tracePt t="810" x="5424488" y="4457700"/>
          <p14:tracePt t="820" x="5424488" y="4451350"/>
          <p14:tracePt t="831" x="5424488" y="4446588"/>
          <p14:tracePt t="932" x="5418138" y="4446588"/>
          <p14:tracePt t="936" x="5418138" y="4440238"/>
          <p14:tracePt t="948" x="5413375" y="4440238"/>
          <p14:tracePt t="951" x="5413375" y="4435475"/>
          <p14:tracePt t="960" x="5395913" y="4424363"/>
          <p14:tracePt t="970" x="5380038" y="4406900"/>
          <p14:tracePt t="980" x="5356225" y="4378325"/>
          <p14:tracePt t="990" x="5340350" y="4351338"/>
          <p14:tracePt t="1000" x="5329238" y="4340225"/>
          <p14:tracePt t="1010" x="5329238" y="4329113"/>
          <p14:tracePt t="1020" x="5322888" y="4322763"/>
          <p14:tracePt t="1031" x="5322888" y="4316413"/>
          <p14:tracePt t="1042" x="5322888" y="4311650"/>
          <p14:tracePt t="1058" x="5322888" y="4305300"/>
          <p14:tracePt t="1064" x="5322888" y="4300538"/>
          <p14:tracePt t="1112" x="5322888" y="4294188"/>
          <p14:tracePt t="1184" x="5322888" y="4300538"/>
          <p14:tracePt t="1188" x="5322888" y="4305300"/>
          <p14:tracePt t="1193" x="5322888" y="4311650"/>
          <p14:tracePt t="1201" x="5322888" y="4322763"/>
          <p14:tracePt t="1210" x="5322888" y="4340225"/>
          <p14:tracePt t="1220" x="5322888" y="4362450"/>
          <p14:tracePt t="1230" x="5322888" y="4384675"/>
          <p14:tracePt t="1240" x="5322888" y="4406900"/>
          <p14:tracePt t="1250" x="5322888" y="4413250"/>
          <p14:tracePt t="1260" x="5322888" y="4418013"/>
          <p14:tracePt t="1293" x="5322888" y="4424363"/>
          <p14:tracePt t="1569" x="5322888" y="4429125"/>
          <p14:tracePt t="1581" x="5322888" y="4435475"/>
          <p14:tracePt t="1582" x="5318125" y="4435475"/>
          <p14:tracePt t="1591" x="5311775" y="4446588"/>
          <p14:tracePt t="1600" x="5307013" y="4457700"/>
          <p14:tracePt t="1610" x="5300663" y="4475163"/>
          <p14:tracePt t="1620" x="5294313" y="4497388"/>
          <p14:tracePt t="1630" x="5283200" y="4519613"/>
          <p14:tracePt t="1640" x="5267325" y="4559300"/>
          <p14:tracePt t="1650" x="5260975" y="4592638"/>
          <p14:tracePt t="1660" x="5249863" y="4643438"/>
          <p14:tracePt t="1670" x="5238750" y="4683125"/>
          <p14:tracePt t="1680" x="5232400" y="4710113"/>
          <p14:tracePt t="1690" x="5221288" y="4745038"/>
          <p14:tracePt t="1691" x="5216525" y="4756150"/>
          <p14:tracePt t="1700" x="5216525" y="4772025"/>
          <p14:tracePt t="1710" x="5205413" y="4794250"/>
          <p14:tracePt t="1720" x="5199063" y="4811713"/>
          <p14:tracePt t="1730" x="5194300" y="4833938"/>
          <p14:tracePt t="1740" x="5187950" y="4845050"/>
          <p14:tracePt t="1750" x="5176838" y="4862513"/>
          <p14:tracePt t="1760" x="5172075" y="4879975"/>
          <p14:tracePt t="1770" x="5165725" y="4895850"/>
          <p14:tracePt t="1780" x="5154613" y="4918075"/>
          <p14:tracePt t="1790" x="5143500" y="4941888"/>
          <p14:tracePt t="1800" x="5126038" y="4975225"/>
          <p14:tracePt t="1810" x="5114925" y="4997450"/>
          <p14:tracePt t="1820" x="5103813" y="5019675"/>
          <p14:tracePt t="1830" x="5092700" y="5041900"/>
          <p14:tracePt t="1840" x="5081588" y="5064125"/>
          <p14:tracePt t="1850" x="5070475" y="5087938"/>
          <p14:tracePt t="1860" x="5064125" y="5103813"/>
          <p14:tracePt t="1870" x="5053013" y="5121275"/>
          <p14:tracePt t="1880" x="5041900" y="5132388"/>
          <p14:tracePt t="1890" x="5037138" y="5143500"/>
          <p14:tracePt t="1900" x="5030788" y="5154613"/>
          <p14:tracePt t="1910" x="5024438" y="5165725"/>
          <p14:tracePt t="1920" x="5019675" y="5172075"/>
          <p14:tracePt t="1930" x="5013325" y="5183188"/>
          <p14:tracePt t="1948" x="5013325" y="5187950"/>
          <p14:tracePt t="1952" x="5008563" y="5187950"/>
          <p14:tracePt t="1964" x="5002213" y="5187950"/>
          <p14:tracePt t="1988" x="4997450" y="5187950"/>
          <p14:tracePt t="2001" x="4991100" y="5187950"/>
          <p14:tracePt t="2006" x="4986338" y="5187950"/>
          <p14:tracePt t="2010" x="4979988" y="5187950"/>
          <p14:tracePt t="2020" x="4968875" y="5187950"/>
          <p14:tracePt t="2030" x="4940300" y="5176838"/>
          <p14:tracePt t="2040" x="4906963" y="5165725"/>
          <p14:tracePt t="2050" x="4867275" y="5154613"/>
          <p14:tracePt t="2060" x="4829175" y="5137150"/>
          <p14:tracePt t="2070" x="4772025" y="5121275"/>
          <p14:tracePt t="2080" x="4716463" y="5099050"/>
          <p14:tracePt t="2090" x="4643438" y="5070475"/>
          <p14:tracePt t="2100" x="4575175" y="5037138"/>
          <p14:tracePt t="2110" x="4513263" y="5014913"/>
          <p14:tracePt t="2120" x="4451350" y="4986338"/>
          <p14:tracePt t="2130" x="4395788" y="4957763"/>
          <p14:tracePt t="2140" x="4338638" y="4924425"/>
          <p14:tracePt t="2150" x="4289425" y="4884738"/>
          <p14:tracePt t="2160" x="4238625" y="4851400"/>
          <p14:tracePt t="2170" x="4187825" y="4811713"/>
          <p14:tracePt t="2180" x="4143375" y="4772025"/>
          <p14:tracePt t="2190" x="4103688" y="4738688"/>
          <p14:tracePt t="2200" x="4064000" y="4705350"/>
          <p14:tracePt t="2210" x="4030663" y="4676775"/>
          <p14:tracePt t="2220" x="4019550" y="4665663"/>
          <p14:tracePt t="2221" x="4013200" y="4659313"/>
          <p14:tracePt t="2230" x="4002088" y="4654550"/>
          <p14:tracePt t="2240" x="3997325" y="4648200"/>
          <p14:tracePt t="2250" x="3984625" y="4637088"/>
          <p14:tracePt t="2260" x="3968750" y="4614863"/>
          <p14:tracePt t="2270" x="3940175" y="4592638"/>
          <p14:tracePt t="2280" x="3911600" y="4552950"/>
          <p14:tracePt t="2290" x="3873500" y="4508500"/>
          <p14:tracePt t="2300" x="3838575" y="4468813"/>
          <p14:tracePt t="2310" x="3800475" y="4424363"/>
          <p14:tracePt t="2320" x="3776663" y="4395788"/>
          <p14:tracePt t="2330" x="3765550" y="4378325"/>
          <p14:tracePt t="2340" x="3754438" y="4373563"/>
          <p14:tracePt t="2350" x="3754438" y="4362450"/>
          <p14:tracePt t="2368" x="3749675" y="4362450"/>
          <p14:tracePt t="2438" x="3749675" y="4367213"/>
          <p14:tracePt t="2442" x="3749675" y="4373563"/>
          <p14:tracePt t="2444" x="3754438" y="4373563"/>
          <p14:tracePt t="2450" x="3760788" y="4391025"/>
          <p14:tracePt t="2460" x="3789363" y="4429125"/>
          <p14:tracePt t="2470" x="3833813" y="4502150"/>
          <p14:tracePt t="2480" x="3889375" y="4581525"/>
          <p14:tracePt t="2490" x="3957638" y="4654550"/>
          <p14:tracePt t="2500" x="4041775" y="4716463"/>
          <p14:tracePt t="2510" x="4125913" y="4772025"/>
          <p14:tracePt t="2520" x="4216400" y="4811713"/>
          <p14:tracePt t="2530" x="4300538" y="4840288"/>
          <p14:tracePt t="2540" x="4373563" y="4851400"/>
          <p14:tracePt t="2550" x="4400550" y="4851400"/>
          <p14:tracePt t="2551" x="4406900" y="4851400"/>
          <p14:tracePt t="2560" x="4418013" y="4851400"/>
          <p14:tracePt t="2570" x="4424363" y="4845050"/>
          <p14:tracePt t="2580" x="4435475" y="4840288"/>
          <p14:tracePt t="2590" x="4446588" y="4833938"/>
          <p14:tracePt t="2600" x="4457700" y="4822825"/>
          <p14:tracePt t="2601" x="4462463" y="4818063"/>
          <p14:tracePt t="2610" x="4497388" y="4818063"/>
          <p14:tracePt t="2620" x="4575175" y="4811713"/>
          <p14:tracePt t="2630" x="4643438" y="4811713"/>
          <p14:tracePt t="2640" x="4749800" y="4811713"/>
          <p14:tracePt t="2650" x="4816475" y="4829175"/>
          <p14:tracePt t="2660" x="4856163" y="4840288"/>
          <p14:tracePt t="2670" x="4867275" y="4845050"/>
          <p14:tracePt t="2688" x="4873625" y="4845050"/>
          <p14:tracePt t="2718" x="4878388" y="4845050"/>
          <p14:tracePt t="2806" x="4878388" y="4840288"/>
          <p14:tracePt t="2813" x="4878388" y="4833938"/>
          <p14:tracePt t="2814" x="4878388" y="4829175"/>
          <p14:tracePt t="2821" x="4884738" y="4818063"/>
          <p14:tracePt t="2830" x="4895850" y="4789488"/>
          <p14:tracePt t="2840" x="4918075" y="4749800"/>
          <p14:tracePt t="2850" x="4935538" y="4705350"/>
          <p14:tracePt t="2860" x="4946650" y="4665663"/>
          <p14:tracePt t="2861" x="4946650" y="4659313"/>
          <p14:tracePt t="2870" x="4964113" y="4625975"/>
          <p14:tracePt t="2880" x="4986338" y="4581525"/>
          <p14:tracePt t="2881" x="4991100" y="4570413"/>
          <p14:tracePt t="2890" x="5013325" y="4537075"/>
          <p14:tracePt t="2891" x="5019675" y="4530725"/>
          <p14:tracePt t="2900" x="5048250" y="4497388"/>
          <p14:tracePt t="2910" x="5081588" y="4457700"/>
          <p14:tracePt t="2920" x="5137150" y="4413250"/>
          <p14:tracePt t="2930" x="5194300" y="4373563"/>
          <p14:tracePt t="2940" x="5245100" y="4344988"/>
          <p14:tracePt t="2950" x="5283200" y="4322763"/>
          <p14:tracePt t="2951" x="5294313" y="4316413"/>
          <p14:tracePt t="2960" x="5340350" y="4294188"/>
          <p14:tracePt t="2961" x="5351463" y="4294188"/>
          <p14:tracePt t="2970" x="5402263" y="4271963"/>
          <p14:tracePt t="2980" x="5475288" y="4243388"/>
          <p14:tracePt t="2990" x="5537200" y="4227513"/>
          <p14:tracePt t="3000" x="5575300" y="4210050"/>
          <p14:tracePt t="3010" x="5581650" y="4210050"/>
          <p14:tracePt t="3020" x="5588000" y="4210050"/>
          <p14:tracePt t="3030" x="5588000" y="4205288"/>
          <p14:tracePt t="3061" x="5588000" y="4198938"/>
          <p14:tracePt t="3393" x="5581650" y="4198938"/>
          <p14:tracePt t="3396" x="5575300" y="4198938"/>
          <p14:tracePt t="3401" x="5570538" y="4198938"/>
          <p14:tracePt t="3410" x="5553075" y="4198938"/>
          <p14:tracePt t="3420" x="5508625" y="4198938"/>
          <p14:tracePt t="3430" x="5468938" y="4198938"/>
          <p14:tracePt t="3440" x="5429250" y="4198938"/>
          <p14:tracePt t="3450" x="5402263" y="4198938"/>
          <p14:tracePt t="3460" x="5391150" y="4198938"/>
          <p14:tracePt t="3470" x="5384800" y="4198938"/>
          <p14:tracePt t="3584" x="5384800" y="4194175"/>
          <p14:tracePt t="3593" x="5384800" y="4187825"/>
          <p14:tracePt t="3602" x="5384800" y="4181475"/>
          <p14:tracePt t="3612" x="5384800" y="4176713"/>
          <p14:tracePt t="3621" x="5384800" y="4170363"/>
          <p14:tracePt t="3646" x="5384800" y="4165600"/>
          <p14:tracePt t="3664" x="5384800" y="4159250"/>
          <p14:tracePt t="3682" x="5384800" y="4154488"/>
          <p14:tracePt t="3696" x="5384800" y="4148138"/>
          <p14:tracePt t="3721" x="5384800" y="4143375"/>
          <p14:tracePt t="3736" x="5384800" y="4137025"/>
          <p14:tracePt t="3752" x="5384800" y="4132263"/>
          <p14:tracePt t="3758" x="5384800" y="4125913"/>
          <p14:tracePt t="3778" x="5384800" y="4121150"/>
          <p14:tracePt t="3808" x="5384800" y="4114800"/>
          <p14:tracePt t="3841" x="5384800" y="4108450"/>
          <p14:tracePt t="3861" x="5384800" y="4103688"/>
          <p14:tracePt t="3917" x="5384800" y="4097338"/>
          <p14:tracePt t="3932" x="5384800" y="4092575"/>
          <p14:tracePt t="3962" x="5384800" y="4086225"/>
          <p14:tracePt t="3992" x="5384800" y="4081463"/>
          <p14:tracePt t="4108" x="5384800" y="4086225"/>
          <p14:tracePt t="4118" x="5384800" y="4092575"/>
          <p14:tracePt t="4126" x="5384800" y="4097338"/>
          <p14:tracePt t="4132" x="5384800" y="4103688"/>
          <p14:tracePt t="4136" x="5384800" y="4108450"/>
          <p14:tracePt t="4141" x="5384800" y="4114800"/>
          <p14:tracePt t="4150" x="5384800" y="4132263"/>
          <p14:tracePt t="4160" x="5384800" y="4148138"/>
          <p14:tracePt t="4170" x="5384800" y="4165600"/>
          <p14:tracePt t="4180" x="5384800" y="4181475"/>
          <p14:tracePt t="4190" x="5384800" y="4198938"/>
          <p14:tracePt t="4200" x="5384800" y="4216400"/>
          <p14:tracePt t="4210" x="5384800" y="4227513"/>
          <p14:tracePt t="4220" x="5384800" y="4238625"/>
          <p14:tracePt t="4230" x="5384800" y="4243388"/>
          <p14:tracePt t="4240" x="5384800" y="4256088"/>
          <p14:tracePt t="4250" x="5395913" y="4260850"/>
          <p14:tracePt t="4260" x="5395913" y="4271963"/>
          <p14:tracePt t="4270" x="5402263" y="4283075"/>
          <p14:tracePt t="4280" x="5402263" y="4289425"/>
          <p14:tracePt t="4290" x="5402263" y="4294188"/>
          <p14:tracePt t="4300" x="5402263" y="4311650"/>
          <p14:tracePt t="4310" x="5402263" y="4329113"/>
          <p14:tracePt t="4320" x="5395913" y="4340225"/>
          <p14:tracePt t="4330" x="5391150" y="4356100"/>
          <p14:tracePt t="4340" x="5384800" y="4362450"/>
          <p14:tracePt t="4350" x="5380038" y="4373563"/>
          <p14:tracePt t="4360" x="5380038" y="4378325"/>
          <p14:tracePt t="4370" x="5367338" y="4384675"/>
          <p14:tracePt t="4380" x="5362575" y="4402138"/>
          <p14:tracePt t="4390" x="5356225" y="4406900"/>
          <p14:tracePt t="4391" x="5351463" y="4406900"/>
          <p14:tracePt t="4400" x="5345113" y="4413250"/>
          <p14:tracePt t="4410" x="5345113" y="4418013"/>
          <p14:tracePt t="4411" x="5340350" y="4418013"/>
          <p14:tracePt t="4466" x="5334000" y="4418013"/>
          <p14:tracePt t="4471" x="5334000" y="4413250"/>
          <p14:tracePt t="4476" x="5334000" y="4406900"/>
          <p14:tracePt t="4481" x="5334000" y="4402138"/>
          <p14:tracePt t="4490" x="5329238" y="4391025"/>
          <p14:tracePt t="4500" x="5322888" y="4378325"/>
          <p14:tracePt t="4510" x="5322888" y="4362450"/>
          <p14:tracePt t="4520" x="5322888" y="4351338"/>
          <p14:tracePt t="4530" x="5322888" y="4340225"/>
          <p14:tracePt t="4540" x="5322888" y="4333875"/>
          <p14:tracePt t="4552" x="5322888" y="4329113"/>
          <p14:tracePt t="4584" x="5322888" y="4322763"/>
          <p14:tracePt t="9805" x="5318125" y="4322763"/>
          <p14:tracePt t="9806" x="5307013" y="4322763"/>
          <p14:tracePt t="9810" x="5283200" y="4322763"/>
          <p14:tracePt t="9811" x="5267325" y="4322763"/>
          <p14:tracePt t="9820" x="5165725" y="4340225"/>
          <p14:tracePt t="9830" x="4997450" y="4340225"/>
          <p14:tracePt t="9840" x="4822825" y="4340225"/>
          <p14:tracePt t="9850" x="4783138" y="4333875"/>
          <p14:tracePt t="10495" x="4783138" y="4329113"/>
          <p14:tracePt t="11215" x="4778375" y="4322763"/>
          <p14:tracePt t="11226" x="4783138" y="4322763"/>
          <p14:tracePt t="11228" x="4789488" y="4322763"/>
          <p14:tracePt t="11248" x="4783138" y="4322763"/>
          <p14:tracePt t="11251" x="4783138" y="4316413"/>
          <p14:tracePt t="11274" x="4778375" y="4316413"/>
          <p14:tracePt t="11283" x="4772025" y="4316413"/>
          <p14:tracePt t="11284" x="4767263" y="4316413"/>
          <p14:tracePt t="11290" x="4756150" y="4316413"/>
          <p14:tracePt t="11300" x="4716463" y="4322763"/>
          <p14:tracePt t="11301" x="4705350" y="4322763"/>
          <p14:tracePt t="11310" x="4665663" y="4340225"/>
          <p14:tracePt t="11311" x="4654550" y="4340225"/>
          <p14:tracePt t="11320" x="4614863" y="4351338"/>
          <p14:tracePt t="11330" x="4586288" y="4362450"/>
          <p14:tracePt t="11340" x="4552950" y="4373563"/>
          <p14:tracePt t="11341" x="4548188" y="4373563"/>
          <p14:tracePt t="11350" x="4519613" y="4384675"/>
          <p14:tracePt t="11351" x="4513263" y="4384675"/>
          <p14:tracePt t="11360" x="4491038" y="4391025"/>
          <p14:tracePt t="11370" x="4468813" y="4406900"/>
          <p14:tracePt t="11371" x="4457700" y="4406900"/>
          <p14:tracePt t="11380" x="4435475" y="4424363"/>
          <p14:tracePt t="11390" x="4389438" y="4451350"/>
          <p14:tracePt t="11400" x="4327525" y="4479925"/>
          <p14:tracePt t="11401" x="4311650" y="4491038"/>
          <p14:tracePt t="11410" x="4227513" y="4524375"/>
          <p14:tracePt t="11420" x="4170363" y="4552950"/>
          <p14:tracePt t="11421" x="4159250" y="4559300"/>
          <p14:tracePt t="11430" x="4125913" y="4581525"/>
          <p14:tracePt t="11440" x="4114800" y="4586288"/>
          <p14:tracePt t="11470" x="4119563" y="4586288"/>
          <p14:tracePt t="11474" x="4125913" y="4586288"/>
          <p14:tracePt t="11480" x="4130675" y="4586288"/>
          <p14:tracePt t="11490" x="4154488" y="4581525"/>
          <p14:tracePt t="11491" x="4159250" y="4581525"/>
          <p14:tracePt t="11500" x="4198938" y="4564063"/>
          <p14:tracePt t="11510" x="4238625" y="4552950"/>
          <p14:tracePt t="11511" x="4260850" y="4548188"/>
          <p14:tracePt t="11520" x="4338638" y="4530725"/>
          <p14:tracePt t="11521" x="4356100" y="4530725"/>
          <p14:tracePt t="11530" x="4491038" y="4530725"/>
          <p14:tracePt t="11531" x="4559300" y="4530725"/>
          <p14:tracePt t="11540" x="4811713" y="4537075"/>
          <p14:tracePt t="11550" x="5081588" y="4552950"/>
          <p14:tracePt t="11560" x="5307013" y="4559300"/>
          <p14:tracePt t="11570" x="5446713" y="4559300"/>
          <p14:tracePt t="11580" x="5519738" y="4559300"/>
          <p14:tracePt t="11590" x="5553075" y="4552950"/>
          <p14:tracePt t="11601" x="5559425" y="4552950"/>
          <p14:tracePt t="11628" x="5564188" y="4552950"/>
          <p14:tracePt t="11648" x="5564188" y="4548188"/>
          <p14:tracePt t="11656" x="5564188" y="4541838"/>
          <p14:tracePt t="11661" x="5564188" y="4530725"/>
          <p14:tracePt t="11662" x="5559425" y="4530725"/>
          <p14:tracePt t="11670" x="5553075" y="4513263"/>
          <p14:tracePt t="11680" x="5537200" y="4479925"/>
          <p14:tracePt t="11690" x="5526088" y="4457700"/>
          <p14:tracePt t="11691" x="5519738" y="4451350"/>
          <p14:tracePt t="11700" x="5514975" y="4424363"/>
          <p14:tracePt t="11710" x="5508625" y="4395788"/>
          <p14:tracePt t="11720" x="5502275" y="4367213"/>
          <p14:tracePt t="11731" x="5502275" y="4333875"/>
          <p14:tracePt t="11740" x="5491163" y="4311650"/>
          <p14:tracePt t="11741" x="5491163" y="4300538"/>
          <p14:tracePt t="11750" x="5486400" y="4283075"/>
          <p14:tracePt t="11760" x="5486400" y="4271963"/>
          <p14:tracePt t="11770" x="5486400" y="4267200"/>
          <p14:tracePt t="11780" x="5486400" y="4260850"/>
          <p14:tracePt t="11806" x="5480050" y="4260850"/>
          <p14:tracePt t="11816" x="5480050" y="4256088"/>
          <p14:tracePt t="11836" x="5475288" y="4256088"/>
          <p14:tracePt t="11844" x="5468938" y="4256088"/>
          <p14:tracePt t="11846" x="5464175" y="4249738"/>
          <p14:tracePt t="11854" x="5457825" y="4249738"/>
          <p14:tracePt t="11860" x="5453063" y="4249738"/>
          <p14:tracePt t="11870" x="5446713" y="4249738"/>
          <p14:tracePt t="11880" x="5440363" y="4249738"/>
          <p14:tracePt t="11890" x="5435600" y="4249738"/>
          <p14:tracePt t="11900" x="5429250" y="4249738"/>
          <p14:tracePt t="11910" x="5418138" y="4256088"/>
          <p14:tracePt t="11920" x="5413375" y="4267200"/>
          <p14:tracePt t="11930" x="5402263" y="4278313"/>
          <p14:tracePt t="11940" x="5395913" y="4289425"/>
          <p14:tracePt t="11950" x="5391150" y="4300538"/>
          <p14:tracePt t="11960" x="5391150" y="4305300"/>
          <p14:tracePt t="11970" x="5384800" y="4311650"/>
          <p14:tracePt t="11983" x="5380038" y="4311650"/>
          <p14:tracePt t="11991" x="5380038" y="4316413"/>
          <p14:tracePt t="12010" x="5380038" y="4322763"/>
          <p14:tracePt t="12071" x="5373688" y="4322763"/>
          <p14:tracePt t="12102" x="5367338" y="4322763"/>
          <p14:tracePt t="12108" x="5362575" y="4322763"/>
          <p14:tracePt t="12110" x="5356225" y="4322763"/>
          <p14:tracePt t="12120" x="5334000" y="4305300"/>
          <p14:tracePt t="12130" x="5272088" y="4267200"/>
          <p14:tracePt t="12140" x="5187950" y="4205288"/>
          <p14:tracePt t="12150" x="5143500" y="4170363"/>
          <p14:tracePt t="12160" x="5110163" y="4143375"/>
          <p14:tracePt t="12170" x="5099050" y="4132263"/>
          <p14:tracePt t="12180" x="5092700" y="4125913"/>
          <p14:tracePt t="12190" x="5086350" y="4108450"/>
          <p14:tracePt t="12200" x="5086350" y="4103688"/>
          <p14:tracePt t="12210" x="5081588" y="4086225"/>
          <p14:tracePt t="12220" x="5075238" y="4081463"/>
          <p14:tracePt t="12230" x="5075238" y="4075113"/>
          <p14:tracePt t="12231" x="5075238" y="4070350"/>
          <p14:tracePt t="12243" x="5075238" y="4064000"/>
          <p14:tracePt t="12304" x="5081588" y="4064000"/>
          <p14:tracePt t="12355" x="5086350" y="4064000"/>
          <p14:tracePt t="12366" x="5092700" y="4064000"/>
          <p14:tracePt t="12368" x="5092700" y="4070350"/>
          <p14:tracePt t="12370" x="5099050" y="4070350"/>
          <p14:tracePt t="12381" x="5110163" y="4081463"/>
          <p14:tracePt t="12390" x="5132388" y="4097338"/>
          <p14:tracePt t="12400" x="5148263" y="4121150"/>
          <p14:tracePt t="12410" x="5165725" y="4132263"/>
          <p14:tracePt t="12421" x="5176838" y="4148138"/>
          <p14:tracePt t="12430" x="5187950" y="4159250"/>
          <p14:tracePt t="12441" x="5187950" y="4165600"/>
          <p14:tracePt t="12450" x="5194300" y="4165600"/>
          <p14:tracePt t="12460" x="5194300" y="4170363"/>
          <p14:tracePt t="12470" x="5194300" y="4176713"/>
          <p14:tracePt t="12480" x="5199063" y="4181475"/>
          <p14:tracePt t="12491" x="5199063" y="4194175"/>
          <p14:tracePt t="12500" x="5205413" y="4205288"/>
          <p14:tracePt t="12510" x="5205413" y="4210050"/>
          <p14:tracePt t="12520" x="5210175" y="4227513"/>
          <p14:tracePt t="12530" x="5210175" y="4243388"/>
          <p14:tracePt t="12541" x="5210175" y="4256088"/>
          <p14:tracePt t="12550" x="5210175" y="4283075"/>
          <p14:tracePt t="12560" x="5210175" y="4316413"/>
          <p14:tracePt t="12570" x="5210175" y="4344988"/>
          <p14:tracePt t="12580" x="5210175" y="4378325"/>
          <p14:tracePt t="12590" x="5205413" y="4413250"/>
          <p14:tracePt t="12600" x="5205413" y="4440238"/>
          <p14:tracePt t="12610" x="5199063" y="4464050"/>
          <p14:tracePt t="12620" x="5199063" y="4468813"/>
          <p14:tracePt t="12630" x="5199063" y="4479925"/>
          <p14:tracePt t="12640" x="5199063" y="4486275"/>
          <p14:tracePt t="12650" x="5199063" y="4491038"/>
          <p14:tracePt t="12660" x="5199063" y="4497388"/>
          <p14:tracePt t="12681" x="5199063" y="4502150"/>
          <p14:tracePt t="12728" x="5199063" y="4497388"/>
          <p14:tracePt t="12730" x="5199063" y="4491038"/>
          <p14:tracePt t="12733" x="5205413" y="4491038"/>
          <p14:tracePt t="12740" x="5205413" y="4479925"/>
          <p14:tracePt t="12750" x="5216525" y="4451350"/>
          <p14:tracePt t="12760" x="5227638" y="4406900"/>
          <p14:tracePt t="12770" x="5238750" y="4367213"/>
          <p14:tracePt t="12780" x="5249863" y="4316413"/>
          <p14:tracePt t="12790" x="5260975" y="4271963"/>
          <p14:tracePt t="12800" x="5267325" y="4232275"/>
          <p14:tracePt t="12810" x="5267325" y="4205288"/>
          <p14:tracePt t="12820" x="5267325" y="4181475"/>
          <p14:tracePt t="12830" x="5267325" y="4176713"/>
          <p14:tracePt t="12850" x="5267325" y="4170363"/>
          <p14:tracePt t="12866" x="5267325" y="4165600"/>
          <p14:tracePt t="12876" x="5267325" y="4159250"/>
          <p14:tracePt t="12882" x="5272088" y="4159250"/>
          <p14:tracePt t="12884" x="5272088" y="4154488"/>
          <p14:tracePt t="12893" x="5272088" y="4148138"/>
          <p14:tracePt t="12900" x="5272088" y="4143375"/>
          <p14:tracePt t="12910" x="5278438" y="4132263"/>
          <p14:tracePt t="12924" x="5278438" y="4125913"/>
          <p14:tracePt t="12964" x="5283200" y="4125913"/>
          <p14:tracePt t="12971" x="5283200" y="4121150"/>
          <p14:tracePt t="12976" x="5289550" y="4121150"/>
          <p14:tracePt t="13004" x="5294313" y="4121150"/>
          <p14:tracePt t="13037" x="5300663" y="4121150"/>
          <p14:tracePt t="13051" x="5300663" y="4125913"/>
          <p14:tracePt t="13054" x="5307013" y="4125913"/>
          <p14:tracePt t="13064" x="5311775" y="4132263"/>
          <p14:tracePt t="13078" x="5311775" y="4137025"/>
          <p14:tracePt t="13080" x="5318125" y="4137025"/>
          <p14:tracePt t="13090" x="5318125" y="4143375"/>
          <p14:tracePt t="13101" x="5322888" y="4154488"/>
          <p14:tracePt t="13110" x="5334000" y="4170363"/>
          <p14:tracePt t="13121" x="5340350" y="4181475"/>
          <p14:tracePt t="13131" x="5351463" y="4198938"/>
          <p14:tracePt t="13140" x="5362575" y="4221163"/>
          <p14:tracePt t="13150" x="5367338" y="4238625"/>
          <p14:tracePt t="13160" x="5373688" y="4256088"/>
          <p14:tracePt t="13170" x="5380038" y="4267200"/>
          <p14:tracePt t="13180" x="5384800" y="4278313"/>
          <p14:tracePt t="13192" x="5384800" y="4283075"/>
          <p14:tracePt t="13204" x="5391150" y="4283075"/>
          <p14:tracePt t="13210" x="5391150" y="4289425"/>
          <p14:tracePt t="13220" x="5391150" y="4294188"/>
          <p14:tracePt t="13230" x="5391150" y="4300538"/>
          <p14:tracePt t="13240" x="5395913" y="4305300"/>
          <p14:tracePt t="13250" x="5402263" y="4311650"/>
          <p14:tracePt t="13260" x="5402263" y="4316413"/>
          <p14:tracePt t="13270" x="5402263" y="4322763"/>
          <p14:tracePt t="13280" x="5402263" y="4329113"/>
          <p14:tracePt t="13290" x="5407025" y="4333875"/>
          <p14:tracePt t="13302" x="5407025" y="4340225"/>
          <p14:tracePt t="13318" x="5407025" y="4344988"/>
          <p14:tracePt t="13339" x="5407025" y="4351338"/>
          <p14:tracePt t="13354" x="5407025" y="4356100"/>
          <p14:tracePt t="13366" x="5402263" y="4356100"/>
          <p14:tracePt t="13368" x="5402263" y="4362450"/>
          <p14:tracePt t="13372" x="5395913" y="4362450"/>
          <p14:tracePt t="13380" x="5395913" y="4367213"/>
          <p14:tracePt t="13390" x="5391150" y="4367213"/>
          <p14:tracePt t="13400" x="5384800" y="4367213"/>
          <p14:tracePt t="13411" x="5380038" y="4373563"/>
          <p14:tracePt t="13420" x="5373688" y="4373563"/>
          <p14:tracePt t="13442" x="5367338" y="4373563"/>
          <p14:tracePt t="13468" x="5367338" y="4378325"/>
          <p14:tracePt t="13501" x="5362575" y="4378325"/>
          <p14:tracePt t="13512" x="5356225" y="4378325"/>
          <p14:tracePt t="13514" x="5351463" y="4378325"/>
          <p14:tracePt t="13521" x="5345113" y="4378325"/>
          <p14:tracePt t="13530" x="5340350" y="4378325"/>
          <p14:tracePt t="13540" x="5322888" y="4373563"/>
          <p14:tracePt t="13551" x="5307013" y="4356100"/>
          <p14:tracePt t="13560" x="5294313" y="4351338"/>
          <p14:tracePt t="13571" x="5283200" y="4333875"/>
          <p14:tracePt t="13580" x="5278438" y="4329113"/>
          <p14:tracePt t="13591" x="5272088" y="4316413"/>
          <p14:tracePt t="13600" x="5272088" y="4311650"/>
          <p14:tracePt t="13610" x="5272088" y="4305300"/>
          <p14:tracePt t="13622" x="5272088" y="4300538"/>
          <p14:tracePt t="13630" x="5272088" y="4294188"/>
          <p14:tracePt t="13640" x="5272088" y="4289425"/>
          <p14:tracePt t="13650" x="5272088" y="4283075"/>
          <p14:tracePt t="13662" x="5272088" y="4278313"/>
          <p14:tracePt t="13670" x="5272088" y="4271963"/>
          <p14:tracePt t="13682" x="5272088" y="4267200"/>
          <p14:tracePt t="13690" x="5278438" y="4267200"/>
          <p14:tracePt t="13700" x="5283200" y="4260850"/>
          <p14:tracePt t="13714" x="5289550" y="4260850"/>
          <p14:tracePt t="13734" x="5289550" y="4256088"/>
          <p14:tracePt t="13744" x="5294313" y="4256088"/>
          <p14:tracePt t="13758" x="5300663" y="4249738"/>
          <p14:tracePt t="13770" x="5307013" y="4249738"/>
          <p14:tracePt t="13774" x="5311775" y="4249738"/>
          <p14:tracePt t="13782" x="5318125" y="4249738"/>
          <p14:tracePt t="13790" x="5322888" y="4249738"/>
          <p14:tracePt t="13800" x="5334000" y="4249738"/>
          <p14:tracePt t="13810" x="5340350" y="4243388"/>
          <p14:tracePt t="13820" x="5356225" y="4243388"/>
          <p14:tracePt t="13830" x="5380038" y="4243388"/>
          <p14:tracePt t="13840" x="5391150" y="4243388"/>
          <p14:tracePt t="13850" x="5402263" y="4238625"/>
          <p14:tracePt t="13860" x="5407025" y="4238625"/>
          <p14:tracePt t="13870" x="5413375" y="4238625"/>
          <p14:tracePt t="13881" x="5418138" y="4238625"/>
          <p14:tracePt t="13894" x="5424488" y="4238625"/>
          <p14:tracePt t="13916" x="5429250" y="4238625"/>
          <p14:tracePt t="13926" x="5435600" y="4238625"/>
          <p14:tracePt t="13936" x="5440363" y="4238625"/>
          <p14:tracePt t="13944" x="5446713" y="4238625"/>
          <p14:tracePt t="13958" x="5453063" y="4238625"/>
          <p14:tracePt t="13970" x="5457825" y="4238625"/>
          <p14:tracePt t="13989" x="5457825" y="4243388"/>
          <p14:tracePt t="14077" x="5457825" y="4249738"/>
          <p14:tracePt t="14188" x="5457825" y="4256088"/>
          <p14:tracePt t="14196" x="5457825" y="4260850"/>
          <p14:tracePt t="14203" x="5457825" y="4267200"/>
          <p14:tracePt t="14208" x="5457825" y="4271963"/>
          <p14:tracePt t="14210" x="5457825" y="4278313"/>
          <p14:tracePt t="14220" x="5453063" y="4283075"/>
          <p14:tracePt t="14230" x="5440363" y="4305300"/>
          <p14:tracePt t="14240" x="5435600" y="4322763"/>
          <p14:tracePt t="14250" x="5429250" y="4333875"/>
          <p14:tracePt t="14260" x="5424488" y="4333875"/>
          <p14:tracePt t="14270" x="5418138" y="4340225"/>
          <p14:tracePt t="14282" x="5418138" y="4344988"/>
          <p14:tracePt t="38853" x="5418138" y="4340225"/>
          <p14:tracePt t="38858" x="5418138" y="4333875"/>
          <p14:tracePt t="38861" x="5418138" y="4322763"/>
          <p14:tracePt t="38870" x="5418138" y="4294188"/>
          <p14:tracePt t="38881" x="5418138" y="4271963"/>
          <p14:tracePt t="38890" x="5418138" y="4267200"/>
          <p14:tracePt t="38900" x="5418138" y="4260850"/>
          <p14:tracePt t="39006" x="5418138" y="4267200"/>
          <p14:tracePt t="39011" x="5418138" y="4271963"/>
          <p14:tracePt t="39012" x="5413375" y="4283075"/>
          <p14:tracePt t="39030" x="5402263" y="4333875"/>
          <p14:tracePt t="39040" x="5402263" y="4344988"/>
          <p14:tracePt t="39050" x="5402263" y="4351338"/>
          <p14:tracePt t="39060" x="5402263" y="4356100"/>
          <p14:tracePt t="39104" x="5395913" y="4356100"/>
          <p14:tracePt t="39106" x="5395913" y="4362450"/>
          <p14:tracePt t="39118" x="5391150" y="4362450"/>
          <p14:tracePt t="39134" x="5384800" y="4362450"/>
          <p14:tracePt t="39150" x="5384800" y="4356100"/>
          <p14:tracePt t="39154" x="5384800" y="4351338"/>
          <p14:tracePt t="39162" x="5384800" y="4344988"/>
          <p14:tracePt t="39170" x="5391150" y="4344988"/>
          <p14:tracePt t="39180" x="5391150" y="4340225"/>
          <p14:tracePt t="39190" x="5391150" y="4333875"/>
          <p14:tracePt t="39204" x="5391150" y="4329113"/>
          <p14:tracePt t="39220" x="5384800" y="4329113"/>
          <p14:tracePt t="39234" x="5380038" y="4329113"/>
          <p14:tracePt t="39244" x="5373688" y="4329113"/>
          <p14:tracePt t="39252" x="5367338" y="4329113"/>
          <p14:tracePt t="39256" x="5362575" y="4329113"/>
          <p14:tracePt t="39262" x="5356225" y="4329113"/>
          <p14:tracePt t="39270" x="5351463" y="4333875"/>
          <p14:tracePt t="39281" x="5334000" y="4340225"/>
          <p14:tracePt t="39290" x="5300663" y="4351338"/>
          <p14:tracePt t="39291" x="5289550" y="4356100"/>
          <p14:tracePt t="39300" x="5249863" y="4373563"/>
          <p14:tracePt t="39301" x="5245100" y="4378325"/>
          <p14:tracePt t="39310" x="5205413" y="4395788"/>
          <p14:tracePt t="39311" x="5187950" y="4402138"/>
          <p14:tracePt t="39320" x="5148263" y="4429125"/>
          <p14:tracePt t="39321" x="5137150" y="4435475"/>
          <p14:tracePt t="39330" x="5099050" y="4468813"/>
          <p14:tracePt t="39340" x="5075238" y="4497388"/>
          <p14:tracePt t="39341" x="5070475" y="4497388"/>
          <p14:tracePt t="39350" x="5064125" y="4524375"/>
          <p14:tracePt t="39360" x="5064125" y="4541838"/>
          <p14:tracePt t="39361" x="5064125" y="4548188"/>
          <p14:tracePt t="39370" x="5064125" y="4564063"/>
          <p14:tracePt t="39371" x="5070475" y="4564063"/>
          <p14:tracePt t="39380" x="5081588" y="4581525"/>
          <p14:tracePt t="39381" x="5081588" y="4586288"/>
          <p14:tracePt t="39390" x="5099050" y="4598988"/>
          <p14:tracePt t="39391" x="5103813" y="4603750"/>
          <p14:tracePt t="39400" x="5121275" y="4610100"/>
          <p14:tracePt t="39410" x="5137150" y="4614863"/>
          <p14:tracePt t="39411" x="5143500" y="4614863"/>
          <p14:tracePt t="39420" x="5165725" y="4614863"/>
          <p14:tracePt t="39421" x="5172075" y="4614863"/>
          <p14:tracePt t="39430" x="5194300" y="4598988"/>
          <p14:tracePt t="39431" x="5205413" y="4592638"/>
          <p14:tracePt t="39440" x="5221288" y="4575175"/>
          <p14:tracePt t="39441" x="5221288" y="4564063"/>
          <p14:tracePt t="39450" x="5232400" y="4541838"/>
          <p14:tracePt t="39451" x="5238750" y="4537075"/>
          <p14:tracePt t="39460" x="5238750" y="4508500"/>
          <p14:tracePt t="39461" x="5238750" y="4497388"/>
          <p14:tracePt t="39470" x="5238750" y="4464050"/>
          <p14:tracePt t="39471" x="5238750" y="4457700"/>
          <p14:tracePt t="39480" x="5238750" y="4418013"/>
          <p14:tracePt t="39481" x="5238750" y="4413250"/>
          <p14:tracePt t="39491" x="5238750" y="4367213"/>
          <p14:tracePt t="39500" x="5227638" y="4329113"/>
          <p14:tracePt t="39510" x="5216525" y="4300538"/>
          <p14:tracePt t="39511" x="5210175" y="4294188"/>
          <p14:tracePt t="39520" x="5199063" y="4267200"/>
          <p14:tracePt t="39521" x="5199063" y="4260850"/>
          <p14:tracePt t="39530" x="5187950" y="4238625"/>
          <p14:tracePt t="39531" x="5187950" y="4232275"/>
          <p14:tracePt t="39540" x="5176838" y="4216400"/>
          <p14:tracePt t="39550" x="5154613" y="4198938"/>
          <p14:tracePt t="39551" x="5154613" y="4194175"/>
          <p14:tracePt t="39560" x="5137150" y="4170363"/>
          <p14:tracePt t="39561" x="5126038" y="4170363"/>
          <p14:tracePt t="39571" x="5086350" y="4137025"/>
          <p14:tracePt t="39581" x="5048250" y="4114800"/>
          <p14:tracePt t="39581" x="5041900" y="4108450"/>
          <p14:tracePt t="39590" x="4997450" y="4086225"/>
          <p14:tracePt t="39591" x="4979988" y="4086225"/>
          <p14:tracePt t="39600" x="4946650" y="4070350"/>
          <p14:tracePt t="39601" x="4940300" y="4070350"/>
          <p14:tracePt t="39610" x="4924425" y="4059238"/>
          <p14:tracePt t="39628" x="4918075" y="4059238"/>
          <p14:tracePt t="39690" x="4924425" y="4059238"/>
          <p14:tracePt t="39696" x="4929188" y="4059238"/>
          <p14:tracePt t="39700" x="4935538" y="4059238"/>
          <p14:tracePt t="39701" x="4935538" y="4052888"/>
          <p14:tracePt t="39710" x="4957763" y="4052888"/>
          <p14:tracePt t="39711" x="4964113" y="4052888"/>
          <p14:tracePt t="39720" x="5002213" y="4052888"/>
          <p14:tracePt t="39721" x="5013325" y="4059238"/>
          <p14:tracePt t="39730" x="5081588" y="4070350"/>
          <p14:tracePt t="39731" x="5099050" y="4070350"/>
          <p14:tracePt t="39740" x="5154613" y="4086225"/>
          <p14:tracePt t="39741" x="5165725" y="4086225"/>
          <p14:tracePt t="39750" x="5227638" y="4097338"/>
          <p14:tracePt t="39760" x="5256213" y="4108450"/>
          <p14:tracePt t="39770" x="5272088" y="4114800"/>
          <p14:tracePt t="39771" x="5278438" y="4114800"/>
          <p14:tracePt t="39780" x="5289550" y="4121150"/>
          <p14:tracePt t="39781" x="5294313" y="4121150"/>
          <p14:tracePt t="39790" x="5300663" y="4125913"/>
          <p14:tracePt t="39801" x="5307013" y="4137025"/>
          <p14:tracePt t="39810" x="5311775" y="4143375"/>
          <p14:tracePt t="39820" x="5318125" y="4148138"/>
          <p14:tracePt t="39830" x="5318125" y="4159250"/>
          <p14:tracePt t="39840" x="5322888" y="4165600"/>
          <p14:tracePt t="39850" x="5334000" y="4176713"/>
          <p14:tracePt t="39860" x="5340350" y="4187825"/>
          <p14:tracePt t="39870" x="5345113" y="4187825"/>
          <p14:tracePt t="39871" x="5345113" y="4194175"/>
          <p14:tracePt t="39880" x="5351463" y="4198938"/>
          <p14:tracePt t="39890" x="5356225" y="4210050"/>
          <p14:tracePt t="39900" x="5362575" y="4221163"/>
          <p14:tracePt t="39910" x="5367338" y="4232275"/>
          <p14:tracePt t="39920" x="5373688" y="4249738"/>
          <p14:tracePt t="39930" x="5380038" y="4260850"/>
          <p14:tracePt t="39931" x="5380038" y="4267200"/>
          <p14:tracePt t="39940" x="5384800" y="4278313"/>
          <p14:tracePt t="39941" x="5384800" y="4283075"/>
          <p14:tracePt t="39952" x="5384800" y="4289425"/>
          <p14:tracePt t="39960" x="5384800" y="4294188"/>
          <p14:tracePt t="39974" x="5384800" y="4300538"/>
          <p14:tracePt t="39984" x="5384800" y="4305300"/>
          <p14:tracePt t="39990" x="5380038" y="4305300"/>
          <p14:tracePt t="40001" x="5380038" y="4316413"/>
          <p14:tracePt t="40001" x="5373688" y="4316413"/>
          <p14:tracePt t="40010" x="5373688" y="4329113"/>
          <p14:tracePt t="40020" x="5367338" y="4333875"/>
          <p14:tracePt t="40030" x="5367338" y="4340225"/>
          <p14:tracePt t="40040" x="5362575" y="4344988"/>
          <p14:tracePt t="40149" x="5362575" y="4351338"/>
          <p14:tracePt t="40413" x="5356225" y="4351338"/>
          <p14:tracePt t="40422" x="5351463" y="4351338"/>
          <p14:tracePt t="40428" x="5351463" y="4356100"/>
          <p14:tracePt t="40438" x="5345113" y="4356100"/>
          <p14:tracePt t="40446" x="5345113" y="4362450"/>
          <p14:tracePt t="40454" x="5345113" y="4367213"/>
          <p14:tracePt t="40460" x="5340350" y="4367213"/>
          <p14:tracePt t="40470" x="5334000" y="4367213"/>
          <p14:tracePt t="40480" x="5329238" y="4373563"/>
          <p14:tracePt t="40490" x="5322888" y="4378325"/>
          <p14:tracePt t="40516" x="5322888" y="4384675"/>
          <p14:tracePt t="40590" x="5322888" y="4378325"/>
          <p14:tracePt t="40592" x="5318125" y="4378325"/>
          <p14:tracePt t="40600" x="5318125" y="4373563"/>
          <p14:tracePt t="40610" x="5307013" y="4362450"/>
          <p14:tracePt t="40620" x="5300663" y="4351338"/>
          <p14:tracePt t="40631" x="5294313" y="4333875"/>
          <p14:tracePt t="40640" x="5283200" y="4329113"/>
          <p14:tracePt t="40650" x="5278438" y="4316413"/>
          <p14:tracePt t="40676" x="5278438" y="4311650"/>
          <p14:tracePt t="40692" x="5272088" y="4311650"/>
          <p14:tracePt t="40696" x="5272088" y="4305300"/>
          <p14:tracePt t="40706" x="5272088" y="4300538"/>
          <p14:tracePt t="40712" x="5272088" y="4294188"/>
          <p14:tracePt t="40721" x="5272088" y="4289425"/>
          <p14:tracePt t="40730" x="5272088" y="4271963"/>
          <p14:tracePt t="40740" x="5272088" y="4256088"/>
          <p14:tracePt t="40750" x="5272088" y="4243388"/>
          <p14:tracePt t="40760" x="5272088" y="4232275"/>
          <p14:tracePt t="40770" x="5272088" y="4227513"/>
          <p14:tracePt t="40780" x="5272088" y="4221163"/>
          <p14:tracePt t="40790" x="5272088" y="4216400"/>
          <p14:tracePt t="40802" x="5272088" y="4210050"/>
          <p14:tracePt t="40817" x="5278438" y="4210050"/>
          <p14:tracePt t="40820" x="5278438" y="4205288"/>
          <p14:tracePt t="40830" x="5278438" y="4198938"/>
          <p14:tracePt t="40840" x="5283200" y="4198938"/>
          <p14:tracePt t="40850" x="5289550" y="4198938"/>
          <p14:tracePt t="40914" x="5294313" y="4198938"/>
          <p14:tracePt t="40926" x="5300663" y="4198938"/>
          <p14:tracePt t="40928" x="5300663" y="4205288"/>
          <p14:tracePt t="40934" x="5307013" y="4210050"/>
          <p14:tracePt t="40940" x="5311775" y="4216400"/>
          <p14:tracePt t="40950" x="5322888" y="4232275"/>
          <p14:tracePt t="40960" x="5340350" y="4260850"/>
          <p14:tracePt t="40970" x="5351463" y="4289425"/>
          <p14:tracePt t="40980" x="5362575" y="4311650"/>
          <p14:tracePt t="40990" x="5373688" y="4329113"/>
          <p14:tracePt t="41000" x="5380038" y="4344988"/>
          <p14:tracePt t="41010" x="5384800" y="4356100"/>
          <p14:tracePt t="41020" x="5384800" y="4362450"/>
          <p14:tracePt t="41030" x="5391150" y="4367213"/>
          <p14:tracePt t="41069" x="5391150" y="4373563"/>
          <p14:tracePt t="41861" x="5384800" y="4373563"/>
          <p14:tracePt t="41876" x="5380038" y="4373563"/>
          <p14:tracePt t="41882" x="5373688" y="4373563"/>
          <p14:tracePt t="41888" x="5367338" y="4373563"/>
          <p14:tracePt t="41894" x="5362575" y="4373563"/>
          <p14:tracePt t="41900" x="5351463" y="4373563"/>
          <p14:tracePt t="41910" x="5329238" y="4362450"/>
          <p14:tracePt t="41920" x="5307013" y="4351338"/>
          <p14:tracePt t="41930" x="5278438" y="4340225"/>
          <p14:tracePt t="41940" x="5245100" y="4322763"/>
          <p14:tracePt t="41950" x="5199063" y="4300538"/>
          <p14:tracePt t="41960" x="5132388" y="4267200"/>
          <p14:tracePt t="41970" x="5075238" y="4238625"/>
          <p14:tracePt t="41980" x="5024438" y="4205288"/>
          <p14:tracePt t="41990" x="4968875" y="4170363"/>
          <p14:tracePt t="42000" x="4924425" y="4143375"/>
          <p14:tracePt t="42010" x="4873625" y="4108450"/>
          <p14:tracePt t="42020" x="4829175" y="4075113"/>
          <p14:tracePt t="42030" x="4789488" y="4048125"/>
          <p14:tracePt t="42040" x="4760913" y="4013200"/>
          <p14:tracePt t="42050" x="4749800" y="3997325"/>
          <p14:tracePt t="42060" x="4738688" y="3973513"/>
          <p14:tracePt t="42070" x="4732338" y="3957638"/>
          <p14:tracePt t="42080" x="4727575" y="3929063"/>
          <p14:tracePt t="42090" x="4721225" y="3906838"/>
          <p14:tracePt t="42100" x="4716463" y="3878263"/>
          <p14:tracePt t="42110" x="4716463" y="3844925"/>
          <p14:tracePt t="42120" x="4716463" y="3811588"/>
          <p14:tracePt t="42130" x="4716463" y="3765550"/>
          <p14:tracePt t="42140" x="4716463" y="3721100"/>
          <p14:tracePt t="42150" x="4716463" y="3681413"/>
          <p14:tracePt t="42160" x="4727575" y="3648075"/>
          <p14:tracePt t="42170" x="4732338" y="3625850"/>
          <p14:tracePt t="42180" x="4738688" y="3603625"/>
          <p14:tracePt t="42190" x="4743450" y="3581400"/>
          <p14:tracePt t="42200" x="4756150" y="3557588"/>
          <p14:tracePt t="42210" x="4760913" y="3535363"/>
          <p14:tracePt t="42220" x="4772025" y="3519488"/>
          <p14:tracePt t="42230" x="4778375" y="3502025"/>
          <p14:tracePt t="42240" x="4783138" y="3484563"/>
          <p14:tracePt t="42250" x="4794250" y="3468688"/>
          <p14:tracePt t="42260" x="4805363" y="3457575"/>
          <p14:tracePt t="42270" x="4811713" y="3440113"/>
          <p14:tracePt t="42280" x="4822825" y="3429000"/>
          <p14:tracePt t="42290" x="4833938" y="3411538"/>
          <p14:tracePt t="42300" x="4845050" y="3406775"/>
          <p14:tracePt t="42310" x="4851400" y="3395663"/>
          <p14:tracePt t="42320" x="4856163" y="3389313"/>
          <p14:tracePt t="42330" x="4862513" y="3389313"/>
          <p14:tracePt t="42340" x="4867275" y="3389313"/>
          <p14:tracePt t="42350" x="4873625" y="3389313"/>
          <p14:tracePt t="42360" x="4884738" y="3389313"/>
          <p14:tracePt t="42370" x="4918075" y="3384550"/>
          <p14:tracePt t="42380" x="4968875" y="3384550"/>
          <p14:tracePt t="42390" x="5059363" y="3384550"/>
          <p14:tracePt t="42400" x="5148263" y="3395663"/>
          <p14:tracePt t="42410" x="5245100" y="3406775"/>
          <p14:tracePt t="42420" x="5318125" y="3411538"/>
          <p14:tracePt t="42430" x="5367338" y="3411538"/>
          <p14:tracePt t="42440" x="5391150" y="3411538"/>
          <p14:tracePt t="42450" x="5402263" y="3411538"/>
          <p14:tracePt t="42460" x="5407025" y="3417888"/>
          <p14:tracePt t="42484" x="5413375" y="3417888"/>
          <p14:tracePt t="42524" x="5418138" y="3417888"/>
          <p14:tracePt t="42530" x="5418138" y="3422650"/>
          <p14:tracePt t="42534" x="5424488" y="3422650"/>
          <p14:tracePt t="42540" x="5429250" y="3429000"/>
          <p14:tracePt t="42550" x="5440363" y="3435350"/>
          <p14:tracePt t="42560" x="5457825" y="3446463"/>
          <p14:tracePt t="42570" x="5468938" y="3451225"/>
          <p14:tracePt t="42580" x="5497513" y="3468688"/>
          <p14:tracePt t="42590" x="5548313" y="3495675"/>
          <p14:tracePt t="42600" x="5626100" y="3524250"/>
          <p14:tracePt t="42610" x="5710238" y="3563938"/>
          <p14:tracePt t="42620" x="5800725" y="3603625"/>
          <p14:tracePt t="42630" x="5891213" y="3636963"/>
          <p14:tracePt t="42640" x="5975350" y="3670300"/>
          <p14:tracePt t="42650" x="6053138" y="3698875"/>
          <p14:tracePt t="42660" x="6115050" y="3727450"/>
          <p14:tracePt t="42670" x="6149975" y="3738563"/>
          <p14:tracePt t="42680" x="6165850" y="3743325"/>
          <p14:tracePt t="42692" x="6172200" y="3743325"/>
          <p14:tracePt t="42702" x="6172200" y="3749675"/>
          <p14:tracePt t="42710" x="6176963" y="3749675"/>
          <p14:tracePt t="42720" x="6183313" y="3754438"/>
          <p14:tracePt t="42730" x="6188075" y="3760788"/>
          <p14:tracePt t="42740" x="6194425" y="3765550"/>
          <p14:tracePt t="42750" x="6205538" y="3778250"/>
          <p14:tracePt t="42760" x="6211888" y="3789363"/>
          <p14:tracePt t="42770" x="6211888" y="3800475"/>
          <p14:tracePt t="42780" x="6216650" y="3811588"/>
          <p14:tracePt t="42790" x="6216650" y="3822700"/>
          <p14:tracePt t="42800" x="6216650" y="3833813"/>
          <p14:tracePt t="42810" x="6216650" y="3851275"/>
          <p14:tracePt t="42820" x="6223000" y="3873500"/>
          <p14:tracePt t="42830" x="6227763" y="3913188"/>
          <p14:tracePt t="42840" x="6227763" y="3962400"/>
          <p14:tracePt t="42850" x="6234113" y="4024313"/>
          <p14:tracePt t="42860" x="6234113" y="4092575"/>
          <p14:tracePt t="42870" x="6234113" y="4159250"/>
          <p14:tracePt t="42880" x="6238875" y="4221163"/>
          <p14:tracePt t="42890" x="6245225" y="4283075"/>
          <p14:tracePt t="42900" x="6249988" y="4329113"/>
          <p14:tracePt t="42910" x="6256338" y="4378325"/>
          <p14:tracePt t="42920" x="6256338" y="4413250"/>
          <p14:tracePt t="42930" x="6256338" y="4440238"/>
          <p14:tracePt t="42940" x="6256338" y="4468813"/>
          <p14:tracePt t="42950" x="6256338" y="4486275"/>
          <p14:tracePt t="42960" x="6256338" y="4508500"/>
          <p14:tracePt t="42970" x="6256338" y="4524375"/>
          <p14:tracePt t="42980" x="6249988" y="4537075"/>
          <p14:tracePt t="42990" x="6238875" y="4548188"/>
          <p14:tracePt t="43000" x="6223000" y="4564063"/>
          <p14:tracePt t="43010" x="6200775" y="4581525"/>
          <p14:tracePt t="43020" x="6165850" y="4603750"/>
          <p14:tracePt t="43030" x="6115050" y="4625975"/>
          <p14:tracePt t="43040" x="6037263" y="4659313"/>
          <p14:tracePt t="43050" x="5953125" y="4687888"/>
          <p14:tracePt t="43060" x="5834063" y="4705350"/>
          <p14:tracePt t="43070" x="5710238" y="4705350"/>
          <p14:tracePt t="43080" x="5588000" y="4705350"/>
          <p14:tracePt t="43090" x="5464175" y="4672013"/>
          <p14:tracePt t="43100" x="5362575" y="4643438"/>
          <p14:tracePt t="43110" x="5289550" y="4614863"/>
          <p14:tracePt t="43120" x="5216525" y="4581525"/>
          <p14:tracePt t="43130" x="5154613" y="4548188"/>
          <p14:tracePt t="43140" x="5086350" y="4502150"/>
          <p14:tracePt t="43150" x="5024438" y="4451350"/>
          <p14:tracePt t="43160" x="4968875" y="4395788"/>
          <p14:tracePt t="43170" x="4918075" y="4322763"/>
          <p14:tracePt t="43180" x="4867275" y="4238625"/>
          <p14:tracePt t="43190" x="4822825" y="4137025"/>
          <p14:tracePt t="43200" x="4794250" y="4052888"/>
          <p14:tracePt t="43210" x="4772025" y="3973513"/>
          <p14:tracePt t="43220" x="4760913" y="3906838"/>
          <p14:tracePt t="43230" x="4749800" y="3851275"/>
          <p14:tracePt t="43240" x="4749800" y="3800475"/>
          <p14:tracePt t="43250" x="4749800" y="3754438"/>
          <p14:tracePt t="43260" x="4749800" y="3709988"/>
          <p14:tracePt t="43270" x="4749800" y="3665538"/>
          <p14:tracePt t="43280" x="4756150" y="3625850"/>
          <p14:tracePt t="43290" x="4772025" y="3592513"/>
          <p14:tracePt t="43300" x="4783138" y="3563938"/>
          <p14:tracePt t="43310" x="4789488" y="3552825"/>
          <p14:tracePt t="43320" x="4794250" y="3541713"/>
          <p14:tracePt t="43330" x="4794250" y="3530600"/>
          <p14:tracePt t="43340" x="4794250" y="3524250"/>
          <p14:tracePt t="43350" x="4800600" y="3524250"/>
          <p14:tracePt t="43361" x="4800600" y="3513138"/>
          <p14:tracePt t="43370" x="4805363" y="3513138"/>
          <p14:tracePt t="43380" x="4811713" y="3502025"/>
          <p14:tracePt t="43390" x="4822825" y="3490913"/>
          <p14:tracePt t="43400" x="4840288" y="3484563"/>
          <p14:tracePt t="43410" x="4856163" y="3473450"/>
          <p14:tracePt t="43420" x="4873625" y="3468688"/>
          <p14:tracePt t="43430" x="4884738" y="3457575"/>
          <p14:tracePt t="43440" x="4902200" y="3451225"/>
          <p14:tracePt t="43450" x="4913313" y="3446463"/>
          <p14:tracePt t="43460" x="4929188" y="3440113"/>
          <p14:tracePt t="43470" x="4951413" y="3435350"/>
          <p14:tracePt t="43480" x="4986338" y="3422650"/>
          <p14:tracePt t="43490" x="5019675" y="3417888"/>
          <p14:tracePt t="43500" x="5048250" y="3411538"/>
          <p14:tracePt t="43510" x="5086350" y="3406775"/>
          <p14:tracePt t="43520" x="5114925" y="3400425"/>
          <p14:tracePt t="43530" x="5137150" y="3400425"/>
          <p14:tracePt t="43540" x="5159375" y="3400425"/>
          <p14:tracePt t="43550" x="5176838" y="3400425"/>
          <p14:tracePt t="43560" x="5205413" y="3400425"/>
          <p14:tracePt t="43570" x="5221288" y="3400425"/>
          <p14:tracePt t="43580" x="5245100" y="3400425"/>
          <p14:tracePt t="43590" x="5260975" y="3400425"/>
          <p14:tracePt t="43600" x="5289550" y="3400425"/>
          <p14:tracePt t="43610" x="5318125" y="3411538"/>
          <p14:tracePt t="43620" x="5351463" y="3422650"/>
          <p14:tracePt t="43630" x="5395913" y="3440113"/>
          <p14:tracePt t="43640" x="5446713" y="3462338"/>
          <p14:tracePt t="43650" x="5502275" y="3473450"/>
          <p14:tracePt t="43660" x="5559425" y="3490913"/>
          <p14:tracePt t="43670" x="5610225" y="3508375"/>
          <p14:tracePt t="43680" x="5654675" y="3524250"/>
          <p14:tracePt t="43690" x="5683250" y="3535363"/>
          <p14:tracePt t="43700" x="5694363" y="3541713"/>
          <p14:tracePt t="43710" x="5705475" y="3546475"/>
          <p14:tracePt t="43720" x="5716588" y="3557588"/>
          <p14:tracePt t="43730" x="5745163" y="3581400"/>
          <p14:tracePt t="43740" x="5778500" y="3614738"/>
          <p14:tracePt t="43750" x="5807075" y="3648075"/>
          <p14:tracePt t="43760" x="5845175" y="3687763"/>
          <p14:tracePt t="43770" x="5880100" y="3727450"/>
          <p14:tracePt t="43780" x="5913438" y="3771900"/>
          <p14:tracePt t="43790" x="5946775" y="3805238"/>
          <p14:tracePt t="43800" x="5969000" y="3838575"/>
          <p14:tracePt t="43810" x="5986463" y="3867150"/>
          <p14:tracePt t="43820" x="5997575" y="3895725"/>
          <p14:tracePt t="43830" x="6015038" y="3924300"/>
          <p14:tracePt t="43840" x="6030913" y="3962400"/>
          <p14:tracePt t="43850" x="6042025" y="3990975"/>
          <p14:tracePt t="43860" x="6048375" y="4019550"/>
          <p14:tracePt t="43870" x="6053138" y="4041775"/>
          <p14:tracePt t="43880" x="6053138" y="4059238"/>
          <p14:tracePt t="43890" x="6059488" y="4081463"/>
          <p14:tracePt t="43900" x="6059488" y="4092575"/>
          <p14:tracePt t="43910" x="6065838" y="4108450"/>
          <p14:tracePt t="43920" x="6065838" y="4125913"/>
          <p14:tracePt t="43930" x="6065838" y="4137025"/>
          <p14:tracePt t="43940" x="6059488" y="4154488"/>
          <p14:tracePt t="43950" x="6053138" y="4176713"/>
          <p14:tracePt t="43960" x="6048375" y="4194175"/>
          <p14:tracePt t="43970" x="6037263" y="4216400"/>
          <p14:tracePt t="43980" x="6026150" y="4232275"/>
          <p14:tracePt t="43991" x="6008688" y="4256088"/>
          <p14:tracePt t="44001" x="5975350" y="4278313"/>
          <p14:tracePt t="44010" x="5942013" y="4300538"/>
          <p14:tracePt t="44020" x="5907088" y="4322763"/>
          <p14:tracePt t="44030" x="5880100" y="4340225"/>
          <p14:tracePt t="44040" x="5862638" y="4356100"/>
          <p14:tracePt t="44050" x="5840413" y="4367213"/>
          <p14:tracePt t="44061" x="5818188" y="4384675"/>
          <p14:tracePt t="44070" x="5778500" y="4406900"/>
          <p14:tracePt t="44080" x="5734050" y="4429125"/>
          <p14:tracePt t="44090" x="5672138" y="4457700"/>
          <p14:tracePt t="44100" x="5588000" y="4497388"/>
          <p14:tracePt t="44110" x="5508625" y="4519613"/>
          <p14:tracePt t="44120" x="5424488" y="4548188"/>
          <p14:tracePt t="44130" x="5351463" y="4570413"/>
          <p14:tracePt t="44140" x="5272088" y="4575175"/>
          <p14:tracePt t="44150" x="5210175" y="4575175"/>
          <p14:tracePt t="44160" x="5143500" y="4575175"/>
          <p14:tracePt t="44170" x="5086350" y="4559300"/>
          <p14:tracePt t="44180" x="5024438" y="4537075"/>
          <p14:tracePt t="44190" x="4964113" y="4502150"/>
          <p14:tracePt t="44200" x="4906963" y="4451350"/>
          <p14:tracePt t="44210" x="4867275" y="4413250"/>
          <p14:tracePt t="44220" x="4845050" y="4378325"/>
          <p14:tracePt t="44230" x="4845050" y="4351338"/>
          <p14:tracePt t="44240" x="4840288" y="4316413"/>
          <p14:tracePt t="44250" x="4840288" y="4283075"/>
          <p14:tracePt t="44260" x="4833938" y="4243388"/>
          <p14:tracePt t="44270" x="4833938" y="4205288"/>
          <p14:tracePt t="44280" x="4833938" y="4165600"/>
          <p14:tracePt t="44290" x="4833938" y="4125913"/>
          <p14:tracePt t="44300" x="4840288" y="4092575"/>
          <p14:tracePt t="44310" x="4845050" y="4070350"/>
          <p14:tracePt t="44320" x="4851400" y="4048125"/>
          <p14:tracePt t="44330" x="4862513" y="4030663"/>
          <p14:tracePt t="44340" x="4873625" y="4013200"/>
          <p14:tracePt t="44350" x="4889500" y="3997325"/>
          <p14:tracePt t="44360" x="4895850" y="3990975"/>
          <p14:tracePt t="44370" x="4906963" y="3979863"/>
          <p14:tracePt t="44380" x="4913313" y="3968750"/>
          <p14:tracePt t="44390" x="4918075" y="3968750"/>
          <p14:tracePt t="44400" x="4924425" y="3962400"/>
          <p14:tracePt t="44410" x="4924425" y="3957638"/>
          <p14:tracePt t="44754" x="4924425" y="3962400"/>
          <p14:tracePt t="44756" x="4924425" y="3968750"/>
          <p14:tracePt t="44760" x="4924425" y="3979863"/>
          <p14:tracePt t="44770" x="4924425" y="4024313"/>
          <p14:tracePt t="44780" x="4924425" y="4092575"/>
          <p14:tracePt t="44790" x="4940300" y="4148138"/>
          <p14:tracePt t="44804" x="4940300" y="4154488"/>
          <p14:tracePt t="45205" x="4946650" y="4154488"/>
          <p14:tracePt t="45206" x="4951413" y="4154488"/>
          <p14:tracePt t="45210" x="5013325" y="4176713"/>
          <p14:tracePt t="45220" x="5216525" y="4289425"/>
          <p14:tracePt t="45230" x="5429250" y="4402138"/>
          <p14:tracePt t="45241" x="5575300" y="4446588"/>
          <p14:tracePt t="45250" x="5688013" y="4479925"/>
          <p14:tracePt t="45260" x="5818188" y="4541838"/>
          <p14:tracePt t="45270" x="5946775" y="4643438"/>
          <p14:tracePt t="45280" x="6070600" y="4760913"/>
          <p14:tracePt t="45290" x="6183313" y="4884738"/>
          <p14:tracePt t="45301" x="6307138" y="5026025"/>
          <p14:tracePt t="45311" x="6442075" y="5187950"/>
          <p14:tracePt t="45320" x="6581775" y="5351463"/>
          <p14:tracePt t="45330" x="6705600" y="5526088"/>
          <p14:tracePt t="45340" x="6800850" y="5688013"/>
          <p14:tracePt t="45350" x="6862763" y="5868988"/>
          <p14:tracePt t="45360" x="6902450" y="6054725"/>
          <p14:tracePt t="45370" x="6908800" y="6251575"/>
          <p14:tracePt t="45380" x="6884988" y="6503988"/>
          <p14:tracePt t="45390" x="6824663" y="6807200"/>
          <p14:tracePt t="45598" x="1866900" y="6807200"/>
          <p14:tracePt t="45600" x="1820863" y="6767513"/>
          <p14:tracePt t="45611" x="1546225" y="6508750"/>
          <p14:tracePt t="45621" x="1185863" y="6194425"/>
          <p14:tracePt t="45630" x="758825" y="5835650"/>
          <p14:tracePt t="45641" x="269875" y="5407025"/>
        </p14:tracePtLst>
      </p14:laserTrace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BC197-757E-B7AF-5A1A-C8A65375A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7C3E-5591-D69D-1EBA-15F27063E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0FFC6-6D35-0581-76DE-9995848F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146" name="Picture 2" descr="Picture of the brain; arrows point to the pituitary gland">
            <a:extLst>
              <a:ext uri="{FF2B5EF4-FFF2-40B4-BE49-F238E27FC236}">
                <a16:creationId xmlns:a16="http://schemas.microsoft.com/office/drawing/2014/main" id="{4B62E890-57FC-459D-D05C-794472E618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316" y="1825625"/>
            <a:ext cx="5952343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8975DAE-E8E3-00F6-4188-BE20550D5E9D}"/>
              </a:ext>
            </a:extLst>
          </p:cNvPr>
          <p:cNvSpPr/>
          <p:nvPr/>
        </p:nvSpPr>
        <p:spPr>
          <a:xfrm>
            <a:off x="3321811" y="1587443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69784B-B1D3-A6C2-B4A9-0C25CEED9532}"/>
              </a:ext>
            </a:extLst>
          </p:cNvPr>
          <p:cNvSpPr/>
          <p:nvPr/>
        </p:nvSpPr>
        <p:spPr>
          <a:xfrm>
            <a:off x="7319553" y="2355622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0E15DE-4855-67BA-52CA-91BBE7B35D3A}"/>
              </a:ext>
            </a:extLst>
          </p:cNvPr>
          <p:cNvSpPr/>
          <p:nvPr/>
        </p:nvSpPr>
        <p:spPr>
          <a:xfrm rot="1315802">
            <a:off x="7761260" y="3766361"/>
            <a:ext cx="147559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7C46C6-0704-69A4-1857-0439CA8AD141}"/>
              </a:ext>
            </a:extLst>
          </p:cNvPr>
          <p:cNvSpPr/>
          <p:nvPr/>
        </p:nvSpPr>
        <p:spPr>
          <a:xfrm>
            <a:off x="4292816" y="5339576"/>
            <a:ext cx="84473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BAC80E-3056-C630-A77E-8E75072A8FDB}"/>
              </a:ext>
            </a:extLst>
          </p:cNvPr>
          <p:cNvSpPr/>
          <p:nvPr/>
        </p:nvSpPr>
        <p:spPr>
          <a:xfrm>
            <a:off x="4476206" y="4966458"/>
            <a:ext cx="66134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D4461C-3688-302B-C485-6494CA38D297}"/>
              </a:ext>
            </a:extLst>
          </p:cNvPr>
          <p:cNvSpPr/>
          <p:nvPr/>
        </p:nvSpPr>
        <p:spPr>
          <a:xfrm>
            <a:off x="7054455" y="5349943"/>
            <a:ext cx="139337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DA5283-5A24-36B5-E16E-C9E0071E78F3}"/>
              </a:ext>
            </a:extLst>
          </p:cNvPr>
          <p:cNvSpPr/>
          <p:nvPr/>
        </p:nvSpPr>
        <p:spPr>
          <a:xfrm>
            <a:off x="2279950" y="4449646"/>
            <a:ext cx="1743410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D1D730-194C-8080-BD45-2D07FBA40AA0}"/>
              </a:ext>
            </a:extLst>
          </p:cNvPr>
          <p:cNvSpPr txBox="1"/>
          <p:nvPr/>
        </p:nvSpPr>
        <p:spPr>
          <a:xfrm>
            <a:off x="8712924" y="905691"/>
            <a:ext cx="2790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</a:t>
            </a:r>
            <a:r>
              <a:rPr lang="en-US" dirty="0"/>
              <a:t>: Produces and releases hormones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A14E82-4C18-BC26-0FED-C462F6F4B9AD}"/>
              </a:ext>
            </a:extLst>
          </p:cNvPr>
          <p:cNvSpPr/>
          <p:nvPr/>
        </p:nvSpPr>
        <p:spPr>
          <a:xfrm>
            <a:off x="7123103" y="2210278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48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302"/>
    </mc:Choice>
    <mc:Fallback xmlns="">
      <p:transition spd="slow" advTm="46302"/>
    </mc:Fallback>
  </mc:AlternateContent>
  <p:extLst>
    <p:ext uri="{3A86A75C-4F4B-4683-9AE1-C65F6400EC91}">
      <p14:laserTraceLst xmlns:p14="http://schemas.microsoft.com/office/powerpoint/2010/main">
        <p14:tracePtLst>
          <p14:tracePt t="64" x="4148138" y="3805238"/>
          <p14:tracePt t="65" x="4148138" y="3800475"/>
          <p14:tracePt t="69" x="4137025" y="3783013"/>
          <p14:tracePt t="88" x="4092575" y="3692525"/>
          <p14:tracePt t="108" x="4041775" y="3597275"/>
          <p14:tracePt t="118" x="4008438" y="3552825"/>
          <p14:tracePt t="128" x="3990975" y="3535363"/>
          <p14:tracePt t="138" x="3984625" y="3530600"/>
          <p14:tracePt t="210" x="3984625" y="3535363"/>
          <p14:tracePt t="212" x="3984625" y="3541713"/>
          <p14:tracePt t="218" x="4002088" y="3581400"/>
          <p14:tracePt t="228" x="4046538" y="3681413"/>
          <p14:tracePt t="238" x="4130675" y="3844925"/>
          <p14:tracePt t="248" x="4238625" y="4059238"/>
          <p14:tracePt t="258" x="4338638" y="4267200"/>
          <p14:tracePt t="268" x="4451350" y="4497388"/>
          <p14:tracePt t="278" x="4559300" y="4721225"/>
          <p14:tracePt t="288" x="4665663" y="4929188"/>
          <p14:tracePt t="298" x="4772025" y="5110163"/>
          <p14:tracePt t="308" x="4856163" y="5238750"/>
          <p14:tracePt t="318" x="4902200" y="5300663"/>
          <p14:tracePt t="328" x="4918075" y="5334000"/>
          <p14:tracePt t="338" x="4924425" y="5340350"/>
          <p14:tracePt t="348" x="4929188" y="5351463"/>
          <p14:tracePt t="384" x="4929188" y="5345113"/>
          <p14:tracePt t="386" x="4929188" y="5334000"/>
          <p14:tracePt t="388" x="4929188" y="5322888"/>
          <p14:tracePt t="398" x="4918075" y="5238750"/>
          <p14:tracePt t="408" x="4889500" y="5114925"/>
          <p14:tracePt t="418" x="4845050" y="4941888"/>
          <p14:tracePt t="428" x="4805363" y="4756150"/>
          <p14:tracePt t="438" x="4772025" y="4586288"/>
          <p14:tracePt t="448" x="4749800" y="4440238"/>
          <p14:tracePt t="458" x="4738688" y="4344988"/>
          <p14:tracePt t="468" x="4738688" y="4267200"/>
          <p14:tracePt t="478" x="4732338" y="4216400"/>
          <p14:tracePt t="488" x="4732338" y="4194175"/>
          <p14:tracePt t="498" x="4732338" y="4181475"/>
          <p14:tracePt t="508" x="4732338" y="4170363"/>
          <p14:tracePt t="528" x="4732338" y="4165600"/>
          <p14:tracePt t="540" x="4732338" y="4159250"/>
          <p14:tracePt t="542" x="4738688" y="4159250"/>
          <p14:tracePt t="550" x="4743450" y="4159250"/>
          <p14:tracePt t="558" x="4749800" y="4159250"/>
          <p14:tracePt t="568" x="4783138" y="4159250"/>
          <p14:tracePt t="578" x="4829175" y="4170363"/>
          <p14:tracePt t="588" x="4935538" y="4205288"/>
          <p14:tracePt t="598" x="5037138" y="4249738"/>
          <p14:tracePt t="608" x="5172075" y="4305300"/>
          <p14:tracePt t="618" x="5307013" y="4351338"/>
          <p14:tracePt t="628" x="5440363" y="4402138"/>
          <p14:tracePt t="638" x="5548313" y="4435475"/>
          <p14:tracePt t="648" x="5637213" y="4457700"/>
          <p14:tracePt t="658" x="5699125" y="4468813"/>
          <p14:tracePt t="668" x="5710238" y="4468813"/>
          <p14:tracePt t="678" x="5716588" y="4468813"/>
          <p14:tracePt t="752" x="5716588" y="4475163"/>
          <p14:tracePt t="758" x="5710238" y="4475163"/>
          <p14:tracePt t="760" x="5705475" y="4475163"/>
          <p14:tracePt t="768" x="5694363" y="4486275"/>
          <p14:tracePt t="778" x="5661025" y="4502150"/>
          <p14:tracePt t="788" x="5626100" y="4530725"/>
          <p14:tracePt t="798" x="5559425" y="4581525"/>
          <p14:tracePt t="808" x="5497513" y="4637088"/>
          <p14:tracePt t="818" x="5424488" y="4687888"/>
          <p14:tracePt t="828" x="5351463" y="4733925"/>
          <p14:tracePt t="838" x="5278438" y="4783138"/>
          <p14:tracePt t="848" x="5199063" y="4822825"/>
          <p14:tracePt t="858" x="5132388" y="4856163"/>
          <p14:tracePt t="868" x="5070475" y="4884738"/>
          <p14:tracePt t="878" x="5030788" y="4918075"/>
          <p14:tracePt t="888" x="5008563" y="4946650"/>
          <p14:tracePt t="898" x="4991100" y="4964113"/>
          <p14:tracePt t="908" x="4968875" y="4986338"/>
          <p14:tracePt t="918" x="4951413" y="5002213"/>
          <p14:tracePt t="928" x="4935538" y="5019675"/>
          <p14:tracePt t="938" x="4918075" y="5037138"/>
          <p14:tracePt t="948" x="4906963" y="5048250"/>
          <p14:tracePt t="958" x="4889500" y="5064125"/>
          <p14:tracePt t="968" x="4873625" y="5076825"/>
          <p14:tracePt t="978" x="4862513" y="5092700"/>
          <p14:tracePt t="988" x="4845050" y="5110163"/>
          <p14:tracePt t="998" x="4829175" y="5126038"/>
          <p14:tracePt t="1022" x="4829175" y="5132388"/>
          <p14:tracePt t="1024" x="4822825" y="5132388"/>
          <p14:tracePt t="1036" x="4822825" y="5126038"/>
          <p14:tracePt t="1038" x="4822825" y="5121275"/>
          <p14:tracePt t="1048" x="4822825" y="5081588"/>
          <p14:tracePt t="1058" x="4822825" y="5030788"/>
          <p14:tracePt t="1068" x="4822825" y="4975225"/>
          <p14:tracePt t="1078" x="4822825" y="4913313"/>
          <p14:tracePt t="1088" x="4822825" y="4840288"/>
          <p14:tracePt t="1098" x="4822825" y="4733925"/>
          <p14:tracePt t="1108" x="4816475" y="4625975"/>
          <p14:tracePt t="1118" x="4811713" y="4508500"/>
          <p14:tracePt t="1128" x="4805363" y="4391025"/>
          <p14:tracePt t="1138" x="4800600" y="4300538"/>
          <p14:tracePt t="1148" x="4800600" y="4260850"/>
          <p14:tracePt t="1158" x="4800600" y="4249738"/>
          <p14:tracePt t="1168" x="4800600" y="4243388"/>
          <p14:tracePt t="1402" x="4800600" y="4249738"/>
          <p14:tracePt t="1404" x="4800600" y="4260850"/>
          <p14:tracePt t="1408" x="4805363" y="4271963"/>
          <p14:tracePt t="1418" x="4822825" y="4316413"/>
          <p14:tracePt t="1428" x="4873625" y="4395788"/>
          <p14:tracePt t="1438" x="4929188" y="4475163"/>
          <p14:tracePt t="1448" x="5019675" y="4581525"/>
          <p14:tracePt t="1458" x="5110163" y="4687888"/>
          <p14:tracePt t="1468" x="5205413" y="4794250"/>
          <p14:tracePt t="1478" x="5300663" y="4895850"/>
          <p14:tracePt t="1488" x="5380038" y="4975225"/>
          <p14:tracePt t="1498" x="5435600" y="5030788"/>
          <p14:tracePt t="1508" x="5464175" y="5059363"/>
          <p14:tracePt t="1518" x="5475288" y="5064125"/>
          <p14:tracePt t="1528" x="5475288" y="5070475"/>
          <p14:tracePt t="1540" x="5480050" y="5070475"/>
          <p14:tracePt t="1574" x="5480050" y="5076825"/>
          <p14:tracePt t="1624" x="5475288" y="5076825"/>
          <p14:tracePt t="1628" x="5475288" y="5070475"/>
          <p14:tracePt t="1630" x="5468938" y="5064125"/>
          <p14:tracePt t="1638" x="5440363" y="5048250"/>
          <p14:tracePt t="1648" x="5384800" y="4997450"/>
          <p14:tracePt t="1658" x="5307013" y="4953000"/>
          <p14:tracePt t="1668" x="5238750" y="4913313"/>
          <p14:tracePt t="1678" x="5187950" y="4884738"/>
          <p14:tracePt t="1688" x="5165725" y="4879975"/>
          <p14:tracePt t="1698" x="5154613" y="4867275"/>
          <p14:tracePt t="1708" x="5148263" y="4862513"/>
          <p14:tracePt t="1718" x="5143500" y="4856163"/>
          <p14:tracePt t="1728" x="5143500" y="4851400"/>
          <p14:tracePt t="1738" x="5137150" y="4851400"/>
          <p14:tracePt t="1762" x="5137150" y="4845050"/>
          <p14:tracePt t="1766" x="5132388" y="4845050"/>
          <p14:tracePt t="1776" x="5126038" y="4845050"/>
          <p14:tracePt t="1778" x="5121275" y="4845050"/>
          <p14:tracePt t="1788" x="5110163" y="4851400"/>
          <p14:tracePt t="1798" x="5099050" y="4867275"/>
          <p14:tracePt t="1808" x="5075238" y="4895850"/>
          <p14:tracePt t="1818" x="5059363" y="4929188"/>
          <p14:tracePt t="1828" x="5041900" y="4968875"/>
          <p14:tracePt t="1838" x="5024438" y="5014913"/>
          <p14:tracePt t="1848" x="5008563" y="5059363"/>
          <p14:tracePt t="1858" x="4986338" y="5110163"/>
          <p14:tracePt t="1868" x="4968875" y="5165725"/>
          <p14:tracePt t="1878" x="4957763" y="5210175"/>
          <p14:tracePt t="1888" x="4946650" y="5249863"/>
          <p14:tracePt t="1898" x="4935538" y="5278438"/>
          <p14:tracePt t="1908" x="4935538" y="5307013"/>
          <p14:tracePt t="1918" x="4929188" y="5311775"/>
          <p14:tracePt t="1928" x="4924425" y="5322888"/>
          <p14:tracePt t="1938" x="4913313" y="5334000"/>
          <p14:tracePt t="1948" x="4889500" y="5345113"/>
          <p14:tracePt t="1958" x="4856163" y="5362575"/>
          <p14:tracePt t="1968" x="4805363" y="5380038"/>
          <p14:tracePt t="1978" x="4705350" y="5395913"/>
          <p14:tracePt t="1988" x="4603750" y="5402263"/>
          <p14:tracePt t="1998" x="4479925" y="5402263"/>
          <p14:tracePt t="2008" x="4351338" y="5402263"/>
          <p14:tracePt t="2018" x="4232275" y="5402263"/>
          <p14:tracePt t="2028" x="4137025" y="5402263"/>
          <p14:tracePt t="2038" x="4064000" y="5402263"/>
          <p14:tracePt t="2048" x="4013200" y="5402263"/>
          <p14:tracePt t="2058" x="3984625" y="5402263"/>
          <p14:tracePt t="2068" x="3962400" y="5402263"/>
          <p14:tracePt t="2078" x="3940175" y="5402263"/>
          <p14:tracePt t="2088" x="3922713" y="5402263"/>
          <p14:tracePt t="2098" x="3906838" y="5402263"/>
          <p14:tracePt t="2108" x="3895725" y="5402263"/>
          <p14:tracePt t="2118" x="3884613" y="5402263"/>
          <p14:tracePt t="2128" x="3878263" y="5402263"/>
          <p14:tracePt t="2138" x="3873500" y="5402263"/>
          <p14:tracePt t="2162" x="3867150" y="5402263"/>
          <p14:tracePt t="2168" x="3862388" y="5402263"/>
          <p14:tracePt t="2176" x="3856038" y="5402263"/>
          <p14:tracePt t="2186" x="3849688" y="5402263"/>
          <p14:tracePt t="2192" x="3844925" y="5402263"/>
          <p14:tracePt t="2198" x="3838575" y="5402263"/>
          <p14:tracePt t="2208" x="3833813" y="5402263"/>
          <p14:tracePt t="2218" x="3827463" y="5402263"/>
          <p14:tracePt t="2228" x="3816350" y="5402263"/>
          <p14:tracePt t="2238" x="3800475" y="5402263"/>
          <p14:tracePt t="2248" x="3760788" y="5395913"/>
          <p14:tracePt t="2258" x="3721100" y="5391150"/>
          <p14:tracePt t="2268" x="3670300" y="5384800"/>
          <p14:tracePt t="2278" x="3608388" y="5368925"/>
          <p14:tracePt t="2288" x="3546475" y="5357813"/>
          <p14:tracePt t="2298" x="3484563" y="5340350"/>
          <p14:tracePt t="2308" x="3422650" y="5322888"/>
          <p14:tracePt t="2318" x="3371850" y="5300663"/>
          <p14:tracePt t="2328" x="3333750" y="5284788"/>
          <p14:tracePt t="2338" x="3311525" y="5272088"/>
          <p14:tracePt t="2348" x="3298825" y="5272088"/>
          <p14:tracePt t="2358" x="3298825" y="5267325"/>
          <p14:tracePt t="2368" x="3294063" y="5267325"/>
          <p14:tracePt t="2390" x="3294063" y="5260975"/>
          <p14:tracePt t="2444" x="3294063" y="5256213"/>
          <p14:tracePt t="2602" x="3294063" y="5249863"/>
          <p14:tracePt t="2608" x="3298825" y="5249863"/>
          <p14:tracePt t="2610" x="3305175" y="5249863"/>
          <p14:tracePt t="2618" x="3338513" y="5238750"/>
          <p14:tracePt t="2628" x="3411538" y="5222875"/>
          <p14:tracePt t="2638" x="3524250" y="5199063"/>
          <p14:tracePt t="2648" x="3687763" y="5199063"/>
          <p14:tracePt t="2658" x="3867150" y="5199063"/>
          <p14:tracePt t="2668" x="4035425" y="5199063"/>
          <p14:tracePt t="2678" x="4165600" y="5210175"/>
          <p14:tracePt t="2688" x="4260850" y="5210175"/>
          <p14:tracePt t="2698" x="4338638" y="5210175"/>
          <p14:tracePt t="2708" x="4395788" y="5210175"/>
          <p14:tracePt t="2718" x="4435475" y="5199063"/>
          <p14:tracePt t="2728" x="4468813" y="5187950"/>
          <p14:tracePt t="2738" x="4491038" y="5183188"/>
          <p14:tracePt t="2748" x="4508500" y="5176838"/>
          <p14:tracePt t="2758" x="4513263" y="5176838"/>
          <p14:tracePt t="2780" x="4519613" y="5176838"/>
          <p14:tracePt t="2782" x="4519613" y="5172075"/>
          <p14:tracePt t="2788" x="4519613" y="5165725"/>
          <p14:tracePt t="2798" x="4530725" y="5149850"/>
          <p14:tracePt t="2808" x="4548188" y="5110163"/>
          <p14:tracePt t="2818" x="4570413" y="5064125"/>
          <p14:tracePt t="2828" x="4597400" y="5008563"/>
          <p14:tracePt t="2838" x="4625975" y="4957763"/>
          <p14:tracePt t="2848" x="4648200" y="4906963"/>
          <p14:tracePt t="2858" x="4659313" y="4879975"/>
          <p14:tracePt t="2868" x="4665663" y="4862513"/>
          <p14:tracePt t="2878" x="4665663" y="4845050"/>
          <p14:tracePt t="2888" x="4665663" y="4833938"/>
          <p14:tracePt t="2898" x="4665663" y="4818063"/>
          <p14:tracePt t="2908" x="4665663" y="4794250"/>
          <p14:tracePt t="2918" x="4665663" y="4760913"/>
          <p14:tracePt t="2928" x="4665663" y="4721225"/>
          <p14:tracePt t="2938" x="4670425" y="4694238"/>
          <p14:tracePt t="2948" x="4676775" y="4665663"/>
          <p14:tracePt t="2958" x="4676775" y="4648200"/>
          <p14:tracePt t="2968" x="4676775" y="4637088"/>
          <p14:tracePt t="2978" x="4676775" y="4625975"/>
          <p14:tracePt t="3026" x="4676775" y="4621213"/>
          <p14:tracePt t="3266" x="4676775" y="4625975"/>
          <p14:tracePt t="3268" x="4676775" y="4632325"/>
          <p14:tracePt t="3272" x="4676775" y="4637088"/>
          <p14:tracePt t="3278" x="4676775" y="4643438"/>
          <p14:tracePt t="3288" x="4676775" y="4659313"/>
          <p14:tracePt t="3298" x="4676775" y="4683125"/>
          <p14:tracePt t="3308" x="4676775" y="4694238"/>
          <p14:tracePt t="3318" x="4676775" y="4710113"/>
          <p14:tracePt t="3328" x="4681538" y="4721225"/>
          <p14:tracePt t="3338" x="4681538" y="4727575"/>
          <p14:tracePt t="3348" x="4681538" y="4733925"/>
          <p14:tracePt t="3358" x="4687888" y="4733925"/>
          <p14:tracePt t="3368" x="4687888" y="4738688"/>
          <p14:tracePt t="3398" x="4687888" y="4733925"/>
          <p14:tracePt t="3404" x="4687888" y="4727575"/>
          <p14:tracePt t="3408" x="4687888" y="4716463"/>
          <p14:tracePt t="3418" x="4687888" y="4699000"/>
          <p14:tracePt t="3428" x="4687888" y="4687888"/>
          <p14:tracePt t="3438" x="4687888" y="4683125"/>
          <p14:tracePt t="3448" x="4687888" y="4676775"/>
          <p14:tracePt t="3472" x="4687888" y="4672013"/>
          <p14:tracePt t="3512" x="4681538" y="4672013"/>
          <p14:tracePt t="3582" x="4681538" y="4665663"/>
          <p14:tracePt t="3588" x="4681538" y="4659313"/>
          <p14:tracePt t="3594" x="4681538" y="4654550"/>
          <p14:tracePt t="3598" x="4681538" y="4648200"/>
          <p14:tracePt t="3608" x="4681538" y="4637088"/>
          <p14:tracePt t="3618" x="4681538" y="4632325"/>
          <p14:tracePt t="3628" x="4681538" y="4625975"/>
          <p14:tracePt t="3638" x="4681538" y="4621213"/>
          <p14:tracePt t="3902" x="4681538" y="4614863"/>
          <p14:tracePt t="3924" x="4681538" y="4610100"/>
          <p14:tracePt t="3932" x="4681538" y="4603750"/>
          <p14:tracePt t="3936" x="4681538" y="4598988"/>
          <p14:tracePt t="3946" x="4681538" y="4592638"/>
          <p14:tracePt t="3954" x="4681538" y="4586288"/>
          <p14:tracePt t="3962" x="4687888" y="4581525"/>
          <p14:tracePt t="3968" x="4687888" y="4575175"/>
          <p14:tracePt t="3980" x="4687888" y="4570413"/>
          <p14:tracePt t="4054" x="4694238" y="4564063"/>
          <p14:tracePt t="4064" x="4699000" y="4564063"/>
          <p14:tracePt t="4072" x="4699000" y="4559300"/>
          <p14:tracePt t="4078" x="4705350" y="4559300"/>
          <p14:tracePt t="4080" x="4705350" y="4552950"/>
          <p14:tracePt t="4092" x="4705350" y="4548188"/>
          <p14:tracePt t="4098" x="4710113" y="4548188"/>
          <p14:tracePt t="4108" x="4710113" y="4541838"/>
          <p14:tracePt t="4118" x="4716463" y="4541838"/>
          <p14:tracePt t="4128" x="4716463" y="4537075"/>
          <p14:tracePt t="4138" x="4721225" y="4530725"/>
          <p14:tracePt t="4148" x="4727575" y="4530725"/>
          <p14:tracePt t="4158" x="4727575" y="4524375"/>
          <p14:tracePt t="4168" x="4732338" y="4524375"/>
          <p14:tracePt t="4178" x="4732338" y="4519613"/>
          <p14:tracePt t="4188" x="4738688" y="4519613"/>
          <p14:tracePt t="4198" x="4738688" y="4513263"/>
          <p14:tracePt t="4208" x="4743450" y="4508500"/>
          <p14:tracePt t="4222" x="4749800" y="4508500"/>
          <p14:tracePt t="4228" x="4749800" y="4502150"/>
          <p14:tracePt t="4242" x="4749800" y="4497388"/>
          <p14:tracePt t="4248" x="4756150" y="4491038"/>
          <p14:tracePt t="4258" x="4760913" y="4475163"/>
          <p14:tracePt t="4268" x="4760913" y="4464050"/>
          <p14:tracePt t="4278" x="4772025" y="4446588"/>
          <p14:tracePt t="4288" x="4772025" y="4429125"/>
          <p14:tracePt t="4298" x="4778375" y="4418013"/>
          <p14:tracePt t="4308" x="4778375" y="4406900"/>
          <p14:tracePt t="4318" x="4778375" y="4391025"/>
          <p14:tracePt t="4328" x="4783138" y="4391025"/>
          <p14:tracePt t="4338" x="4783138" y="4384675"/>
          <p14:tracePt t="4372" x="4783138" y="4378325"/>
          <p14:tracePt t="4558" x="4789488" y="4378325"/>
          <p14:tracePt t="4604" x="4794250" y="4378325"/>
          <p14:tracePt t="4676" x="4800600" y="4378325"/>
          <p14:tracePt t="4682" x="4805363" y="4378325"/>
          <p14:tracePt t="4686" x="4811713" y="4378325"/>
          <p14:tracePt t="4688" x="4816475" y="4378325"/>
          <p14:tracePt t="4698" x="4840288" y="4373563"/>
          <p14:tracePt t="4708" x="4873625" y="4367213"/>
          <p14:tracePt t="4718" x="4906963" y="4362450"/>
          <p14:tracePt t="4728" x="4940300" y="4362450"/>
          <p14:tracePt t="4738" x="4968875" y="4367213"/>
          <p14:tracePt t="4748" x="5002213" y="4384675"/>
          <p14:tracePt t="4758" x="5037138" y="4402138"/>
          <p14:tracePt t="4768" x="5064125" y="4413250"/>
          <p14:tracePt t="4778" x="5070475" y="4418013"/>
          <p14:tracePt t="4788" x="5075238" y="4429125"/>
          <p14:tracePt t="4808" x="5081588" y="4429125"/>
          <p14:tracePt t="4814" x="5081588" y="4435475"/>
          <p14:tracePt t="5004" x="5075238" y="4435475"/>
          <p14:tracePt t="5042" x="5070475" y="4435475"/>
          <p14:tracePt t="5054" x="5064125" y="4435475"/>
          <p14:tracePt t="5060" x="5059363" y="4435475"/>
          <p14:tracePt t="5064" x="5059363" y="4429125"/>
          <p14:tracePt t="5068" x="5053013" y="4429125"/>
          <p14:tracePt t="5078" x="5048250" y="4429125"/>
          <p14:tracePt t="5088" x="5041900" y="4429125"/>
          <p14:tracePt t="5098" x="5037138" y="4429125"/>
          <p14:tracePt t="5108" x="5024438" y="4424363"/>
          <p14:tracePt t="5118" x="5008563" y="4424363"/>
          <p14:tracePt t="5128" x="4997450" y="4418013"/>
          <p14:tracePt t="5138" x="4986338" y="4413250"/>
          <p14:tracePt t="5148" x="4968875" y="4413250"/>
          <p14:tracePt t="5158" x="4957763" y="4406900"/>
          <p14:tracePt t="5168" x="4951413" y="4406900"/>
          <p14:tracePt t="5178" x="4940300" y="4406900"/>
          <p14:tracePt t="5188" x="4924425" y="4402138"/>
          <p14:tracePt t="5198" x="4913313" y="4402138"/>
          <p14:tracePt t="5208" x="4906963" y="4402138"/>
          <p14:tracePt t="5218" x="4902200" y="4402138"/>
          <p14:tracePt t="5228" x="4895850" y="4402138"/>
          <p14:tracePt t="5242" x="4889500" y="4402138"/>
          <p14:tracePt t="5262" x="4884738" y="4402138"/>
          <p14:tracePt t="5270" x="4878388" y="4406900"/>
          <p14:tracePt t="5272" x="4873625" y="4406900"/>
          <p14:tracePt t="5278" x="4867275" y="4406900"/>
          <p14:tracePt t="5288" x="4856163" y="4418013"/>
          <p14:tracePt t="5298" x="4840288" y="4429125"/>
          <p14:tracePt t="5308" x="4829175" y="4440238"/>
          <p14:tracePt t="5318" x="4816475" y="4451350"/>
          <p14:tracePt t="5328" x="4805363" y="4464050"/>
          <p14:tracePt t="5338" x="4800600" y="4479925"/>
          <p14:tracePt t="5348" x="4789488" y="4497388"/>
          <p14:tracePt t="5358" x="4778375" y="4524375"/>
          <p14:tracePt t="5368" x="4767263" y="4552950"/>
          <p14:tracePt t="5378" x="4749800" y="4586288"/>
          <p14:tracePt t="5388" x="4732338" y="4614863"/>
          <p14:tracePt t="5398" x="4721225" y="4637088"/>
          <p14:tracePt t="5408" x="4705350" y="4654550"/>
          <p14:tracePt t="5418" x="4705350" y="4659313"/>
          <p14:tracePt t="5428" x="4699000" y="4659313"/>
          <p14:tracePt t="5438" x="4699000" y="4665663"/>
          <p14:tracePt t="5448" x="4694238" y="4665663"/>
          <p14:tracePt t="5462" x="4687888" y="4665663"/>
          <p14:tracePt t="5468" x="4687888" y="4672013"/>
          <p14:tracePt t="5478" x="4681538" y="4676775"/>
          <p14:tracePt t="5488" x="4665663" y="4683125"/>
          <p14:tracePt t="5498" x="4654550" y="4687888"/>
          <p14:tracePt t="5508" x="4637088" y="4687888"/>
          <p14:tracePt t="5518" x="4621213" y="4694238"/>
          <p14:tracePt t="5528" x="4608513" y="4694238"/>
          <p14:tracePt t="5538" x="4603750" y="4694238"/>
          <p14:tracePt t="5548" x="4592638" y="4694238"/>
          <p14:tracePt t="5586" x="4586288" y="4694238"/>
          <p14:tracePt t="5648" x="4586288" y="4687888"/>
          <p14:tracePt t="5660" x="4586288" y="4683125"/>
          <p14:tracePt t="5668" x="4586288" y="4676775"/>
          <p14:tracePt t="5670" x="4586288" y="4672013"/>
          <p14:tracePt t="5678" x="4581525" y="4665663"/>
          <p14:tracePt t="5688" x="4581525" y="4654550"/>
          <p14:tracePt t="5698" x="4581525" y="4648200"/>
          <p14:tracePt t="5708" x="4581525" y="4643438"/>
          <p14:tracePt t="5718" x="4581525" y="4637088"/>
          <p14:tracePt t="5728" x="4581525" y="4625975"/>
          <p14:tracePt t="5738" x="4586288" y="4621213"/>
          <p14:tracePt t="5748" x="4592638" y="4614863"/>
          <p14:tracePt t="5758" x="4597400" y="4610100"/>
          <p14:tracePt t="5768" x="4603750" y="4603750"/>
          <p14:tracePt t="5778" x="4608513" y="4598988"/>
          <p14:tracePt t="5788" x="4608513" y="4592638"/>
          <p14:tracePt t="5798" x="4614863" y="4586288"/>
          <p14:tracePt t="5808" x="4614863" y="4581525"/>
          <p14:tracePt t="5818" x="4621213" y="4581525"/>
          <p14:tracePt t="5828" x="4625975" y="4575175"/>
          <p14:tracePt t="5838" x="4632325" y="4570413"/>
          <p14:tracePt t="5848" x="4637088" y="4564063"/>
          <p14:tracePt t="5858" x="4648200" y="4552950"/>
          <p14:tracePt t="5870" x="4654550" y="4552950"/>
          <p14:tracePt t="5880" x="4654550" y="4548188"/>
          <p14:tracePt t="5888" x="4659313" y="4548188"/>
          <p14:tracePt t="5898" x="4665663" y="4548188"/>
          <p14:tracePt t="5908" x="4670425" y="4548188"/>
          <p14:tracePt t="5918" x="4676775" y="4548188"/>
          <p14:tracePt t="5928" x="4681538" y="4541838"/>
          <p14:tracePt t="5940" x="4687888" y="4541838"/>
          <p14:tracePt t="5948" x="4694238" y="4541838"/>
          <p14:tracePt t="5958" x="4699000" y="4541838"/>
          <p14:tracePt t="5968" x="4705350" y="4541838"/>
          <p14:tracePt t="5978" x="4716463" y="4541838"/>
          <p14:tracePt t="5988" x="4721225" y="4541838"/>
          <p14:tracePt t="5998" x="4727575" y="4541838"/>
          <p14:tracePt t="6008" x="4732338" y="4541838"/>
          <p14:tracePt t="6018" x="4743450" y="4541838"/>
          <p14:tracePt t="6028" x="4760913" y="4548188"/>
          <p14:tracePt t="6038" x="4794250" y="4552950"/>
          <p14:tracePt t="6048" x="4840288" y="4570413"/>
          <p14:tracePt t="6058" x="4895850" y="4581525"/>
          <p14:tracePt t="6068" x="4951413" y="4592638"/>
          <p14:tracePt t="6078" x="5002213" y="4603750"/>
          <p14:tracePt t="6088" x="5041900" y="4621213"/>
          <p14:tracePt t="6098" x="5070475" y="4625975"/>
          <p14:tracePt t="6108" x="5075238" y="4625975"/>
          <p14:tracePt t="6118" x="5081588" y="4625975"/>
          <p14:tracePt t="6214" x="5081588" y="4632325"/>
          <p14:tracePt t="6228" x="5081588" y="4637088"/>
          <p14:tracePt t="6232" x="5081588" y="4643438"/>
          <p14:tracePt t="6242" x="5081588" y="4648200"/>
          <p14:tracePt t="6250" x="5081588" y="4654550"/>
          <p14:tracePt t="6258" x="5081588" y="4665663"/>
          <p14:tracePt t="6268" x="5081588" y="4676775"/>
          <p14:tracePt t="6278" x="5075238" y="4694238"/>
          <p14:tracePt t="6288" x="5064125" y="4705350"/>
          <p14:tracePt t="6298" x="5053013" y="4721225"/>
          <p14:tracePt t="6308" x="5041900" y="4738688"/>
          <p14:tracePt t="6318" x="5024438" y="4756150"/>
          <p14:tracePt t="6328" x="5013325" y="4772025"/>
          <p14:tracePt t="6338" x="4997450" y="4789488"/>
          <p14:tracePt t="6348" x="4986338" y="4806950"/>
          <p14:tracePt t="6358" x="4968875" y="4811713"/>
          <p14:tracePt t="6368" x="4957763" y="4829175"/>
          <p14:tracePt t="6378" x="4946650" y="4833938"/>
          <p14:tracePt t="6388" x="4935538" y="4840288"/>
          <p14:tracePt t="6398" x="4924425" y="4851400"/>
          <p14:tracePt t="6408" x="4918075" y="4856163"/>
          <p14:tracePt t="6418" x="4906963" y="4856163"/>
          <p14:tracePt t="6428" x="4902200" y="4856163"/>
          <p14:tracePt t="6438" x="4895850" y="4856163"/>
          <p14:tracePt t="6448" x="4889500" y="4856163"/>
          <p14:tracePt t="6458" x="4884738" y="4856163"/>
          <p14:tracePt t="6468" x="4867275" y="4851400"/>
          <p14:tracePt t="6478" x="4856163" y="4845050"/>
          <p14:tracePt t="6488" x="4833938" y="4833938"/>
          <p14:tracePt t="6498" x="4811713" y="4829175"/>
          <p14:tracePt t="6508" x="4783138" y="4811713"/>
          <p14:tracePt t="6518" x="4760913" y="4800600"/>
          <p14:tracePt t="6528" x="4738688" y="4789488"/>
          <p14:tracePt t="6538" x="4716463" y="4772025"/>
          <p14:tracePt t="6548" x="4687888" y="4760913"/>
          <p14:tracePt t="6558" x="4665663" y="4745038"/>
          <p14:tracePt t="6568" x="4643438" y="4733925"/>
          <p14:tracePt t="6578" x="4621213" y="4721225"/>
          <p14:tracePt t="6588" x="4603750" y="4710113"/>
          <p14:tracePt t="6598" x="4592638" y="4705350"/>
          <p14:tracePt t="6608" x="4581525" y="4699000"/>
          <p14:tracePt t="6618" x="4575175" y="4694238"/>
          <p14:tracePt t="6628" x="4564063" y="4687888"/>
          <p14:tracePt t="6638" x="4552950" y="4683125"/>
          <p14:tracePt t="6648" x="4548188" y="4676775"/>
          <p14:tracePt t="6686" x="4541838" y="4676775"/>
          <p14:tracePt t="6704" x="4541838" y="4672013"/>
          <p14:tracePt t="6712" x="4541838" y="4665663"/>
          <p14:tracePt t="6722" x="4541838" y="4659313"/>
          <p14:tracePt t="6730" x="4541838" y="4654550"/>
          <p14:tracePt t="6738" x="4541838" y="4648200"/>
          <p14:tracePt t="6742" x="4541838" y="4643438"/>
          <p14:tracePt t="6750" x="4541838" y="4637088"/>
          <p14:tracePt t="6758" x="4541838" y="4632325"/>
          <p14:tracePt t="6768" x="4541838" y="4614863"/>
          <p14:tracePt t="6778" x="4541838" y="4603750"/>
          <p14:tracePt t="6788" x="4541838" y="4586288"/>
          <p14:tracePt t="6798" x="4541838" y="4575175"/>
          <p14:tracePt t="6808" x="4548188" y="4559300"/>
          <p14:tracePt t="6818" x="4552950" y="4541838"/>
          <p14:tracePt t="6828" x="4559300" y="4530725"/>
          <p14:tracePt t="6838" x="4564063" y="4519613"/>
          <p14:tracePt t="6848" x="4570413" y="4508500"/>
          <p14:tracePt t="6858" x="4581525" y="4502150"/>
          <p14:tracePt t="6868" x="4581525" y="4497388"/>
          <p14:tracePt t="6878" x="4586288" y="4491038"/>
          <p14:tracePt t="6888" x="4592638" y="4486275"/>
          <p14:tracePt t="6898" x="4592638" y="4479925"/>
          <p14:tracePt t="6908" x="4597400" y="4479925"/>
          <p14:tracePt t="6918" x="4603750" y="4479925"/>
          <p14:tracePt t="6932" x="4603750" y="4475163"/>
          <p14:tracePt t="6952" x="4608513" y="4475163"/>
          <p14:tracePt t="6962" x="4614863" y="4475163"/>
          <p14:tracePt t="6972" x="4621213" y="4475163"/>
          <p14:tracePt t="6976" x="4625975" y="4475163"/>
          <p14:tracePt t="6980" x="4625975" y="4468813"/>
          <p14:tracePt t="6988" x="4632325" y="4468813"/>
          <p14:tracePt t="6998" x="4637088" y="4468813"/>
          <p14:tracePt t="7008" x="4648200" y="4468813"/>
          <p14:tracePt t="7018" x="4654550" y="4468813"/>
          <p14:tracePt t="7030" x="4659313" y="4468813"/>
          <p14:tracePt t="7040" x="4665663" y="4468813"/>
          <p14:tracePt t="7048" x="4676775" y="4468813"/>
          <p14:tracePt t="7058" x="4687888" y="4468813"/>
          <p14:tracePt t="7068" x="4694238" y="4468813"/>
          <p14:tracePt t="7100" x="4699000" y="4468813"/>
          <p14:tracePt t="7156" x="4705350" y="4468813"/>
          <p14:tracePt t="7160" x="4705350" y="4475163"/>
          <p14:tracePt t="7162" x="4710113" y="4475163"/>
          <p14:tracePt t="7168" x="4716463" y="4479925"/>
          <p14:tracePt t="7178" x="4727575" y="4486275"/>
          <p14:tracePt t="7188" x="4743450" y="4497388"/>
          <p14:tracePt t="7198" x="4749800" y="4502150"/>
          <p14:tracePt t="7208" x="4760913" y="4513263"/>
          <p14:tracePt t="7218" x="4783138" y="4530725"/>
          <p14:tracePt t="7228" x="4811713" y="4548188"/>
          <p14:tracePt t="7238" x="4833938" y="4570413"/>
          <p14:tracePt t="7248" x="4856163" y="4586288"/>
          <p14:tracePt t="7258" x="4873625" y="4598988"/>
          <p14:tracePt t="7268" x="4884738" y="4614863"/>
          <p14:tracePt t="7278" x="4889500" y="4621213"/>
          <p14:tracePt t="7292" x="4895850" y="4625975"/>
          <p14:tracePt t="7300" x="4895850" y="4632325"/>
          <p14:tracePt t="7308" x="4902200" y="4632325"/>
          <p14:tracePt t="7318" x="4902200" y="4637088"/>
          <p14:tracePt t="7328" x="4906963" y="4643438"/>
          <p14:tracePt t="7338" x="4906963" y="4648200"/>
          <p14:tracePt t="7348" x="4913313" y="4659313"/>
          <p14:tracePt t="7358" x="4918075" y="4665663"/>
          <p14:tracePt t="7368" x="4918075" y="4672013"/>
          <p14:tracePt t="7378" x="4924425" y="4676775"/>
          <p14:tracePt t="7388" x="4924425" y="4683125"/>
          <p14:tracePt t="7398" x="4924425" y="4687888"/>
          <p14:tracePt t="7428" x="4929188" y="4687888"/>
          <p14:tracePt t="7436" x="4929188" y="4694238"/>
          <p14:tracePt t="7476" x="4929188" y="4699000"/>
          <p14:tracePt t="7488" x="4929188" y="4705350"/>
          <p14:tracePt t="7512" x="4929188" y="4710113"/>
          <p14:tracePt t="7534" x="4929188" y="4716463"/>
          <p14:tracePt t="7548" x="4929188" y="4721225"/>
          <p14:tracePt t="7552" x="4929188" y="4727575"/>
          <p14:tracePt t="7564" x="4929188" y="4733925"/>
          <p14:tracePt t="7576" x="4929188" y="4738688"/>
          <p14:tracePt t="7592" x="4929188" y="4745038"/>
          <p14:tracePt t="7602" x="4929188" y="4749800"/>
          <p14:tracePt t="7636" x="4929188" y="4756150"/>
          <p14:tracePt t="7668" x="4929188" y="4760913"/>
          <p14:tracePt t="7694" x="4924425" y="4760913"/>
          <p14:tracePt t="7716" x="4918075" y="4760913"/>
          <p14:tracePt t="7736" x="4913313" y="4760913"/>
          <p14:tracePt t="7752" x="4906963" y="4760913"/>
          <p14:tracePt t="7768" x="4902200" y="4760913"/>
          <p14:tracePt t="7776" x="4895850" y="4760913"/>
          <p14:tracePt t="7792" x="4889500" y="4760913"/>
          <p14:tracePt t="7808" x="4884738" y="4760913"/>
          <p14:tracePt t="7818" x="4878388" y="4760913"/>
          <p14:tracePt t="7822" x="4873625" y="4760913"/>
          <p14:tracePt t="7828" x="4867275" y="4760913"/>
          <p14:tracePt t="7838" x="4862513" y="4756150"/>
          <p14:tracePt t="7848" x="4851400" y="4749800"/>
          <p14:tracePt t="7858" x="4840288" y="4745038"/>
          <p14:tracePt t="7868" x="4833938" y="4745038"/>
          <p14:tracePt t="7880" x="4829175" y="4745038"/>
          <p14:tracePt t="7888" x="4822825" y="4738688"/>
          <p14:tracePt t="7900" x="4816475" y="4738688"/>
          <p14:tracePt t="7910" x="4816475" y="4733925"/>
          <p14:tracePt t="7918" x="4811713" y="4733925"/>
          <p14:tracePt t="7928" x="4800600" y="4727575"/>
          <p14:tracePt t="7938" x="4794250" y="4721225"/>
          <p14:tracePt t="7948" x="4783138" y="4710113"/>
          <p14:tracePt t="7958" x="4772025" y="4699000"/>
          <p14:tracePt t="7968" x="4756150" y="4694238"/>
          <p14:tracePt t="7978" x="4749800" y="4683125"/>
          <p14:tracePt t="7988" x="4738688" y="4672013"/>
          <p14:tracePt t="7998" x="4727575" y="4665663"/>
          <p14:tracePt t="8008" x="4721225" y="4659313"/>
          <p14:tracePt t="8018" x="4710113" y="4648200"/>
          <p14:tracePt t="8028" x="4705350" y="4643438"/>
          <p14:tracePt t="8038" x="4705350" y="4637088"/>
          <p14:tracePt t="8048" x="4699000" y="4625975"/>
          <p14:tracePt t="8058" x="4694238" y="4614863"/>
          <p14:tracePt t="8068" x="4687888" y="4603750"/>
          <p14:tracePt t="8082" x="4687888" y="4598988"/>
          <p14:tracePt t="8100" x="4687888" y="4592638"/>
          <p14:tracePt t="8132" x="4687888" y="4586288"/>
          <p14:tracePt t="8148" x="4687888" y="4581525"/>
          <p14:tracePt t="8242" x="4694238" y="4581525"/>
          <p14:tracePt t="8258" x="4694238" y="4575175"/>
          <p14:tracePt t="8262" x="4699000" y="4575175"/>
          <p14:tracePt t="8276" x="4705350" y="4575175"/>
          <p14:tracePt t="8282" x="4705350" y="4570413"/>
          <p14:tracePt t="8290" x="4710113" y="4570413"/>
          <p14:tracePt t="8298" x="4716463" y="4570413"/>
          <p14:tracePt t="8308" x="4716463" y="4564063"/>
          <p14:tracePt t="8318" x="4721225" y="4559300"/>
          <p14:tracePt t="8328" x="4727575" y="4559300"/>
          <p14:tracePt t="8338" x="4732338" y="4559300"/>
          <p14:tracePt t="8348" x="4738688" y="4552950"/>
          <p14:tracePt t="8358" x="4743450" y="4552950"/>
          <p14:tracePt t="8368" x="4749800" y="4548188"/>
          <p14:tracePt t="8378" x="4760913" y="4541838"/>
          <p14:tracePt t="8388" x="4767263" y="4537075"/>
          <p14:tracePt t="8398" x="4778375" y="4530725"/>
          <p14:tracePt t="8408" x="4783138" y="4530725"/>
          <p14:tracePt t="8418" x="4789488" y="4524375"/>
          <p14:tracePt t="8428" x="4794250" y="4524375"/>
          <p14:tracePt t="8438" x="4805363" y="4524375"/>
          <p14:tracePt t="8448" x="4811713" y="4519613"/>
          <p14:tracePt t="8458" x="4816475" y="4519613"/>
          <p14:tracePt t="8468" x="4822825" y="4513263"/>
          <p14:tracePt t="8478" x="4829175" y="4513263"/>
          <p14:tracePt t="8514" x="4833938" y="4513263"/>
          <p14:tracePt t="8700" x="4833938" y="4519613"/>
          <p14:tracePt t="8710" x="4833938" y="4524375"/>
          <p14:tracePt t="8718" x="4833938" y="4530725"/>
          <p14:tracePt t="8722" x="4833938" y="4537075"/>
          <p14:tracePt t="8728" x="4833938" y="4548188"/>
          <p14:tracePt t="8738" x="4833938" y="4559300"/>
          <p14:tracePt t="8748" x="4829175" y="4570413"/>
          <p14:tracePt t="8758" x="4829175" y="4575175"/>
          <p14:tracePt t="9052" x="4829175" y="4581525"/>
          <p14:tracePt t="9150" x="4822825" y="4581525"/>
          <p14:tracePt t="12516" x="4822825" y="4575175"/>
          <p14:tracePt t="12518" x="4822825" y="4564063"/>
          <p14:tracePt t="12528" x="4822825" y="4373563"/>
          <p14:tracePt t="12538" x="4811713" y="4041775"/>
          <p14:tracePt t="12548" x="4789488" y="3681413"/>
          <p14:tracePt t="12558" x="4767263" y="3400425"/>
          <p14:tracePt t="12568" x="4743450" y="3238500"/>
          <p14:tracePt t="12578" x="4738688" y="3198813"/>
          <p14:tracePt t="12588" x="4738688" y="3192463"/>
          <p14:tracePt t="12598" x="4732338" y="3187700"/>
          <p14:tracePt t="12898" x="4732338" y="3192463"/>
          <p14:tracePt t="12900" x="4732338" y="3198813"/>
          <p14:tracePt t="12908" x="4716463" y="3254375"/>
          <p14:tracePt t="12918" x="4687888" y="3362325"/>
          <p14:tracePt t="12928" x="4654550" y="3530600"/>
          <p14:tracePt t="12938" x="4621213" y="3692525"/>
          <p14:tracePt t="12948" x="4597400" y="3827463"/>
          <p14:tracePt t="12958" x="4586288" y="3951288"/>
          <p14:tracePt t="12968" x="4575175" y="4035425"/>
          <p14:tracePt t="12978" x="4575175" y="4097338"/>
          <p14:tracePt t="12988" x="4570413" y="4137025"/>
          <p14:tracePt t="12998" x="4570413" y="4165600"/>
          <p14:tracePt t="13008" x="4570413" y="4198938"/>
          <p14:tracePt t="13018" x="4570413" y="4216400"/>
          <p14:tracePt t="13028" x="4570413" y="4221163"/>
          <p14:tracePt t="13038" x="4570413" y="4227513"/>
          <p14:tracePt t="13184" x="4570413" y="4221163"/>
          <p14:tracePt t="13188" x="4570413" y="4216400"/>
          <p14:tracePt t="13192" x="4570413" y="4210050"/>
          <p14:tracePt t="13198" x="4570413" y="4205288"/>
          <p14:tracePt t="13208" x="4575175" y="4194175"/>
          <p14:tracePt t="13218" x="4586288" y="4187825"/>
          <p14:tracePt t="13228" x="4603750" y="4181475"/>
          <p14:tracePt t="13238" x="4625975" y="4181475"/>
          <p14:tracePt t="13248" x="4632325" y="4181475"/>
          <p14:tracePt t="13260" x="4637088" y="4181475"/>
          <p14:tracePt t="13268" x="4643438" y="4181475"/>
          <p14:tracePt t="13278" x="4654550" y="4205288"/>
          <p14:tracePt t="13288" x="4670425" y="4243388"/>
          <p14:tracePt t="13298" x="4699000" y="4294188"/>
          <p14:tracePt t="13308" x="4732338" y="4344988"/>
          <p14:tracePt t="13318" x="4767263" y="4395788"/>
          <p14:tracePt t="13328" x="4794250" y="4446588"/>
          <p14:tracePt t="13338" x="4816475" y="4502150"/>
          <p14:tracePt t="13348" x="4845050" y="4559300"/>
          <p14:tracePt t="13358" x="4862513" y="4621213"/>
          <p14:tracePt t="13368" x="4895850" y="4705350"/>
          <p14:tracePt t="13378" x="4918075" y="4760913"/>
          <p14:tracePt t="13388" x="4929188" y="4794250"/>
          <p14:tracePt t="13398" x="4935538" y="4811713"/>
          <p14:tracePt t="13408" x="4935538" y="4818063"/>
          <p14:tracePt t="13418" x="4935538" y="4822825"/>
          <p14:tracePt t="13536" x="4929188" y="4822825"/>
          <p14:tracePt t="13542" x="4924425" y="4822825"/>
          <p14:tracePt t="13544" x="4924425" y="4818063"/>
          <p14:tracePt t="13548" x="4924425" y="4811713"/>
          <p14:tracePt t="13558" x="4906963" y="4800600"/>
          <p14:tracePt t="13568" x="4902200" y="4783138"/>
          <p14:tracePt t="13578" x="4889500" y="4772025"/>
          <p14:tracePt t="13588" x="4878388" y="4760913"/>
          <p14:tracePt t="13598" x="4862513" y="4749800"/>
          <p14:tracePt t="13608" x="4851400" y="4738688"/>
          <p14:tracePt t="13618" x="4833938" y="4727575"/>
          <p14:tracePt t="13628" x="4816475" y="4721225"/>
          <p14:tracePt t="13638" x="4805363" y="4716463"/>
          <p14:tracePt t="13648" x="4794250" y="4705350"/>
          <p14:tracePt t="13658" x="4783138" y="4699000"/>
          <p14:tracePt t="13668" x="4772025" y="4699000"/>
          <p14:tracePt t="13678" x="4767263" y="4694238"/>
          <p14:tracePt t="13688" x="4760913" y="4694238"/>
          <p14:tracePt t="13698" x="4749800" y="4687888"/>
          <p14:tracePt t="13722" x="4743450" y="4683125"/>
          <p14:tracePt t="13906" x="4738688" y="4683125"/>
          <p14:tracePt t="13914" x="4738688" y="4676775"/>
          <p14:tracePt t="13926" x="4732338" y="4676775"/>
          <p14:tracePt t="13932" x="4732338" y="4672013"/>
          <p14:tracePt t="13940" x="4727575" y="4672013"/>
          <p14:tracePt t="13948" x="4727575" y="4665663"/>
          <p14:tracePt t="13958" x="4727575" y="4654550"/>
          <p14:tracePt t="13968" x="4721225" y="4648200"/>
          <p14:tracePt t="13978" x="4721225" y="4643438"/>
          <p14:tracePt t="13988" x="4721225" y="4637088"/>
          <p14:tracePt t="13998" x="4721225" y="4632325"/>
          <p14:tracePt t="14008" x="4716463" y="4625975"/>
          <p14:tracePt t="14026" x="4716463" y="4621213"/>
          <p14:tracePt t="14036" x="4716463" y="4614863"/>
          <p14:tracePt t="14038" x="4716463" y="4610100"/>
          <p14:tracePt t="14048" x="4710113" y="4603750"/>
          <p14:tracePt t="14058" x="4705350" y="4598988"/>
          <p14:tracePt t="14068" x="4705350" y="4592638"/>
          <p14:tracePt t="14078" x="4699000" y="4586288"/>
          <p14:tracePt t="14088" x="4699000" y="4581525"/>
          <p14:tracePt t="14098" x="4699000" y="4575175"/>
          <p14:tracePt t="14108" x="4694238" y="4575175"/>
          <p14:tracePt t="14118" x="4694238" y="4564063"/>
          <p14:tracePt t="14128" x="4694238" y="4559300"/>
          <p14:tracePt t="14138" x="4694238" y="4552950"/>
          <p14:tracePt t="14148" x="4694238" y="4541838"/>
          <p14:tracePt t="14158" x="4699000" y="4537075"/>
          <p14:tracePt t="14170" x="4699000" y="4530725"/>
          <p14:tracePt t="14182" x="4705350" y="4530725"/>
          <p14:tracePt t="14200" x="4710113" y="4530725"/>
          <p14:tracePt t="14208" x="4710113" y="4524375"/>
          <p14:tracePt t="14210" x="4716463" y="4524375"/>
          <p14:tracePt t="14218" x="4721225" y="4519613"/>
          <p14:tracePt t="14228" x="4738688" y="4513263"/>
          <p14:tracePt t="14238" x="4749800" y="4508500"/>
          <p14:tracePt t="14248" x="4760913" y="4502150"/>
          <p14:tracePt t="14258" x="4772025" y="4502150"/>
          <p14:tracePt t="14268" x="4778375" y="4497388"/>
          <p14:tracePt t="14278" x="4789488" y="4497388"/>
          <p14:tracePt t="14288" x="4794250" y="4497388"/>
          <p14:tracePt t="14298" x="4800600" y="4497388"/>
          <p14:tracePt t="14308" x="4811713" y="4497388"/>
          <p14:tracePt t="14318" x="4816475" y="4502150"/>
          <p14:tracePt t="14328" x="4833938" y="4508500"/>
          <p14:tracePt t="14338" x="4840288" y="4513263"/>
          <p14:tracePt t="14348" x="4851400" y="4519613"/>
          <p14:tracePt t="14366" x="4856163" y="4524375"/>
          <p14:tracePt t="14380" x="4862513" y="4530725"/>
          <p14:tracePt t="14388" x="4862513" y="4537075"/>
          <p14:tracePt t="14394" x="4867275" y="4537075"/>
          <p14:tracePt t="14398" x="4867275" y="4541838"/>
          <p14:tracePt t="14408" x="4873625" y="4548188"/>
          <p14:tracePt t="14418" x="4878388" y="4552950"/>
          <p14:tracePt t="14428" x="4884738" y="4559300"/>
          <p14:tracePt t="14438" x="4889500" y="4564063"/>
          <p14:tracePt t="14448" x="4895850" y="4570413"/>
          <p14:tracePt t="14458" x="4895850" y="4575175"/>
          <p14:tracePt t="14468" x="4895850" y="4581525"/>
          <p14:tracePt t="14478" x="4902200" y="4586288"/>
          <p14:tracePt t="14488" x="4902200" y="4592638"/>
          <p14:tracePt t="14498" x="4902200" y="4598988"/>
          <p14:tracePt t="14508" x="4902200" y="4603750"/>
          <p14:tracePt t="14518" x="4902200" y="4610100"/>
          <p14:tracePt t="14528" x="4902200" y="4614863"/>
          <p14:tracePt t="14548" x="4902200" y="4621213"/>
          <p14:tracePt t="14554" x="4902200" y="4625975"/>
          <p14:tracePt t="14560" x="4902200" y="4632325"/>
          <p14:tracePt t="14568" x="4889500" y="4637088"/>
          <p14:tracePt t="14578" x="4878388" y="4648200"/>
          <p14:tracePt t="14588" x="4862513" y="4665663"/>
          <p14:tracePt t="14598" x="4851400" y="4676775"/>
          <p14:tracePt t="14608" x="4833938" y="4687888"/>
          <p14:tracePt t="14618" x="4822825" y="4694238"/>
          <p14:tracePt t="14628" x="4811713" y="4705350"/>
          <p14:tracePt t="14638" x="4800600" y="4716463"/>
          <p14:tracePt t="14648" x="4789488" y="4721225"/>
          <p14:tracePt t="14658" x="4778375" y="4733925"/>
          <p14:tracePt t="14668" x="4767263" y="4738688"/>
          <p14:tracePt t="14678" x="4749800" y="4749800"/>
          <p14:tracePt t="14688" x="4738688" y="4760913"/>
          <p14:tracePt t="14698" x="4727575" y="4760913"/>
          <p14:tracePt t="14708" x="4721225" y="4767263"/>
          <p14:tracePt t="14718" x="4716463" y="4767263"/>
          <p14:tracePt t="14728" x="4710113" y="4767263"/>
          <p14:tracePt t="14738" x="4705350" y="4772025"/>
          <p14:tracePt t="14748" x="4699000" y="4772025"/>
          <p14:tracePt t="14758" x="4694238" y="4772025"/>
          <p14:tracePt t="14768" x="4681538" y="4772025"/>
          <p14:tracePt t="14778" x="4676775" y="4778375"/>
          <p14:tracePt t="14788" x="4670425" y="4778375"/>
          <p14:tracePt t="14798" x="4659313" y="4778375"/>
          <p14:tracePt t="14810" x="4654550" y="4778375"/>
          <p14:tracePt t="14822" x="4654550" y="4772025"/>
          <p14:tracePt t="14828" x="4648200" y="4772025"/>
          <p14:tracePt t="14838" x="4648200" y="4767263"/>
          <p14:tracePt t="14850" x="4643438" y="4760913"/>
          <p14:tracePt t="14858" x="4643438" y="4756150"/>
          <p14:tracePt t="14868" x="4637088" y="4749800"/>
          <p14:tracePt t="14878" x="4637088" y="4745038"/>
          <p14:tracePt t="14888" x="4637088" y="4738688"/>
          <p14:tracePt t="14898" x="4632325" y="4733925"/>
          <p14:tracePt t="14908" x="4632325" y="4727575"/>
          <p14:tracePt t="41899" x="4637088" y="4727575"/>
          <p14:tracePt t="41904" x="4643438" y="4727575"/>
          <p14:tracePt t="41916" x="4648200" y="4727575"/>
          <p14:tracePt t="41932" x="4654550" y="4727575"/>
          <p14:tracePt t="41972" x="4659313" y="4727575"/>
          <p14:tracePt t="42070" x="4659313" y="4721225"/>
          <p14:tracePt t="42080" x="4659313" y="4716463"/>
          <p14:tracePt t="42094" x="4659313" y="4710113"/>
          <p14:tracePt t="42104" x="4659313" y="4705350"/>
          <p14:tracePt t="44256" x="4665663" y="4705350"/>
          <p14:tracePt t="44262" x="4665663" y="4710113"/>
          <p14:tracePt t="44268" x="4665663" y="4716463"/>
          <p14:tracePt t="44278" x="4670425" y="4727575"/>
          <p14:tracePt t="44288" x="4676775" y="4745038"/>
          <p14:tracePt t="44298" x="4676775" y="4756150"/>
          <p14:tracePt t="44308" x="4676775" y="4778375"/>
          <p14:tracePt t="44318" x="4676775" y="4806950"/>
          <p14:tracePt t="44328" x="4676775" y="4856163"/>
          <p14:tracePt t="44338" x="4676775" y="4906963"/>
          <p14:tracePt t="44348" x="4676775" y="4997450"/>
          <p14:tracePt t="44358" x="4676775" y="5103813"/>
          <p14:tracePt t="44368" x="4694238" y="5227638"/>
          <p14:tracePt t="44378" x="4721225" y="5368925"/>
          <p14:tracePt t="44388" x="4756150" y="5526088"/>
          <p14:tracePt t="44398" x="4789488" y="5716588"/>
          <p14:tracePt t="44408" x="4829175" y="5946775"/>
          <p14:tracePt t="44418" x="4867275" y="6165850"/>
          <p14:tracePt t="44428" x="4906963" y="6413500"/>
          <p14:tracePt t="44438" x="4951413" y="6661150"/>
          <p14:tracePt t="44848" x="5114925" y="6813550"/>
          <p14:tracePt t="44858" x="5187950" y="6661150"/>
          <p14:tracePt t="44868" x="5267325" y="6486525"/>
          <p14:tracePt t="44878" x="5340350" y="6307138"/>
          <p14:tracePt t="44888" x="5391150" y="6143625"/>
          <p14:tracePt t="44898" x="5424488" y="5986463"/>
          <p14:tracePt t="44908" x="5446713" y="5851525"/>
          <p14:tracePt t="44918" x="5453063" y="5749925"/>
          <p14:tracePt t="44928" x="5457825" y="5672138"/>
          <p14:tracePt t="44938" x="5457825" y="5592763"/>
          <p14:tracePt t="44948" x="5457825" y="5530850"/>
          <p14:tracePt t="44958" x="5457825" y="5486400"/>
          <p14:tracePt t="44968" x="5457825" y="5468938"/>
          <p14:tracePt t="44978" x="5457825" y="5464175"/>
          <p14:tracePt t="45010" x="5457825" y="5457825"/>
          <p14:tracePt t="45068" x="5457825" y="5464175"/>
          <p14:tracePt t="45070" x="5457825" y="5468938"/>
          <p14:tracePt t="45078" x="5457825" y="5492750"/>
          <p14:tracePt t="45088" x="5453063" y="5530850"/>
          <p14:tracePt t="45098" x="5446713" y="5581650"/>
          <p14:tracePt t="45108" x="5435600" y="5627688"/>
          <p14:tracePt t="45118" x="5424488" y="5683250"/>
          <p14:tracePt t="45128" x="5407025" y="5773738"/>
          <p14:tracePt t="45138" x="5391150" y="5857875"/>
          <p14:tracePt t="45148" x="5380038" y="5946775"/>
          <p14:tracePt t="45158" x="5362575" y="6037263"/>
          <p14:tracePt t="45168" x="5340350" y="6121400"/>
          <p14:tracePt t="45178" x="5318125" y="6216650"/>
          <p14:tracePt t="45188" x="5294313" y="6318250"/>
          <p14:tracePt t="45198" x="5272088" y="6413500"/>
          <p14:tracePt t="45208" x="5249863" y="6503988"/>
          <p14:tracePt t="45218" x="5227638" y="6605588"/>
          <p14:tracePt t="45228" x="5205413" y="6694488"/>
          <p14:tracePt t="45238" x="5176838" y="6784975"/>
          <p14:tracePt t="45438" x="1473200" y="6773863"/>
          <p14:tracePt t="45448" x="933450" y="6503988"/>
          <p14:tracePt t="45458" x="409575" y="6189663"/>
        </p14:tracePtLst>
      </p14:laserTrace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39C1C-4BBF-C12F-A4FB-1E449870E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0BEAF-6C09-32BD-4556-D6811185A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3A82B-5511-6197-3F40-492B4376A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146" name="Picture 2" descr="Picture of the brain; arrows point to the hypothalamus">
            <a:extLst>
              <a:ext uri="{FF2B5EF4-FFF2-40B4-BE49-F238E27FC236}">
                <a16:creationId xmlns:a16="http://schemas.microsoft.com/office/drawing/2014/main" id="{586457AC-348E-2A93-7D24-5EF656566FF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316" y="1825625"/>
            <a:ext cx="5952343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CCFB97-1139-E548-3B69-586BCE3C93ED}"/>
              </a:ext>
            </a:extLst>
          </p:cNvPr>
          <p:cNvSpPr/>
          <p:nvPr/>
        </p:nvSpPr>
        <p:spPr>
          <a:xfrm>
            <a:off x="3321811" y="1587443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0B6FD2-368D-B3C3-0601-F569E292F3E2}"/>
              </a:ext>
            </a:extLst>
          </p:cNvPr>
          <p:cNvSpPr/>
          <p:nvPr/>
        </p:nvSpPr>
        <p:spPr>
          <a:xfrm>
            <a:off x="7319553" y="2355622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7D0BCF-FCF1-6D54-A5EF-364381FC6218}"/>
              </a:ext>
            </a:extLst>
          </p:cNvPr>
          <p:cNvSpPr/>
          <p:nvPr/>
        </p:nvSpPr>
        <p:spPr>
          <a:xfrm rot="1315802">
            <a:off x="7761260" y="3766361"/>
            <a:ext cx="147559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FA56F4-9BB0-8845-3B6B-6AC0EE07988A}"/>
              </a:ext>
            </a:extLst>
          </p:cNvPr>
          <p:cNvSpPr/>
          <p:nvPr/>
        </p:nvSpPr>
        <p:spPr>
          <a:xfrm>
            <a:off x="4292816" y="5339576"/>
            <a:ext cx="84473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E66ED6-7A0B-699D-CF0E-1C5252FEEAAF}"/>
              </a:ext>
            </a:extLst>
          </p:cNvPr>
          <p:cNvSpPr/>
          <p:nvPr/>
        </p:nvSpPr>
        <p:spPr>
          <a:xfrm>
            <a:off x="4476206" y="4966458"/>
            <a:ext cx="66134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86C932-5034-D91C-C020-E804A891245E}"/>
              </a:ext>
            </a:extLst>
          </p:cNvPr>
          <p:cNvSpPr/>
          <p:nvPr/>
        </p:nvSpPr>
        <p:spPr>
          <a:xfrm>
            <a:off x="7054455" y="5349943"/>
            <a:ext cx="139337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16C26F-EA7F-C8C3-72E4-35C2F9A8E97A}"/>
              </a:ext>
            </a:extLst>
          </p:cNvPr>
          <p:cNvSpPr/>
          <p:nvPr/>
        </p:nvSpPr>
        <p:spPr>
          <a:xfrm>
            <a:off x="2732796" y="4833131"/>
            <a:ext cx="1743410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D76664-2302-2B70-EC74-954A5076D44B}"/>
              </a:ext>
            </a:extLst>
          </p:cNvPr>
          <p:cNvSpPr txBox="1"/>
          <p:nvPr/>
        </p:nvSpPr>
        <p:spPr>
          <a:xfrm>
            <a:off x="8712924" y="905691"/>
            <a:ext cx="27902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</a:t>
            </a:r>
            <a:r>
              <a:rPr lang="en-US" dirty="0"/>
              <a:t>: Produces and releases hormones, particularly those involved in the autonomic nervous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763EB5-46A1-CF96-53D3-BC19C4E88AE7}"/>
              </a:ext>
            </a:extLst>
          </p:cNvPr>
          <p:cNvSpPr/>
          <p:nvPr/>
        </p:nvSpPr>
        <p:spPr>
          <a:xfrm>
            <a:off x="7123103" y="2210278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78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186"/>
    </mc:Choice>
    <mc:Fallback xmlns="">
      <p:transition spd="slow" advTm="33186"/>
    </mc:Fallback>
  </mc:AlternateContent>
  <p:extLst>
    <p:ext uri="{3A86A75C-4F4B-4683-9AE1-C65F6400EC91}">
      <p14:laserTraceLst xmlns:p14="http://schemas.microsoft.com/office/powerpoint/2010/main">
        <p14:tracePtLst>
          <p14:tracePt t="63" x="2108200" y="5789613"/>
          <p14:tracePt t="64" x="2108200" y="5778500"/>
          <p14:tracePt t="68" x="2119313" y="5762625"/>
          <p14:tracePt t="98" x="2124075" y="5745163"/>
          <p14:tracePt t="108" x="2130425" y="5745163"/>
          <p14:tracePt t="154" x="2130425" y="5738813"/>
          <p14:tracePt t="158" x="2130425" y="5734050"/>
          <p14:tracePt t="162" x="2130425" y="5727700"/>
          <p14:tracePt t="168" x="2130425" y="5722938"/>
          <p14:tracePt t="178" x="2141538" y="5716588"/>
          <p14:tracePt t="188" x="2147888" y="5705475"/>
          <p14:tracePt t="198" x="2159000" y="5688013"/>
          <p14:tracePt t="208" x="2203450" y="5643563"/>
          <p14:tracePt t="218" x="2276475" y="5581650"/>
          <p14:tracePt t="228" x="2382838" y="5492750"/>
          <p14:tracePt t="238" x="2490788" y="5395913"/>
          <p14:tracePt t="248" x="2597150" y="5272088"/>
          <p14:tracePt t="258" x="2681288" y="5154613"/>
          <p14:tracePt t="268" x="2760663" y="5048250"/>
          <p14:tracePt t="278" x="2820988" y="4941888"/>
          <p14:tracePt t="288" x="2878138" y="4845050"/>
          <p14:tracePt t="298" x="2928938" y="4767263"/>
          <p14:tracePt t="308" x="2973388" y="4683125"/>
          <p14:tracePt t="318" x="3028950" y="4581525"/>
          <p14:tracePt t="328" x="3114675" y="4468813"/>
          <p14:tracePt t="338" x="3198813" y="4362450"/>
          <p14:tracePt t="348" x="3282950" y="4260850"/>
          <p14:tracePt t="358" x="3360738" y="4187825"/>
          <p14:tracePt t="368" x="3433763" y="4132263"/>
          <p14:tracePt t="378" x="3502025" y="4097338"/>
          <p14:tracePt t="388" x="3563938" y="4070350"/>
          <p14:tracePt t="398" x="3608388" y="4048125"/>
          <p14:tracePt t="408" x="3648075" y="4035425"/>
          <p14:tracePt t="418" x="3687763" y="4024313"/>
          <p14:tracePt t="428" x="3749675" y="4019550"/>
          <p14:tracePt t="438" x="3838575" y="4019550"/>
          <p14:tracePt t="448" x="3968750" y="4041775"/>
          <p14:tracePt t="458" x="4108450" y="4075113"/>
          <p14:tracePt t="468" x="4232275" y="4103688"/>
          <p14:tracePt t="478" x="4322763" y="4125913"/>
          <p14:tracePt t="488" x="4406900" y="4143375"/>
          <p14:tracePt t="498" x="4491038" y="4165600"/>
          <p14:tracePt t="508" x="4586288" y="4187825"/>
          <p14:tracePt t="518" x="4676775" y="4216400"/>
          <p14:tracePt t="528" x="4756150" y="4238625"/>
          <p14:tracePt t="538" x="4829175" y="4256088"/>
          <p14:tracePt t="548" x="4867275" y="4271963"/>
          <p14:tracePt t="558" x="4884738" y="4271963"/>
          <p14:tracePt t="574" x="4884738" y="4278313"/>
          <p14:tracePt t="578" x="4889500" y="4278313"/>
          <p14:tracePt t="610" x="4895850" y="4278313"/>
          <p14:tracePt t="702" x="4902200" y="4278313"/>
          <p14:tracePt t="706" x="4902200" y="4283075"/>
          <p14:tracePt t="708" x="4906963" y="4283075"/>
          <p14:tracePt t="718" x="4935538" y="4294188"/>
          <p14:tracePt t="728" x="5013325" y="4333875"/>
          <p14:tracePt t="738" x="5092700" y="4362450"/>
          <p14:tracePt t="748" x="5165725" y="4391025"/>
          <p14:tracePt t="758" x="5205413" y="4406900"/>
          <p14:tracePt t="768" x="5221288" y="4413250"/>
          <p14:tracePt t="778" x="5227638" y="4413250"/>
          <p14:tracePt t="802" x="5232400" y="4413250"/>
          <p14:tracePt t="850" x="5232400" y="4406900"/>
          <p14:tracePt t="854" x="5232400" y="4402138"/>
          <p14:tracePt t="860" x="5227638" y="4395788"/>
          <p14:tracePt t="868" x="5227638" y="4391025"/>
          <p14:tracePt t="878" x="5221288" y="4391025"/>
          <p14:tracePt t="888" x="5221288" y="4384675"/>
          <p14:tracePt t="912" x="5216525" y="4384675"/>
          <p14:tracePt t="918" x="5216525" y="4378325"/>
          <p14:tracePt t="926" x="5210175" y="4378325"/>
          <p14:tracePt t="930" x="5210175" y="4373563"/>
          <p14:tracePt t="938" x="5199063" y="4373563"/>
          <p14:tracePt t="948" x="5183188" y="4367213"/>
          <p14:tracePt t="958" x="5172075" y="4367213"/>
          <p14:tracePt t="968" x="5154613" y="4362450"/>
          <p14:tracePt t="978" x="5143500" y="4362450"/>
          <p14:tracePt t="988" x="5121275" y="4362450"/>
          <p14:tracePt t="998" x="5103813" y="4367213"/>
          <p14:tracePt t="1008" x="5092700" y="4378325"/>
          <p14:tracePt t="1018" x="5075238" y="4384675"/>
          <p14:tracePt t="1028" x="5059363" y="4395788"/>
          <p14:tracePt t="1038" x="5041900" y="4406900"/>
          <p14:tracePt t="1048" x="5030788" y="4413250"/>
          <p14:tracePt t="1058" x="5030788" y="4418013"/>
          <p14:tracePt t="1068" x="5024438" y="4424363"/>
          <p14:tracePt t="1080" x="5024438" y="4429125"/>
          <p14:tracePt t="1088" x="5019675" y="4429125"/>
          <p14:tracePt t="1100" x="5013325" y="4429125"/>
          <p14:tracePt t="1108" x="5013325" y="4435475"/>
          <p14:tracePt t="1182" x="5008563" y="4435475"/>
          <p14:tracePt t="1196" x="5008563" y="4429125"/>
          <p14:tracePt t="1206" x="5008563" y="4424363"/>
          <p14:tracePt t="1210" x="5008563" y="4418013"/>
          <p14:tracePt t="1214" x="5008563" y="4413250"/>
          <p14:tracePt t="1218" x="5008563" y="4406900"/>
          <p14:tracePt t="1228" x="5008563" y="4395788"/>
          <p14:tracePt t="1238" x="5019675" y="4384675"/>
          <p14:tracePt t="1248" x="5019675" y="4367213"/>
          <p14:tracePt t="1258" x="5024438" y="4356100"/>
          <p14:tracePt t="1268" x="5024438" y="4344988"/>
          <p14:tracePt t="1278" x="5030788" y="4340225"/>
          <p14:tracePt t="1308" x="5030788" y="4333875"/>
          <p14:tracePt t="18806" x="5030788" y="4329113"/>
          <p14:tracePt t="18810" x="5024438" y="4329113"/>
          <p14:tracePt t="18818" x="4997450" y="4316413"/>
          <p14:tracePt t="18828" x="4946650" y="4300538"/>
          <p14:tracePt t="18838" x="4884738" y="4294188"/>
          <p14:tracePt t="18848" x="4822825" y="4294188"/>
          <p14:tracePt t="18858" x="4767263" y="4300538"/>
          <p14:tracePt t="18868" x="4727575" y="4311650"/>
          <p14:tracePt t="18878" x="4676775" y="4322763"/>
          <p14:tracePt t="18888" x="4637088" y="4344988"/>
          <p14:tracePt t="18898" x="4592638" y="4362450"/>
          <p14:tracePt t="18908" x="4548188" y="4395788"/>
          <p14:tracePt t="18918" x="4508500" y="4429125"/>
          <p14:tracePt t="18928" x="4473575" y="4475163"/>
          <p14:tracePt t="18938" x="4451350" y="4519613"/>
          <p14:tracePt t="18948" x="4435475" y="4559300"/>
          <p14:tracePt t="18958" x="4429125" y="4581525"/>
          <p14:tracePt t="18968" x="4424363" y="4592638"/>
          <p14:tracePt t="18982" x="4424363" y="4598988"/>
          <p14:tracePt t="18992" x="4429125" y="4598988"/>
          <p14:tracePt t="19002" x="4435475" y="4598988"/>
          <p14:tracePt t="19008" x="4440238" y="4592638"/>
          <p14:tracePt t="19018" x="4446588" y="4581525"/>
          <p14:tracePt t="19028" x="4451350" y="4570413"/>
          <p14:tracePt t="19039" x="4457700" y="4541838"/>
          <p14:tracePt t="19048" x="4468813" y="4508500"/>
          <p14:tracePt t="19058" x="4486275" y="4464050"/>
          <p14:tracePt t="19068" x="4508500" y="4406900"/>
          <p14:tracePt t="19078" x="4552950" y="4322763"/>
          <p14:tracePt t="19088" x="4603750" y="4243388"/>
          <p14:tracePt t="19098" x="4665663" y="4187825"/>
          <p14:tracePt t="19108" x="4743450" y="4132263"/>
          <p14:tracePt t="19118" x="4833938" y="4092575"/>
          <p14:tracePt t="19128" x="4929188" y="4064000"/>
          <p14:tracePt t="19138" x="5019675" y="4048125"/>
          <p14:tracePt t="19148" x="5086350" y="4035425"/>
          <p14:tracePt t="19158" x="5114925" y="4030663"/>
          <p14:tracePt t="19168" x="5121275" y="4030663"/>
          <p14:tracePt t="19184" x="5126038" y="4030663"/>
          <p14:tracePt t="19188" x="5126038" y="4024313"/>
          <p14:tracePt t="19220" x="5132388" y="4024313"/>
          <p14:tracePt t="19224" x="5137150" y="4030663"/>
          <p14:tracePt t="19228" x="5143500" y="4035425"/>
          <p14:tracePt t="19238" x="5172075" y="4070350"/>
          <p14:tracePt t="19248" x="5205413" y="4103688"/>
          <p14:tracePt t="19258" x="5238750" y="4143375"/>
          <p14:tracePt t="19268" x="5272088" y="4187825"/>
          <p14:tracePt t="19278" x="5311775" y="4232275"/>
          <p14:tracePt t="19288" x="5351463" y="4278313"/>
          <p14:tracePt t="19298" x="5395913" y="4316413"/>
          <p14:tracePt t="19308" x="5440363" y="4356100"/>
          <p14:tracePt t="19318" x="5486400" y="4391025"/>
          <p14:tracePt t="19328" x="5526088" y="4424363"/>
          <p14:tracePt t="19338" x="5553075" y="4446588"/>
          <p14:tracePt t="19348" x="5570538" y="4451350"/>
          <p14:tracePt t="19358" x="5575300" y="4457700"/>
          <p14:tracePt t="19396" x="5581650" y="4457700"/>
          <p14:tracePt t="19446" x="5575300" y="4457700"/>
          <p14:tracePt t="19450" x="5570538" y="4457700"/>
          <p14:tracePt t="19458" x="5564188" y="4457700"/>
          <p14:tracePt t="19466" x="5559425" y="4451350"/>
          <p14:tracePt t="19476" x="5553075" y="4451350"/>
          <p14:tracePt t="19480" x="5548313" y="4451350"/>
          <p14:tracePt t="19490" x="5541963" y="4451350"/>
          <p14:tracePt t="19498" x="5526088" y="4440238"/>
          <p14:tracePt t="19508" x="5497513" y="4429125"/>
          <p14:tracePt t="19518" x="5429250" y="4413250"/>
          <p14:tracePt t="19528" x="5356225" y="4384675"/>
          <p14:tracePt t="19538" x="5249863" y="4356100"/>
          <p14:tracePt t="19548" x="5137150" y="4322763"/>
          <p14:tracePt t="19558" x="5053013" y="4305300"/>
          <p14:tracePt t="19568" x="4991100" y="4289425"/>
          <p14:tracePt t="19578" x="4957763" y="4278313"/>
          <p14:tracePt t="19588" x="4946650" y="4278313"/>
          <p14:tracePt t="19598" x="4940300" y="4278313"/>
          <p14:tracePt t="19614" x="4940300" y="4271963"/>
          <p14:tracePt t="19620" x="4935538" y="4271963"/>
          <p14:tracePt t="19634" x="4929188" y="4271963"/>
          <p14:tracePt t="19638" x="4929188" y="4267200"/>
          <p14:tracePt t="19648" x="4918075" y="4256088"/>
          <p14:tracePt t="19658" x="4913313" y="4243388"/>
          <p14:tracePt t="19668" x="4902200" y="4232275"/>
          <p14:tracePt t="19678" x="4895850" y="4216400"/>
          <p14:tracePt t="19688" x="4895850" y="4205288"/>
          <p14:tracePt t="19698" x="4889500" y="4187825"/>
          <p14:tracePt t="19708" x="4889500" y="4170363"/>
          <p14:tracePt t="19718" x="4889500" y="4148138"/>
          <p14:tracePt t="19728" x="4889500" y="4125913"/>
          <p14:tracePt t="19738" x="4889500" y="4097338"/>
          <p14:tracePt t="19748" x="4895850" y="4070350"/>
          <p14:tracePt t="19758" x="4895850" y="4048125"/>
          <p14:tracePt t="19768" x="4902200" y="4024313"/>
          <p14:tracePt t="19778" x="4902200" y="4013200"/>
          <p14:tracePt t="19788" x="4906963" y="4008438"/>
          <p14:tracePt t="19798" x="4906963" y="4002088"/>
          <p14:tracePt t="19808" x="4918075" y="3997325"/>
          <p14:tracePt t="19818" x="4918075" y="3986213"/>
          <p14:tracePt t="19828" x="4924425" y="3979863"/>
          <p14:tracePt t="19868" x="4924425" y="3973513"/>
          <p14:tracePt t="19870" x="4929188" y="3973513"/>
          <p14:tracePt t="20030" x="4935538" y="3973513"/>
          <p14:tracePt t="20034" x="4940300" y="3973513"/>
          <p14:tracePt t="20038" x="4946650" y="3973513"/>
          <p14:tracePt t="20048" x="4968875" y="3973513"/>
          <p14:tracePt t="20058" x="5008563" y="3986213"/>
          <p14:tracePt t="20068" x="5048250" y="3997325"/>
          <p14:tracePt t="20078" x="5086350" y="4013200"/>
          <p14:tracePt t="20088" x="5121275" y="4024313"/>
          <p14:tracePt t="20098" x="5137150" y="4030663"/>
          <p14:tracePt t="20108" x="5143500" y="4030663"/>
          <p14:tracePt t="20124" x="5148263" y="4030663"/>
          <p14:tracePt t="20180" x="5148263" y="4035425"/>
          <p14:tracePt t="20194" x="5148263" y="4041775"/>
          <p14:tracePt t="20202" x="5154613" y="4041775"/>
          <p14:tracePt t="20208" x="5154613" y="4048125"/>
          <p14:tracePt t="20216" x="5159375" y="4048125"/>
          <p14:tracePt t="20222" x="5159375" y="4052888"/>
          <p14:tracePt t="20294" x="5159375" y="4059238"/>
          <p14:tracePt t="20314" x="5159375" y="4064000"/>
          <p14:tracePt t="20330" x="5159375" y="4070350"/>
          <p14:tracePt t="20342" x="5159375" y="4075113"/>
          <p14:tracePt t="20352" x="5159375" y="4081463"/>
          <p14:tracePt t="20356" x="5159375" y="4086225"/>
          <p14:tracePt t="20366" x="5159375" y="4092575"/>
          <p14:tracePt t="20372" x="5159375" y="4097338"/>
          <p14:tracePt t="20380" x="5159375" y="4103688"/>
          <p14:tracePt t="20388" x="5159375" y="4108450"/>
          <p14:tracePt t="20398" x="5159375" y="4125913"/>
          <p14:tracePt t="20408" x="5154613" y="4143375"/>
          <p14:tracePt t="20418" x="5154613" y="4159250"/>
          <p14:tracePt t="20428" x="5148263" y="4165600"/>
          <p14:tracePt t="20438" x="5148263" y="4170363"/>
          <p14:tracePt t="20448" x="5148263" y="4176713"/>
          <p14:tracePt t="20480" x="5148263" y="4181475"/>
          <p14:tracePt t="20518" x="5143500" y="4181475"/>
          <p14:tracePt t="20528" x="5137150" y="4181475"/>
          <p14:tracePt t="20530" x="5132388" y="4181475"/>
          <p14:tracePt t="20538" x="5114925" y="4170363"/>
          <p14:tracePt t="20548" x="5081588" y="4143375"/>
          <p14:tracePt t="20558" x="5037138" y="4108450"/>
          <p14:tracePt t="20568" x="4986338" y="4075113"/>
          <p14:tracePt t="20578" x="4924425" y="4030663"/>
          <p14:tracePt t="20588" x="4884738" y="4002088"/>
          <p14:tracePt t="20598" x="4862513" y="3986213"/>
          <p14:tracePt t="20608" x="4851400" y="3973513"/>
          <p14:tracePt t="20618" x="4851400" y="3968750"/>
          <p14:tracePt t="20628" x="4845050" y="3962400"/>
          <p14:tracePt t="20652" x="4845050" y="3957638"/>
          <p14:tracePt t="20684" x="4845050" y="3951288"/>
          <p14:tracePt t="20696" x="4845050" y="3946525"/>
          <p14:tracePt t="20706" x="4845050" y="3940175"/>
          <p14:tracePt t="20708" x="4851400" y="3940175"/>
          <p14:tracePt t="20712" x="4851400" y="3935413"/>
          <p14:tracePt t="20718" x="4856163" y="3935413"/>
          <p14:tracePt t="20728" x="4862513" y="3929063"/>
          <p14:tracePt t="20738" x="4873625" y="3929063"/>
          <p14:tracePt t="20748" x="4884738" y="3924300"/>
          <p14:tracePt t="20758" x="4902200" y="3924300"/>
          <p14:tracePt t="20768" x="4918075" y="3917950"/>
          <p14:tracePt t="20778" x="4924425" y="3917950"/>
          <p14:tracePt t="20788" x="4929188" y="3917950"/>
          <p14:tracePt t="20798" x="4935538" y="3917950"/>
          <p14:tracePt t="20824" x="4940300" y="3917950"/>
          <p14:tracePt t="20848" x="4946650" y="3917950"/>
          <p14:tracePt t="20866" x="4951413" y="3917950"/>
          <p14:tracePt t="20878" x="4957763" y="3917950"/>
          <p14:tracePt t="20900" x="4964113" y="3917950"/>
          <p14:tracePt t="20928" x="4968875" y="3917950"/>
          <p14:tracePt t="20980" x="4975225" y="3917950"/>
          <p14:tracePt t="21006" x="4979988" y="3917950"/>
          <p14:tracePt t="21012" x="4986338" y="3917950"/>
          <p14:tracePt t="21014" x="4986338" y="3924300"/>
          <p14:tracePt t="21018" x="4991100" y="3924300"/>
          <p14:tracePt t="21028" x="5024438" y="3940175"/>
          <p14:tracePt t="21038" x="5110163" y="3986213"/>
          <p14:tracePt t="21048" x="5227638" y="4041775"/>
          <p14:tracePt t="21058" x="5356225" y="4097338"/>
          <p14:tracePt t="21068" x="5508625" y="4154488"/>
          <p14:tracePt t="21078" x="5632450" y="4198938"/>
          <p14:tracePt t="21088" x="5738813" y="4238625"/>
          <p14:tracePt t="21098" x="5800725" y="4260850"/>
          <p14:tracePt t="21108" x="5829300" y="4267200"/>
          <p14:tracePt t="21118" x="5834063" y="4271963"/>
          <p14:tracePt t="21128" x="5840413" y="4271963"/>
          <p14:tracePt t="21196" x="5834063" y="4271963"/>
          <p14:tracePt t="21200" x="5829300" y="4271963"/>
          <p14:tracePt t="21204" x="5822950" y="4271963"/>
          <p14:tracePt t="21208" x="5811838" y="4271963"/>
          <p14:tracePt t="21218" x="5767388" y="4271963"/>
          <p14:tracePt t="21228" x="5705475" y="4271963"/>
          <p14:tracePt t="21238" x="5614988" y="4278313"/>
          <p14:tracePt t="21248" x="5541963" y="4294188"/>
          <p14:tracePt t="21258" x="5457825" y="4311650"/>
          <p14:tracePt t="21268" x="5391150" y="4333875"/>
          <p14:tracePt t="21278" x="5311775" y="4356100"/>
          <p14:tracePt t="21288" x="5238750" y="4378325"/>
          <p14:tracePt t="21298" x="5172075" y="4402138"/>
          <p14:tracePt t="21308" x="5110163" y="4424363"/>
          <p14:tracePt t="21318" x="5053013" y="4440238"/>
          <p14:tracePt t="21328" x="5013325" y="4451350"/>
          <p14:tracePt t="21338" x="5002213" y="4457700"/>
          <p14:tracePt t="21348" x="4997450" y="4457700"/>
          <p14:tracePt t="21368" x="4991100" y="4464050"/>
          <p14:tracePt t="21400" x="4986338" y="4464050"/>
          <p14:tracePt t="21496" x="4979988" y="4464050"/>
          <p14:tracePt t="21498" x="4979988" y="4468813"/>
          <p14:tracePt t="21500" x="4975225" y="4468813"/>
          <p14:tracePt t="21508" x="4951413" y="4468813"/>
          <p14:tracePt t="21518" x="4895850" y="4479925"/>
          <p14:tracePt t="21528" x="4789488" y="4502150"/>
          <p14:tracePt t="21538" x="4637088" y="4530725"/>
          <p14:tracePt t="21548" x="4406900" y="4575175"/>
          <p14:tracePt t="21558" x="4181475" y="4614863"/>
          <p14:tracePt t="21568" x="3968750" y="4659313"/>
          <p14:tracePt t="21578" x="3783013" y="4710113"/>
          <p14:tracePt t="21588" x="3614738" y="4749800"/>
          <p14:tracePt t="21598" x="3479800" y="4778375"/>
          <p14:tracePt t="21608" x="3400425" y="4800600"/>
          <p14:tracePt t="21618" x="3360738" y="4818063"/>
          <p14:tracePt t="21628" x="3349625" y="4818063"/>
          <p14:tracePt t="21668" x="3344863" y="4818063"/>
          <p14:tracePt t="21742" x="3338513" y="4818063"/>
          <p14:tracePt t="21754" x="3333750" y="4818063"/>
          <p14:tracePt t="21758" x="3327400" y="4811713"/>
          <p14:tracePt t="21768" x="3322638" y="4811713"/>
          <p14:tracePt t="21772" x="3322638" y="4806950"/>
          <p14:tracePt t="21784" x="3316288" y="4806950"/>
          <p14:tracePt t="21788" x="3316288" y="4800600"/>
          <p14:tracePt t="21798" x="3311525" y="4800600"/>
          <p14:tracePt t="21808" x="3305175" y="4789488"/>
          <p14:tracePt t="21818" x="3294063" y="4778375"/>
          <p14:tracePt t="21828" x="3276600" y="4772025"/>
          <p14:tracePt t="21838" x="3265488" y="4760913"/>
          <p14:tracePt t="21848" x="3254375" y="4756150"/>
          <p14:tracePt t="21858" x="3238500" y="4749800"/>
          <p14:tracePt t="21868" x="3225800" y="4738688"/>
          <p14:tracePt t="21878" x="3214688" y="4733925"/>
          <p14:tracePt t="21888" x="3203575" y="4727575"/>
          <p14:tracePt t="21898" x="3187700" y="4716463"/>
          <p14:tracePt t="21908" x="3163888" y="4705350"/>
          <p14:tracePt t="21918" x="3152775" y="4694238"/>
          <p14:tracePt t="21928" x="3141663" y="4694238"/>
          <p14:tracePt t="21938" x="3141663" y="4687888"/>
          <p14:tracePt t="21948" x="3136900" y="4687888"/>
          <p14:tracePt t="21958" x="3136900" y="4683125"/>
          <p14:tracePt t="21968" x="3130550" y="4683125"/>
          <p14:tracePt t="22008" x="3125788" y="4683125"/>
          <p14:tracePt t="22014" x="3119438" y="4683125"/>
          <p14:tracePt t="22020" x="3114675" y="4683125"/>
          <p14:tracePt t="22028" x="3097213" y="4683125"/>
          <p14:tracePt t="22038" x="3068638" y="4683125"/>
          <p14:tracePt t="22048" x="3028950" y="4683125"/>
          <p14:tracePt t="22058" x="2990850" y="4683125"/>
          <p14:tracePt t="22068" x="2944813" y="4683125"/>
          <p14:tracePt t="22078" x="2900363" y="4683125"/>
          <p14:tracePt t="22088" x="2855913" y="4683125"/>
          <p14:tracePt t="22098" x="2809875" y="4676775"/>
          <p14:tracePt t="22108" x="2771775" y="4676775"/>
          <p14:tracePt t="22118" x="2747963" y="4672013"/>
          <p14:tracePt t="22128" x="2736850" y="4665663"/>
          <p14:tracePt t="22150" x="2732088" y="4665663"/>
          <p14:tracePt t="22626" x="2736850" y="4665663"/>
          <p14:tracePt t="22630" x="2743200" y="4665663"/>
          <p14:tracePt t="22632" x="2743200" y="4659313"/>
          <p14:tracePt t="22638" x="2754313" y="4659313"/>
          <p14:tracePt t="22648" x="2787650" y="4643438"/>
          <p14:tracePt t="22658" x="2838450" y="4632325"/>
          <p14:tracePt t="22668" x="2933700" y="4614863"/>
          <p14:tracePt t="22678" x="3052763" y="4614863"/>
          <p14:tracePt t="22688" x="3203575" y="4621213"/>
          <p14:tracePt t="22698" x="3344863" y="4637088"/>
          <p14:tracePt t="22708" x="3468688" y="4659313"/>
          <p14:tracePt t="22718" x="3586163" y="4676775"/>
          <p14:tracePt t="22728" x="3665538" y="4687888"/>
          <p14:tracePt t="22738" x="3732213" y="4699000"/>
          <p14:tracePt t="22748" x="3800475" y="4705350"/>
          <p14:tracePt t="22758" x="3867150" y="4705350"/>
          <p14:tracePt t="22768" x="3962400" y="4710113"/>
          <p14:tracePt t="22778" x="4064000" y="4710113"/>
          <p14:tracePt t="22788" x="4159250" y="4710113"/>
          <p14:tracePt t="22798" x="4254500" y="4694238"/>
          <p14:tracePt t="22808" x="4344988" y="4687888"/>
          <p14:tracePt t="22818" x="4406900" y="4676775"/>
          <p14:tracePt t="22828" x="4457700" y="4665663"/>
          <p14:tracePt t="22838" x="4468813" y="4665663"/>
          <p14:tracePt t="22848" x="4479925" y="4665663"/>
          <p14:tracePt t="22858" x="4479925" y="4659313"/>
          <p14:tracePt t="22888" x="4486275" y="4659313"/>
          <p14:tracePt t="22926" x="4491038" y="4659313"/>
          <p14:tracePt t="22928" x="4491038" y="4654550"/>
          <p14:tracePt t="22938" x="4497388" y="4654550"/>
          <p14:tracePt t="22942" x="4502150" y="4654550"/>
          <p14:tracePt t="22948" x="4513263" y="4654550"/>
          <p14:tracePt t="22958" x="4548188" y="4648200"/>
          <p14:tracePt t="22968" x="4603750" y="4643438"/>
          <p14:tracePt t="22978" x="4670425" y="4643438"/>
          <p14:tracePt t="22988" x="4738688" y="4643438"/>
          <p14:tracePt t="22998" x="4800600" y="4637088"/>
          <p14:tracePt t="23008" x="4867275" y="4637088"/>
          <p14:tracePt t="23018" x="4913313" y="4637088"/>
          <p14:tracePt t="23028" x="4940300" y="4643438"/>
          <p14:tracePt t="23039" x="4946650" y="4643438"/>
          <p14:tracePt t="23048" x="4951413" y="4648200"/>
          <p14:tracePt t="23078" x="4957763" y="4654550"/>
          <p14:tracePt t="23082" x="4957763" y="4659313"/>
          <p14:tracePt t="23088" x="4968875" y="4672013"/>
          <p14:tracePt t="23098" x="4986338" y="4687888"/>
          <p14:tracePt t="23108" x="5002213" y="4699000"/>
          <p14:tracePt t="23120" x="5008563" y="4699000"/>
          <p14:tracePt t="23128" x="5008563" y="4705350"/>
          <p14:tracePt t="23138" x="5008563" y="4710113"/>
          <p14:tracePt t="23196" x="5002213" y="4710113"/>
          <p14:tracePt t="23208" x="4997450" y="4710113"/>
          <p14:tracePt t="23218" x="4991100" y="4710113"/>
          <p14:tracePt t="23222" x="4986338" y="4710113"/>
          <p14:tracePt t="23228" x="4979988" y="4710113"/>
          <p14:tracePt t="23238" x="4975225" y="4710113"/>
          <p14:tracePt t="23248" x="4968875" y="4710113"/>
          <p14:tracePt t="23258" x="4964113" y="4710113"/>
          <p14:tracePt t="23272" x="4957763" y="4710113"/>
          <p14:tracePt t="23288" x="4951413" y="4710113"/>
          <p14:tracePt t="23300" x="4946650" y="4710113"/>
          <p14:tracePt t="23306" x="4940300" y="4710113"/>
          <p14:tracePt t="23314" x="4935538" y="4710113"/>
          <p14:tracePt t="23320" x="4929188" y="4710113"/>
          <p14:tracePt t="23328" x="4918075" y="4716463"/>
          <p14:tracePt t="23338" x="4895850" y="4716463"/>
          <p14:tracePt t="23348" x="4851400" y="4727575"/>
          <p14:tracePt t="23358" x="4794250" y="4745038"/>
          <p14:tracePt t="23368" x="4699000" y="4760913"/>
          <p14:tracePt t="23378" x="4581525" y="4789488"/>
          <p14:tracePt t="23388" x="4424363" y="4822825"/>
          <p14:tracePt t="23398" x="4243388" y="4862513"/>
          <p14:tracePt t="23408" x="3997325" y="4913313"/>
          <p14:tracePt t="23418" x="3765550" y="4941888"/>
          <p14:tracePt t="23428" x="3546475" y="4968875"/>
          <p14:tracePt t="23438" x="3344863" y="4986338"/>
          <p14:tracePt t="23448" x="3192463" y="4997450"/>
          <p14:tracePt t="23458" x="3079750" y="5002213"/>
          <p14:tracePt t="23468" x="3013075" y="5002213"/>
          <p14:tracePt t="23478" x="2973388" y="5002213"/>
          <p14:tracePt t="23488" x="2955925" y="5002213"/>
          <p14:tracePt t="23498" x="2955925" y="4997450"/>
          <p14:tracePt t="23508" x="2951163" y="4997450"/>
          <p14:tracePt t="23518" x="2944813" y="4997450"/>
          <p14:tracePt t="23528" x="2944813" y="4986338"/>
          <p14:tracePt t="23538" x="2940050" y="4975225"/>
          <p14:tracePt t="23548" x="2940050" y="4953000"/>
          <p14:tracePt t="23558" x="2940050" y="4929188"/>
          <p14:tracePt t="23568" x="2940050" y="4902200"/>
          <p14:tracePt t="23578" x="2940050" y="4873625"/>
          <p14:tracePt t="23588" x="2940050" y="4845050"/>
          <p14:tracePt t="23598" x="2940050" y="4822825"/>
          <p14:tracePt t="23608" x="2944813" y="4794250"/>
          <p14:tracePt t="23618" x="2951163" y="4778375"/>
          <p14:tracePt t="23628" x="2968625" y="4760913"/>
          <p14:tracePt t="23638" x="2995613" y="4738688"/>
          <p14:tracePt t="23648" x="3041650" y="4716463"/>
          <p14:tracePt t="23658" x="3141663" y="4687888"/>
          <p14:tracePt t="23668" x="3254375" y="4665663"/>
          <p14:tracePt t="23678" x="3378200" y="4648200"/>
          <p14:tracePt t="23688" x="3513138" y="4632325"/>
          <p14:tracePt t="23698" x="3630613" y="4614863"/>
          <p14:tracePt t="23708" x="3749675" y="4610100"/>
          <p14:tracePt t="23718" x="3849688" y="4610100"/>
          <p14:tracePt t="23728" x="3935413" y="4610100"/>
          <p14:tracePt t="23738" x="4002088" y="4610100"/>
          <p14:tracePt t="23748" x="4030663" y="4610100"/>
          <p14:tracePt t="23758" x="4041775" y="4610100"/>
          <p14:tracePt t="23792" x="4046538" y="4610100"/>
          <p14:tracePt t="23820" x="4052888" y="4610100"/>
          <p14:tracePt t="23842" x="4057650" y="4610100"/>
          <p14:tracePt t="23850" x="4064000" y="4610100"/>
          <p14:tracePt t="23854" x="4070350" y="4603750"/>
          <p14:tracePt t="23858" x="4075113" y="4603750"/>
          <p14:tracePt t="23868" x="4086225" y="4603750"/>
          <p14:tracePt t="23878" x="4103688" y="4603750"/>
          <p14:tracePt t="23896" x="4108450" y="4603750"/>
          <p14:tracePt t="30458" x="4114800" y="4603750"/>
          <p14:tracePt t="30464" x="4119563" y="4603750"/>
          <p14:tracePt t="30468" x="4125913" y="4603750"/>
          <p14:tracePt t="30478" x="4130675" y="4610100"/>
          <p14:tracePt t="30488" x="4148138" y="4610100"/>
          <p14:tracePt t="30498" x="4159250" y="4614863"/>
          <p14:tracePt t="30508" x="4176713" y="4614863"/>
          <p14:tracePt t="30518" x="4192588" y="4614863"/>
          <p14:tracePt t="30528" x="4205288" y="4614863"/>
          <p14:tracePt t="30538" x="4216400" y="4614863"/>
          <p14:tracePt t="30548" x="4227513" y="4614863"/>
          <p14:tracePt t="30558" x="4243388" y="4610100"/>
          <p14:tracePt t="30568" x="4260850" y="4610100"/>
          <p14:tracePt t="30578" x="4271963" y="4603750"/>
          <p14:tracePt t="30588" x="4283075" y="4598988"/>
          <p14:tracePt t="30598" x="4289425" y="4598988"/>
          <p14:tracePt t="31460" x="4294188" y="4598988"/>
          <p14:tracePt t="31466" x="4294188" y="4603750"/>
          <p14:tracePt t="31470" x="4294188" y="4610100"/>
          <p14:tracePt t="31478" x="4305300" y="4632325"/>
          <p14:tracePt t="31488" x="4327525" y="4687888"/>
          <p14:tracePt t="31498" x="4373563" y="4783138"/>
          <p14:tracePt t="31508" x="4451350" y="4918075"/>
          <p14:tracePt t="31518" x="4570413" y="5121275"/>
          <p14:tracePt t="31528" x="4648200" y="5272088"/>
          <p14:tracePt t="31538" x="4699000" y="5407025"/>
          <p14:tracePt t="31548" x="4721225" y="5530850"/>
          <p14:tracePt t="31558" x="4749800" y="5654675"/>
          <p14:tracePt t="31568" x="4783138" y="5795963"/>
          <p14:tracePt t="31578" x="4822825" y="5942013"/>
          <p14:tracePt t="31588" x="4851400" y="6081713"/>
          <p14:tracePt t="31598" x="4867275" y="6200775"/>
          <p14:tracePt t="31608" x="4867275" y="6289675"/>
          <p14:tracePt t="31618" x="4867275" y="6351588"/>
          <p14:tracePt t="31628" x="4867275" y="6408738"/>
          <p14:tracePt t="31638" x="4867275" y="6442075"/>
          <p14:tracePt t="31648" x="4862513" y="6453188"/>
          <p14:tracePt t="31666" x="4862513" y="6459538"/>
          <p14:tracePt t="31680" x="4862513" y="6464300"/>
          <p14:tracePt t="31692" x="4862513" y="6470650"/>
          <p14:tracePt t="31696" x="4856163" y="6470650"/>
          <p14:tracePt t="31698" x="4856163" y="6475413"/>
          <p14:tracePt t="31708" x="4851400" y="6492875"/>
          <p14:tracePt t="31718" x="4845050" y="6508750"/>
          <p14:tracePt t="31728" x="4833938" y="6526213"/>
          <p14:tracePt t="31738" x="4822825" y="6548438"/>
          <p14:tracePt t="31748" x="4800600" y="6577013"/>
          <p14:tracePt t="31758" x="4772025" y="6605588"/>
          <p14:tracePt t="31768" x="4743450" y="6650038"/>
          <p14:tracePt t="31778" x="4705350" y="6723063"/>
          <p14:tracePt t="31788" x="4654550" y="6802438"/>
          <p14:tracePt t="32034" x="3389313" y="6802438"/>
          <p14:tracePt t="32038" x="3181350" y="6672263"/>
          <p14:tracePt t="32048" x="2535238" y="6278563"/>
          <p14:tracePt t="32058" x="1758950" y="5857875"/>
          <p14:tracePt t="32068" x="865188" y="5345113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077EC-E766-01E0-4886-7AB52C3CC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32293-4F58-3A92-EF43-381F2736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CA288-0035-86E3-3B56-55C3DD7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146" name="Picture 2" descr="Picture of the brain; arrows point to the cerebral cortex">
            <a:extLst>
              <a:ext uri="{FF2B5EF4-FFF2-40B4-BE49-F238E27FC236}">
                <a16:creationId xmlns:a16="http://schemas.microsoft.com/office/drawing/2014/main" id="{8AA98F5A-A176-2478-EE08-C3C0E27EBD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316" y="1825625"/>
            <a:ext cx="5952343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FCEEEE-69E6-8DDA-4574-8BC444A613AC}"/>
              </a:ext>
            </a:extLst>
          </p:cNvPr>
          <p:cNvSpPr/>
          <p:nvPr/>
        </p:nvSpPr>
        <p:spPr>
          <a:xfrm>
            <a:off x="3133728" y="4831521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4C7ABD-E0A5-48FE-CB70-4950E1DF2A64}"/>
              </a:ext>
            </a:extLst>
          </p:cNvPr>
          <p:cNvSpPr/>
          <p:nvPr/>
        </p:nvSpPr>
        <p:spPr>
          <a:xfrm>
            <a:off x="7319553" y="2355622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39E93-E889-047C-B540-950EEB8AD1D4}"/>
              </a:ext>
            </a:extLst>
          </p:cNvPr>
          <p:cNvSpPr/>
          <p:nvPr/>
        </p:nvSpPr>
        <p:spPr>
          <a:xfrm rot="1315802">
            <a:off x="7761260" y="3766361"/>
            <a:ext cx="147559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D73ADB-1B7E-B718-5445-0F54ACBA0AD6}"/>
              </a:ext>
            </a:extLst>
          </p:cNvPr>
          <p:cNvSpPr/>
          <p:nvPr/>
        </p:nvSpPr>
        <p:spPr>
          <a:xfrm>
            <a:off x="4292816" y="5339576"/>
            <a:ext cx="84473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54906A-D332-3E8D-E4A5-EF7BFE09E212}"/>
              </a:ext>
            </a:extLst>
          </p:cNvPr>
          <p:cNvSpPr/>
          <p:nvPr/>
        </p:nvSpPr>
        <p:spPr>
          <a:xfrm>
            <a:off x="4476206" y="4966458"/>
            <a:ext cx="66134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43B52C-1428-7DB0-45A2-BAC920514866}"/>
              </a:ext>
            </a:extLst>
          </p:cNvPr>
          <p:cNvSpPr/>
          <p:nvPr/>
        </p:nvSpPr>
        <p:spPr>
          <a:xfrm>
            <a:off x="7054455" y="5349943"/>
            <a:ext cx="1393371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FF6F68-6ABD-4C8D-14AF-22D14014F485}"/>
              </a:ext>
            </a:extLst>
          </p:cNvPr>
          <p:cNvSpPr/>
          <p:nvPr/>
        </p:nvSpPr>
        <p:spPr>
          <a:xfrm>
            <a:off x="2279950" y="4449646"/>
            <a:ext cx="1743410" cy="5168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FACC78-8B99-7A23-42BD-D89DBF4EC7DD}"/>
              </a:ext>
            </a:extLst>
          </p:cNvPr>
          <p:cNvSpPr txBox="1"/>
          <p:nvPr/>
        </p:nvSpPr>
        <p:spPr>
          <a:xfrm>
            <a:off x="8712924" y="905691"/>
            <a:ext cx="2790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</a:t>
            </a:r>
            <a:r>
              <a:rPr lang="en-US" dirty="0"/>
              <a:t>: Higher-order processing, intelligence, memory, and personality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21D55C-14F6-F35A-760E-8CBAF94E94E0}"/>
              </a:ext>
            </a:extLst>
          </p:cNvPr>
          <p:cNvSpPr/>
          <p:nvPr/>
        </p:nvSpPr>
        <p:spPr>
          <a:xfrm>
            <a:off x="7123103" y="2210278"/>
            <a:ext cx="1393371" cy="476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2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591"/>
    </mc:Choice>
    <mc:Fallback xmlns="">
      <p:transition spd="slow" advTm="66591"/>
    </mc:Fallback>
  </mc:AlternateContent>
  <p:extLst>
    <p:ext uri="{3A86A75C-4F4B-4683-9AE1-C65F6400EC91}">
      <p14:laserTraceLst xmlns:p14="http://schemas.microsoft.com/office/powerpoint/2010/main">
        <p14:tracePtLst>
          <p14:tracePt t="1096" x="6350" y="3570288"/>
          <p14:tracePt t="1097" x="22225" y="3575050"/>
          <p14:tracePt t="1107" x="66675" y="3597275"/>
          <p14:tracePt t="1117" x="112713" y="3625850"/>
          <p14:tracePt t="1127" x="146050" y="3643313"/>
          <p14:tracePt t="1137" x="163513" y="3659188"/>
          <p14:tracePt t="1147" x="185738" y="3676650"/>
          <p14:tracePt t="1157" x="207963" y="3692525"/>
          <p14:tracePt t="1167" x="241300" y="3716338"/>
          <p14:tracePt t="1177" x="287338" y="3743325"/>
          <p14:tracePt t="1187" x="365125" y="3789363"/>
          <p14:tracePt t="1197" x="433388" y="3827463"/>
          <p14:tracePt t="1207" x="495300" y="3862388"/>
          <p14:tracePt t="1217" x="539750" y="3884613"/>
          <p14:tracePt t="1227" x="557213" y="3895725"/>
          <p14:tracePt t="1237" x="568325" y="3895725"/>
          <p14:tracePt t="1247" x="573088" y="3900488"/>
          <p14:tracePt t="1273" x="573088" y="3906838"/>
          <p14:tracePt t="1303" x="579438" y="3906838"/>
          <p14:tracePt t="4037" x="584200" y="3906838"/>
          <p14:tracePt t="4039" x="584200" y="3913188"/>
          <p14:tracePt t="4047" x="601663" y="3929063"/>
          <p14:tracePt t="4057" x="657225" y="3990975"/>
          <p14:tracePt t="4067" x="787400" y="4097338"/>
          <p14:tracePt t="4077" x="989013" y="4238625"/>
          <p14:tracePt t="4087" x="1243013" y="4418013"/>
          <p14:tracePt t="4097" x="1557338" y="4603750"/>
          <p14:tracePt t="4107" x="1916113" y="4794250"/>
          <p14:tracePt t="4117" x="2332038" y="4968875"/>
          <p14:tracePt t="4127" x="2798763" y="5110163"/>
          <p14:tracePt t="4137" x="3254375" y="5222875"/>
          <p14:tracePt t="4147" x="3659188" y="5295900"/>
          <p14:tracePt t="4157" x="3979863" y="5318125"/>
          <p14:tracePt t="4167" x="4216400" y="5318125"/>
          <p14:tracePt t="4177" x="4373563" y="5318125"/>
          <p14:tracePt t="4187" x="4446588" y="5311775"/>
          <p14:tracePt t="4197" x="4457700" y="5307013"/>
          <p14:tracePt t="4207" x="4462463" y="5300663"/>
          <p14:tracePt t="4219" x="4462463" y="5295900"/>
          <p14:tracePt t="4227" x="4462463" y="5284788"/>
          <p14:tracePt t="4237" x="4440238" y="5249863"/>
          <p14:tracePt t="4247" x="4406900" y="5205413"/>
          <p14:tracePt t="4257" x="4373563" y="5154613"/>
          <p14:tracePt t="4267" x="4327525" y="5076825"/>
          <p14:tracePt t="4277" x="4305300" y="5026025"/>
          <p14:tracePt t="4287" x="4289425" y="4979988"/>
          <p14:tracePt t="4297" x="4271963" y="4946650"/>
          <p14:tracePt t="4307" x="4260850" y="4902200"/>
          <p14:tracePt t="4317" x="4243388" y="4851400"/>
          <p14:tracePt t="4327" x="4221163" y="4794250"/>
          <p14:tracePt t="4337" x="4198938" y="4716463"/>
          <p14:tracePt t="4347" x="4181475" y="4625975"/>
          <p14:tracePt t="4357" x="4154488" y="4524375"/>
          <p14:tracePt t="4367" x="4108450" y="4406900"/>
          <p14:tracePt t="4377" x="4057650" y="4294188"/>
          <p14:tracePt t="4387" x="4013200" y="4194175"/>
          <p14:tracePt t="4397" x="3984625" y="4125913"/>
          <p14:tracePt t="4407" x="3962400" y="4064000"/>
          <p14:tracePt t="4417" x="3951288" y="4013200"/>
          <p14:tracePt t="4427" x="3946525" y="3957638"/>
          <p14:tracePt t="4437" x="3946525" y="3900488"/>
          <p14:tracePt t="4447" x="3946525" y="3851275"/>
          <p14:tracePt t="4457" x="3951288" y="3805238"/>
          <p14:tracePt t="4467" x="3957638" y="3765550"/>
          <p14:tracePt t="4477" x="3962400" y="3743325"/>
          <p14:tracePt t="4487" x="3962400" y="3727450"/>
          <p14:tracePt t="4497" x="3968750" y="3709988"/>
          <p14:tracePt t="4507" x="3973513" y="3692525"/>
          <p14:tracePt t="4517" x="3979863" y="3670300"/>
          <p14:tracePt t="4527" x="3990975" y="3636963"/>
          <p14:tracePt t="4537" x="4013200" y="3597275"/>
          <p14:tracePt t="4547" x="4035425" y="3563938"/>
          <p14:tracePt t="4557" x="4057650" y="3535363"/>
          <p14:tracePt t="4567" x="4070350" y="3524250"/>
          <p14:tracePt t="4577" x="4081463" y="3519488"/>
          <p14:tracePt t="4587" x="4086225" y="3513138"/>
          <p14:tracePt t="4597" x="4097338" y="3513138"/>
          <p14:tracePt t="4607" x="4114800" y="3508375"/>
          <p14:tracePt t="4617" x="4154488" y="3502025"/>
          <p14:tracePt t="4627" x="4198938" y="3495675"/>
          <p14:tracePt t="4637" x="4260850" y="3484563"/>
          <p14:tracePt t="4647" x="4322763" y="3484563"/>
          <p14:tracePt t="4657" x="4356100" y="3484563"/>
          <p14:tracePt t="4667" x="4362450" y="3484563"/>
          <p14:tracePt t="4677" x="4367213" y="3484563"/>
          <p14:tracePt t="4723" x="4373563" y="3484563"/>
          <p14:tracePt t="4861" x="4378325" y="3484563"/>
          <p14:tracePt t="4871" x="4384675" y="3484563"/>
          <p14:tracePt t="4873" x="4389438" y="3484563"/>
          <p14:tracePt t="4877" x="4395788" y="3484563"/>
          <p14:tracePt t="4887" x="4418013" y="3484563"/>
          <p14:tracePt t="4897" x="4451350" y="3502025"/>
          <p14:tracePt t="4907" x="4479925" y="3513138"/>
          <p14:tracePt t="4917" x="4502150" y="3519488"/>
          <p14:tracePt t="4927" x="4524375" y="3524250"/>
          <p14:tracePt t="4937" x="4548188" y="3530600"/>
          <p14:tracePt t="4947" x="4570413" y="3546475"/>
          <p14:tracePt t="4957" x="4597400" y="3563938"/>
          <p14:tracePt t="4967" x="4632325" y="3586163"/>
          <p14:tracePt t="4977" x="4665663" y="3614738"/>
          <p14:tracePt t="4987" x="4705350" y="3648075"/>
          <p14:tracePt t="4997" x="4743450" y="3687763"/>
          <p14:tracePt t="5007" x="4778375" y="3721100"/>
          <p14:tracePt t="5017" x="4811713" y="3754438"/>
          <p14:tracePt t="5027" x="4833938" y="3778250"/>
          <p14:tracePt t="5037" x="4845050" y="3783013"/>
          <p14:tracePt t="5047" x="4845050" y="3789363"/>
          <p14:tracePt t="5057" x="4851400" y="3794125"/>
          <p14:tracePt t="5077" x="4856163" y="3800475"/>
          <p14:tracePt t="5209" x="4856163" y="3805238"/>
          <p14:tracePt t="5219" x="4856163" y="3811588"/>
          <p14:tracePt t="5225" x="4856163" y="3816350"/>
          <p14:tracePt t="5227" x="4856163" y="3822700"/>
          <p14:tracePt t="5237" x="4862513" y="3838575"/>
          <p14:tracePt t="5247" x="4862513" y="3851275"/>
          <p14:tracePt t="5257" x="4862513" y="3867150"/>
          <p14:tracePt t="5267" x="4862513" y="3873500"/>
          <p14:tracePt t="5277" x="4862513" y="3884613"/>
          <p14:tracePt t="5287" x="4862513" y="3895725"/>
          <p14:tracePt t="5297" x="4862513" y="3900488"/>
          <p14:tracePt t="5307" x="4862513" y="3906838"/>
          <p14:tracePt t="5317" x="4862513" y="3913188"/>
          <p14:tracePt t="5333" x="4862513" y="3917950"/>
          <p14:tracePt t="5355" x="4862513" y="3924300"/>
          <p14:tracePt t="5389" x="4862513" y="3929063"/>
          <p14:tracePt t="5411" x="4862513" y="3935413"/>
          <p14:tracePt t="5443" x="4862513" y="3940175"/>
          <p14:tracePt t="5475" x="4862513" y="3946525"/>
          <p14:tracePt t="5493" x="4862513" y="3951288"/>
          <p14:tracePt t="5497" x="4862513" y="3957638"/>
          <p14:tracePt t="5499" x="4856163" y="3957638"/>
          <p14:tracePt t="5507" x="4856163" y="3962400"/>
          <p14:tracePt t="5517" x="4851400" y="3973513"/>
          <p14:tracePt t="5527" x="4845050" y="3986213"/>
          <p14:tracePt t="5537" x="4845050" y="4002088"/>
          <p14:tracePt t="5547" x="4840288" y="4013200"/>
          <p14:tracePt t="5557" x="4829175" y="4030663"/>
          <p14:tracePt t="5567" x="4822825" y="4048125"/>
          <p14:tracePt t="5577" x="4816475" y="4059238"/>
          <p14:tracePt t="5587" x="4811713" y="4075113"/>
          <p14:tracePt t="5597" x="4800600" y="4086225"/>
          <p14:tracePt t="5607" x="4789488" y="4108450"/>
          <p14:tracePt t="5617" x="4783138" y="4125913"/>
          <p14:tracePt t="5627" x="4772025" y="4137025"/>
          <p14:tracePt t="5637" x="4760913" y="4154488"/>
          <p14:tracePt t="5647" x="4756150" y="4165600"/>
          <p14:tracePt t="5657" x="4743450" y="4170363"/>
          <p14:tracePt t="5667" x="4732338" y="4181475"/>
          <p14:tracePt t="5677" x="4727575" y="4187825"/>
          <p14:tracePt t="5687" x="4710113" y="4198938"/>
          <p14:tracePt t="5697" x="4694238" y="4210050"/>
          <p14:tracePt t="5707" x="4681538" y="4216400"/>
          <p14:tracePt t="5717" x="4659313" y="4227513"/>
          <p14:tracePt t="5727" x="4643438" y="4238625"/>
          <p14:tracePt t="5737" x="4614863" y="4243388"/>
          <p14:tracePt t="5747" x="4592638" y="4256088"/>
          <p14:tracePt t="5757" x="4564063" y="4267200"/>
          <p14:tracePt t="5767" x="4535488" y="4278313"/>
          <p14:tracePt t="5777" x="4502150" y="4294188"/>
          <p14:tracePt t="5787" x="4473575" y="4300538"/>
          <p14:tracePt t="5797" x="4440238" y="4311650"/>
          <p14:tracePt t="5807" x="4406900" y="4329113"/>
          <p14:tracePt t="5817" x="4367213" y="4340225"/>
          <p14:tracePt t="5827" x="4327525" y="4351338"/>
          <p14:tracePt t="5837" x="4294188" y="4362450"/>
          <p14:tracePt t="5847" x="4249738" y="4373563"/>
          <p14:tracePt t="5857" x="4216400" y="4378325"/>
          <p14:tracePt t="5867" x="4176713" y="4384675"/>
          <p14:tracePt t="5877" x="4148138" y="4384675"/>
          <p14:tracePt t="5887" x="4114800" y="4384675"/>
          <p14:tracePt t="5897" x="4086225" y="4384675"/>
          <p14:tracePt t="5907" x="4057650" y="4373563"/>
          <p14:tracePt t="5917" x="4024313" y="4367213"/>
          <p14:tracePt t="5927" x="4002088" y="4362450"/>
          <p14:tracePt t="5937" x="3968750" y="4356100"/>
          <p14:tracePt t="5947" x="3929063" y="4344988"/>
          <p14:tracePt t="5957" x="3884613" y="4329113"/>
          <p14:tracePt t="5967" x="3838575" y="4300538"/>
          <p14:tracePt t="5977" x="3789363" y="4278313"/>
          <p14:tracePt t="5987" x="3743325" y="4256088"/>
          <p14:tracePt t="5997" x="3703638" y="4232275"/>
          <p14:tracePt t="6007" x="3670300" y="4210050"/>
          <p14:tracePt t="6017" x="3665538" y="4205288"/>
          <p14:tracePt t="6027" x="3659188" y="4198938"/>
          <p14:tracePt t="6037" x="3641725" y="4181475"/>
          <p14:tracePt t="6047" x="3614738" y="4165600"/>
          <p14:tracePt t="6057" x="3597275" y="4143375"/>
          <p14:tracePt t="6067" x="3575050" y="4121150"/>
          <p14:tracePt t="6077" x="3546475" y="4092575"/>
          <p14:tracePt t="6087" x="3530600" y="4075113"/>
          <p14:tracePt t="6097" x="3513138" y="4059238"/>
          <p14:tracePt t="6107" x="3495675" y="4041775"/>
          <p14:tracePt t="6117" x="3484563" y="4030663"/>
          <p14:tracePt t="6127" x="3473450" y="4013200"/>
          <p14:tracePt t="6137" x="3462338" y="3997325"/>
          <p14:tracePt t="6147" x="3446463" y="3979863"/>
          <p14:tracePt t="6157" x="3433763" y="3962400"/>
          <p14:tracePt t="6167" x="3422650" y="3940175"/>
          <p14:tracePt t="6177" x="3411538" y="3924300"/>
          <p14:tracePt t="6187" x="3406775" y="3906838"/>
          <p14:tracePt t="6197" x="3395663" y="3884613"/>
          <p14:tracePt t="6207" x="3389313" y="3867150"/>
          <p14:tracePt t="6217" x="3378200" y="3856038"/>
          <p14:tracePt t="6227" x="3378200" y="3844925"/>
          <p14:tracePt t="6237" x="3371850" y="3833813"/>
          <p14:tracePt t="6247" x="3360738" y="3822700"/>
          <p14:tracePt t="6257" x="3360738" y="3816350"/>
          <p14:tracePt t="6267" x="3355975" y="3811588"/>
          <p14:tracePt t="6277" x="3349625" y="3800475"/>
          <p14:tracePt t="6287" x="3349625" y="3794125"/>
          <p14:tracePt t="6297" x="3344863" y="3789363"/>
          <p14:tracePt t="6307" x="3338513" y="3778250"/>
          <p14:tracePt t="6317" x="3333750" y="3765550"/>
          <p14:tracePt t="6327" x="3327400" y="3749675"/>
          <p14:tracePt t="6337" x="3316288" y="3732213"/>
          <p14:tracePt t="6347" x="3311525" y="3716338"/>
          <p14:tracePt t="6357" x="3305175" y="3698875"/>
          <p14:tracePt t="6367" x="3294063" y="3665538"/>
          <p14:tracePt t="6377" x="3282950" y="3643313"/>
          <p14:tracePt t="6387" x="3276600" y="3625850"/>
          <p14:tracePt t="6397" x="3271838" y="3603625"/>
          <p14:tracePt t="6407" x="3265488" y="3586163"/>
          <p14:tracePt t="6417" x="3260725" y="3570288"/>
          <p14:tracePt t="6427" x="3260725" y="3557588"/>
          <p14:tracePt t="6437" x="3260725" y="3552825"/>
          <p14:tracePt t="6447" x="3254375" y="3535363"/>
          <p14:tracePt t="6457" x="3254375" y="3530600"/>
          <p14:tracePt t="6467" x="3254375" y="3513138"/>
          <p14:tracePt t="6477" x="3249613" y="3502025"/>
          <p14:tracePt t="6487" x="3249613" y="3484563"/>
          <p14:tracePt t="6497" x="3243263" y="3468688"/>
          <p14:tracePt t="6507" x="3243263" y="3446463"/>
          <p14:tracePt t="6517" x="3243263" y="3417888"/>
          <p14:tracePt t="6527" x="3243263" y="3378200"/>
          <p14:tracePt t="6537" x="3238500" y="3344863"/>
          <p14:tracePt t="6547" x="3238500" y="3300413"/>
          <p14:tracePt t="6557" x="3238500" y="3260725"/>
          <p14:tracePt t="6567" x="3238500" y="3227388"/>
          <p14:tracePt t="6577" x="3238500" y="3187700"/>
          <p14:tracePt t="6587" x="3238500" y="3141663"/>
          <p14:tracePt t="6597" x="3238500" y="3103563"/>
          <p14:tracePt t="6607" x="3243263" y="3063875"/>
          <p14:tracePt t="6617" x="3243263" y="3030538"/>
          <p14:tracePt t="6627" x="3249613" y="2995613"/>
          <p14:tracePt t="6637" x="3254375" y="2968625"/>
          <p14:tracePt t="6647" x="3254375" y="2944813"/>
          <p14:tracePt t="6657" x="3254375" y="2917825"/>
          <p14:tracePt t="6667" x="3260725" y="2895600"/>
          <p14:tracePt t="6677" x="3271838" y="2867025"/>
          <p14:tracePt t="6687" x="3276600" y="2838450"/>
          <p14:tracePt t="6697" x="3282950" y="2816225"/>
          <p14:tracePt t="6707" x="3287713" y="2798763"/>
          <p14:tracePt t="6717" x="3294063" y="2787650"/>
          <p14:tracePt t="6727" x="3294063" y="2776538"/>
          <p14:tracePt t="6737" x="3298825" y="2771775"/>
          <p14:tracePt t="6747" x="3298825" y="2765425"/>
          <p14:tracePt t="6757" x="3298825" y="2754313"/>
          <p14:tracePt t="6767" x="3311525" y="2749550"/>
          <p14:tracePt t="6777" x="3311525" y="2743200"/>
          <p14:tracePt t="6787" x="3316288" y="2732088"/>
          <p14:tracePt t="6797" x="3322638" y="2720975"/>
          <p14:tracePt t="6807" x="3327400" y="2714625"/>
          <p14:tracePt t="6817" x="3333750" y="2703513"/>
          <p14:tracePt t="6827" x="3338513" y="2698750"/>
          <p14:tracePt t="6837" x="3344863" y="2692400"/>
          <p14:tracePt t="6847" x="3371850" y="2670175"/>
          <p14:tracePt t="6857" x="3389313" y="2652713"/>
          <p14:tracePt t="6867" x="3422650" y="2625725"/>
          <p14:tracePt t="6877" x="3457575" y="2597150"/>
          <p14:tracePt t="6887" x="3495675" y="2568575"/>
          <p14:tracePt t="6897" x="3535363" y="2541588"/>
          <p14:tracePt t="6907" x="3575050" y="2513013"/>
          <p14:tracePt t="6917" x="3614738" y="2479675"/>
          <p14:tracePt t="6927" x="3654425" y="2451100"/>
          <p14:tracePt t="6937" x="3692525" y="2422525"/>
          <p14:tracePt t="6947" x="3727450" y="2406650"/>
          <p14:tracePt t="6957" x="3754438" y="2382838"/>
          <p14:tracePt t="6967" x="3771900" y="2371725"/>
          <p14:tracePt t="6977" x="3783013" y="2360613"/>
          <p14:tracePt t="6987" x="3800475" y="2355850"/>
          <p14:tracePt t="6997" x="3811588" y="2344738"/>
          <p14:tracePt t="7007" x="3827463" y="2333625"/>
          <p14:tracePt t="7017" x="3844925" y="2316163"/>
          <p14:tracePt t="7027" x="3867150" y="2298700"/>
          <p14:tracePt t="7037" x="3889375" y="2282825"/>
          <p14:tracePt t="7047" x="3911600" y="2265363"/>
          <p14:tracePt t="7057" x="3935413" y="2247900"/>
          <p14:tracePt t="7067" x="3951288" y="2236788"/>
          <p14:tracePt t="7077" x="3968750" y="2225675"/>
          <p14:tracePt t="7087" x="3973513" y="2220913"/>
          <p14:tracePt t="7097" x="3984625" y="2214563"/>
          <p14:tracePt t="7107" x="3990975" y="2214563"/>
          <p14:tracePt t="7117" x="3997325" y="2209800"/>
          <p14:tracePt t="7143" x="4002088" y="2209800"/>
          <p14:tracePt t="7159" x="4008438" y="2203450"/>
          <p14:tracePt t="7163" x="4013200" y="2203450"/>
          <p14:tracePt t="7173" x="4019550" y="2203450"/>
          <p14:tracePt t="7177" x="4024313" y="2198688"/>
          <p14:tracePt t="7187" x="4052888" y="2198688"/>
          <p14:tracePt t="7197" x="4097338" y="2185988"/>
          <p14:tracePt t="7207" x="4159250" y="2174875"/>
          <p14:tracePt t="7217" x="4260850" y="2170113"/>
          <p14:tracePt t="7227" x="4362450" y="2170113"/>
          <p14:tracePt t="7237" x="4479925" y="2170113"/>
          <p14:tracePt t="7247" x="4575175" y="2163763"/>
          <p14:tracePt t="7257" x="4665663" y="2152650"/>
          <p14:tracePt t="7267" x="4732338" y="2147888"/>
          <p14:tracePt t="7277" x="4783138" y="2136775"/>
          <p14:tracePt t="7287" x="4805363" y="2136775"/>
          <p14:tracePt t="7297" x="4822825" y="2130425"/>
          <p14:tracePt t="7307" x="4829175" y="2130425"/>
          <p14:tracePt t="7317" x="4833938" y="2130425"/>
          <p14:tracePt t="7327" x="4833938" y="2124075"/>
          <p14:tracePt t="7347" x="4840288" y="2124075"/>
          <p14:tracePt t="7373" x="4845050" y="2124075"/>
          <p14:tracePt t="7379" x="4851400" y="2124075"/>
          <p14:tracePt t="7386" x="4856163" y="2124075"/>
          <p14:tracePt t="7394" x="4862513" y="2124075"/>
          <p14:tracePt t="7399" x="4867275" y="2119313"/>
          <p14:tracePt t="7407" x="4878388" y="2119313"/>
          <p14:tracePt t="7417" x="4902200" y="2112963"/>
          <p14:tracePt t="7427" x="4940300" y="2108200"/>
          <p14:tracePt t="7437" x="4997450" y="2097088"/>
          <p14:tracePt t="7447" x="5059363" y="2090738"/>
          <p14:tracePt t="7457" x="5148263" y="2074863"/>
          <p14:tracePt t="7467" x="5232400" y="2074863"/>
          <p14:tracePt t="7477" x="5318125" y="2068513"/>
          <p14:tracePt t="7487" x="5395913" y="2068513"/>
          <p14:tracePt t="7497" x="5457825" y="2068513"/>
          <p14:tracePt t="7507" x="5514975" y="2068513"/>
          <p14:tracePt t="7517" x="5553075" y="2068513"/>
          <p14:tracePt t="7527" x="5581650" y="2068513"/>
          <p14:tracePt t="7537" x="5603875" y="2068513"/>
          <p14:tracePt t="7547" x="5621338" y="2074863"/>
          <p14:tracePt t="7557" x="5643563" y="2074863"/>
          <p14:tracePt t="7567" x="5661025" y="2079625"/>
          <p14:tracePt t="7577" x="5683250" y="2085975"/>
          <p14:tracePt t="7587" x="5699125" y="2090738"/>
          <p14:tracePt t="7597" x="5722938" y="2101850"/>
          <p14:tracePt t="7607" x="5738813" y="2101850"/>
          <p14:tracePt t="7617" x="5767388" y="2112963"/>
          <p14:tracePt t="7627" x="5800725" y="2119313"/>
          <p14:tracePt t="7637" x="5851525" y="2136775"/>
          <p14:tracePt t="7647" x="5935663" y="2163763"/>
          <p14:tracePt t="7657" x="6019800" y="2185988"/>
          <p14:tracePt t="7667" x="6099175" y="2203450"/>
          <p14:tracePt t="7677" x="6172200" y="2214563"/>
          <p14:tracePt t="7687" x="6245225" y="2225675"/>
          <p14:tracePt t="7697" x="6296025" y="2236788"/>
          <p14:tracePt t="7707" x="6351588" y="2243138"/>
          <p14:tracePt t="7717" x="6396038" y="2247900"/>
          <p14:tracePt t="7727" x="6453188" y="2265363"/>
          <p14:tracePt t="7737" x="6515100" y="2271713"/>
          <p14:tracePt t="7747" x="6577013" y="2287588"/>
          <p14:tracePt t="7757" x="6638925" y="2305050"/>
          <p14:tracePt t="7767" x="6694488" y="2316163"/>
          <p14:tracePt t="7777" x="6727825" y="2333625"/>
          <p14:tracePt t="7787" x="6767513" y="2349500"/>
          <p14:tracePt t="7797" x="6800850" y="2360613"/>
          <p14:tracePt t="7807" x="6835775" y="2378075"/>
          <p14:tracePt t="7817" x="6869113" y="2393950"/>
          <p14:tracePt t="7827" x="6897688" y="2411413"/>
          <p14:tracePt t="7837" x="6935788" y="2433638"/>
          <p14:tracePt t="7847" x="6981825" y="2462213"/>
          <p14:tracePt t="7857" x="7032625" y="2506663"/>
          <p14:tracePt t="7867" x="7088188" y="2552700"/>
          <p14:tracePt t="7877" x="7154863" y="2608263"/>
          <p14:tracePt t="7887" x="7223125" y="2663825"/>
          <p14:tracePt t="7897" x="7278688" y="2720975"/>
          <p14:tracePt t="7907" x="7324725" y="2765425"/>
          <p14:tracePt t="7917" x="7375525" y="2816225"/>
          <p14:tracePt t="7927" x="7431088" y="2867025"/>
          <p14:tracePt t="7937" x="7481888" y="2922588"/>
          <p14:tracePt t="7947" x="7532688" y="2973388"/>
          <p14:tracePt t="7957" x="7566025" y="3019425"/>
          <p14:tracePt t="7967" x="7599363" y="3057525"/>
          <p14:tracePt t="7977" x="7627938" y="3097213"/>
          <p14:tracePt t="7987" x="7643813" y="3125788"/>
          <p14:tracePt t="7997" x="7661275" y="3152775"/>
          <p14:tracePt t="8007" x="7672388" y="3176588"/>
          <p14:tracePt t="8017" x="7678738" y="3198813"/>
          <p14:tracePt t="8027" x="7694613" y="3221038"/>
          <p14:tracePt t="8037" x="7712075" y="3249613"/>
          <p14:tracePt t="8047" x="7718425" y="3276600"/>
          <p14:tracePt t="8057" x="7729538" y="3294063"/>
          <p14:tracePt t="8067" x="7734300" y="3311525"/>
          <p14:tracePt t="8077" x="7734300" y="3322638"/>
          <p14:tracePt t="8087" x="7745413" y="3333750"/>
          <p14:tracePt t="8097" x="7745413" y="3344863"/>
          <p14:tracePt t="8107" x="7751763" y="3355975"/>
          <p14:tracePt t="8117" x="7756525" y="3367088"/>
          <p14:tracePt t="8127" x="7762875" y="3389313"/>
          <p14:tracePt t="8137" x="7767638" y="3411538"/>
          <p14:tracePt t="8147" x="7773988" y="3429000"/>
          <p14:tracePt t="8157" x="7778750" y="3457575"/>
          <p14:tracePt t="8167" x="7785100" y="3484563"/>
          <p14:tracePt t="8177" x="7791450" y="3513138"/>
          <p14:tracePt t="8187" x="7791450" y="3535363"/>
          <p14:tracePt t="8197" x="7802563" y="3563938"/>
          <p14:tracePt t="8207" x="7813675" y="3597275"/>
          <p14:tracePt t="8217" x="7824788" y="3636963"/>
          <p14:tracePt t="8227" x="7835900" y="3670300"/>
          <p14:tracePt t="8237" x="7847013" y="3716338"/>
          <p14:tracePt t="8247" x="7869238" y="3754438"/>
          <p14:tracePt t="8257" x="7886700" y="3800475"/>
          <p14:tracePt t="8267" x="7897813" y="3844925"/>
          <p14:tracePt t="8277" x="7908925" y="3867150"/>
          <p14:tracePt t="8287" x="7913688" y="3889375"/>
          <p14:tracePt t="8297" x="7913688" y="3900488"/>
          <p14:tracePt t="8307" x="7913688" y="3913188"/>
          <p14:tracePt t="8317" x="7913688" y="3917950"/>
          <p14:tracePt t="8327" x="7913688" y="3924300"/>
          <p14:tracePt t="8337" x="7913688" y="3940175"/>
          <p14:tracePt t="8347" x="7913688" y="3951288"/>
          <p14:tracePt t="8357" x="7913688" y="3968750"/>
          <p14:tracePt t="8367" x="7913688" y="3990975"/>
          <p14:tracePt t="8377" x="7913688" y="4013200"/>
          <p14:tracePt t="8387" x="7908925" y="4052888"/>
          <p14:tracePt t="8397" x="7908925" y="4086225"/>
          <p14:tracePt t="8407" x="7897813" y="4121150"/>
          <p14:tracePt t="8417" x="7891463" y="4148138"/>
          <p14:tracePt t="8427" x="7886700" y="4181475"/>
          <p14:tracePt t="8437" x="7880350" y="4210050"/>
          <p14:tracePt t="8447" x="7869238" y="4227513"/>
          <p14:tracePt t="8457" x="7864475" y="4249738"/>
          <p14:tracePt t="8467" x="7864475" y="4267200"/>
          <p14:tracePt t="8477" x="7858125" y="4283075"/>
          <p14:tracePt t="8487" x="7858125" y="4300538"/>
          <p14:tracePt t="8497" x="7853363" y="4305300"/>
          <p14:tracePt t="8507" x="7847013" y="4322763"/>
          <p14:tracePt t="8517" x="7847013" y="4329113"/>
          <p14:tracePt t="8527" x="7847013" y="4344988"/>
          <p14:tracePt t="8537" x="7840663" y="4362450"/>
          <p14:tracePt t="8547" x="7840663" y="4373563"/>
          <p14:tracePt t="8557" x="7835900" y="4391025"/>
          <p14:tracePt t="8569" x="7835900" y="4395788"/>
          <p14:tracePt t="8591" x="7829550" y="4395788"/>
          <p14:tracePt t="8603" x="7829550" y="4402138"/>
          <p14:tracePt t="8629" x="7824788" y="4402138"/>
          <p14:tracePt t="8637" x="7818438" y="4402138"/>
          <p14:tracePt t="8643" x="7813675" y="4402138"/>
          <p14:tracePt t="8649" x="7807325" y="4402138"/>
          <p14:tracePt t="8657" x="7796213" y="4402138"/>
          <p14:tracePt t="8667" x="7778750" y="4406900"/>
          <p14:tracePt t="8677" x="7767638" y="4413250"/>
          <p14:tracePt t="8687" x="7740650" y="4418013"/>
          <p14:tracePt t="8697" x="7700963" y="4424363"/>
          <p14:tracePt t="8707" x="7667625" y="4435475"/>
          <p14:tracePt t="8717" x="7632700" y="4440238"/>
          <p14:tracePt t="8727" x="7594600" y="4446588"/>
          <p14:tracePt t="8737" x="7559675" y="4457700"/>
          <p14:tracePt t="8747" x="7526338" y="4464050"/>
          <p14:tracePt t="8757" x="7497763" y="4475163"/>
          <p14:tracePt t="8767" x="7475538" y="4479925"/>
          <p14:tracePt t="8777" x="7459663" y="4486275"/>
          <p14:tracePt t="8787" x="7448550" y="4491038"/>
          <p14:tracePt t="8797" x="7435850" y="4497388"/>
          <p14:tracePt t="8807" x="7431088" y="4497388"/>
          <p14:tracePt t="8823" x="7431088" y="4502150"/>
          <p14:tracePt t="8827" x="7424738" y="4502150"/>
          <p14:tracePt t="8843" x="7419975" y="4502150"/>
          <p14:tracePt t="8851" x="7413625" y="4502150"/>
          <p14:tracePt t="8857" x="7408863" y="4502150"/>
          <p14:tracePt t="8867" x="7402513" y="4502150"/>
          <p14:tracePt t="8877" x="7386638" y="4502150"/>
          <p14:tracePt t="8887" x="7369175" y="4508500"/>
          <p14:tracePt t="8897" x="7346950" y="4513263"/>
          <p14:tracePt t="8907" x="7324725" y="4519613"/>
          <p14:tracePt t="8917" x="7278688" y="4519613"/>
          <p14:tracePt t="8927" x="7240588" y="4519613"/>
          <p14:tracePt t="8937" x="7194550" y="4519613"/>
          <p14:tracePt t="8947" x="7150100" y="4513263"/>
          <p14:tracePt t="8957" x="7105650" y="4502150"/>
          <p14:tracePt t="8967" x="7054850" y="4497388"/>
          <p14:tracePt t="8977" x="6997700" y="4486275"/>
          <p14:tracePt t="8987" x="6946900" y="4475163"/>
          <p14:tracePt t="8997" x="6891338" y="4451350"/>
          <p14:tracePt t="9007" x="6840538" y="4429125"/>
          <p14:tracePt t="9017" x="6789738" y="4402138"/>
          <p14:tracePt t="9027" x="6723063" y="4356100"/>
          <p14:tracePt t="9037" x="6665913" y="4305300"/>
          <p14:tracePt t="9047" x="6610350" y="4260850"/>
          <p14:tracePt t="9057" x="6559550" y="4221163"/>
          <p14:tracePt t="9067" x="6526213" y="4187825"/>
          <p14:tracePt t="9077" x="6508750" y="4170363"/>
          <p14:tracePt t="9087" x="6497638" y="4154488"/>
          <p14:tracePt t="9097" x="6486525" y="4143375"/>
          <p14:tracePt t="9107" x="6475413" y="4125913"/>
          <p14:tracePt t="9117" x="6469063" y="4108450"/>
          <p14:tracePt t="9127" x="6464300" y="4097338"/>
          <p14:tracePt t="9137" x="6457950" y="4081463"/>
          <p14:tracePt t="9147" x="6453188" y="4070350"/>
          <p14:tracePt t="9157" x="6442075" y="4059238"/>
          <p14:tracePt t="9167" x="6442075" y="4048125"/>
          <p14:tracePt t="9177" x="6435725" y="4041775"/>
          <p14:tracePt t="9187" x="6435725" y="4035425"/>
          <p14:tracePt t="9197" x="6435725" y="4030663"/>
          <p14:tracePt t="9207" x="6430963" y="4019550"/>
          <p14:tracePt t="9217" x="6430963" y="4002088"/>
          <p14:tracePt t="9227" x="6430963" y="3979863"/>
          <p14:tracePt t="9237" x="6430963" y="3957638"/>
          <p14:tracePt t="9247" x="6424613" y="3935413"/>
          <p14:tracePt t="9257" x="6419850" y="3913188"/>
          <p14:tracePt t="9267" x="6419850" y="3895725"/>
          <p14:tracePt t="9277" x="6413500" y="3878263"/>
          <p14:tracePt t="9287" x="6413500" y="3862388"/>
          <p14:tracePt t="9297" x="6408738" y="3844925"/>
          <p14:tracePt t="9307" x="6402388" y="3827463"/>
          <p14:tracePt t="9317" x="6396038" y="3816350"/>
          <p14:tracePt t="9327" x="6384925" y="3783013"/>
          <p14:tracePt t="9337" x="6373813" y="3765550"/>
          <p14:tracePt t="9347" x="6362700" y="3743325"/>
          <p14:tracePt t="9357" x="6357938" y="3732213"/>
          <p14:tracePt t="9367" x="6340475" y="3716338"/>
          <p14:tracePt t="9377" x="6329363" y="3692525"/>
          <p14:tracePt t="9387" x="6311900" y="3676650"/>
          <p14:tracePt t="9397" x="6296025" y="3654425"/>
          <p14:tracePt t="9407" x="6267450" y="3630613"/>
          <p14:tracePt t="9417" x="6238875" y="3608388"/>
          <p14:tracePt t="9427" x="6216650" y="3586163"/>
          <p14:tracePt t="9437" x="6183313" y="3563938"/>
          <p14:tracePt t="9447" x="6149975" y="3541713"/>
          <p14:tracePt t="9457" x="6121400" y="3519488"/>
          <p14:tracePt t="9467" x="6088063" y="3495675"/>
          <p14:tracePt t="9477" x="6059488" y="3484563"/>
          <p14:tracePt t="9487" x="6030913" y="3468688"/>
          <p14:tracePt t="9497" x="5991225" y="3457575"/>
          <p14:tracePt t="9507" x="5953125" y="3435350"/>
          <p14:tracePt t="9517" x="5913438" y="3417888"/>
          <p14:tracePt t="9527" x="5873750" y="3400425"/>
          <p14:tracePt t="9537" x="5834063" y="3384550"/>
          <p14:tracePt t="9547" x="5795963" y="3367088"/>
          <p14:tracePt t="9557" x="5767388" y="3355975"/>
          <p14:tracePt t="9567" x="5722938" y="3338513"/>
          <p14:tracePt t="9577" x="5683250" y="3322638"/>
          <p14:tracePt t="9587" x="5643563" y="3305175"/>
          <p14:tracePt t="9597" x="5592763" y="3287713"/>
          <p14:tracePt t="9607" x="5548313" y="3271838"/>
          <p14:tracePt t="9617" x="5508625" y="3249613"/>
          <p14:tracePt t="9627" x="5468938" y="3232150"/>
          <p14:tracePt t="9637" x="5446713" y="3221038"/>
          <p14:tracePt t="9647" x="5429250" y="3203575"/>
          <p14:tracePt t="9657" x="5424488" y="3198813"/>
          <p14:tracePt t="9667" x="5413375" y="3192463"/>
          <p14:tracePt t="9677" x="5407025" y="3181350"/>
          <p14:tracePt t="9693" x="5407025" y="3176588"/>
          <p14:tracePt t="9799" x="5402263" y="3176588"/>
          <p14:tracePt t="9803" x="5395913" y="3181350"/>
          <p14:tracePt t="9807" x="5391150" y="3187700"/>
          <p14:tracePt t="9818" x="5356225" y="3203575"/>
          <p14:tracePt t="9828" x="5307013" y="3221038"/>
          <p14:tracePt t="9837" x="5227638" y="3249613"/>
          <p14:tracePt t="9848" x="5143500" y="3276600"/>
          <p14:tracePt t="9857" x="5059363" y="3305175"/>
          <p14:tracePt t="9867" x="4964113" y="3333750"/>
          <p14:tracePt t="9877" x="4873625" y="3362325"/>
          <p14:tracePt t="9887" x="4800600" y="3384550"/>
          <p14:tracePt t="9897" x="4732338" y="3395663"/>
          <p14:tracePt t="9907" x="4681538" y="3411538"/>
          <p14:tracePt t="9917" x="4648200" y="3422650"/>
          <p14:tracePt t="9927" x="4632325" y="3429000"/>
          <p14:tracePt t="9937" x="4625975" y="3440113"/>
          <p14:tracePt t="9947" x="4621213" y="3440113"/>
          <p14:tracePt t="9957" x="4621213" y="3446463"/>
          <p14:tracePt t="9967" x="4614863" y="3451225"/>
          <p14:tracePt t="9977" x="4608513" y="3451225"/>
          <p14:tracePt t="9987" x="4603750" y="3468688"/>
          <p14:tracePt t="9997" x="4597400" y="3484563"/>
          <p14:tracePt t="10007" x="4586288" y="3502025"/>
          <p14:tracePt t="10017" x="4581525" y="3524250"/>
          <p14:tracePt t="10027" x="4570413" y="3546475"/>
          <p14:tracePt t="10037" x="4559300" y="3575050"/>
          <p14:tracePt t="10047" x="4552950" y="3597275"/>
          <p14:tracePt t="10057" x="4548188" y="3625850"/>
          <p14:tracePt t="10067" x="4541838" y="3676650"/>
          <p14:tracePt t="10077" x="4541838" y="3716338"/>
          <p14:tracePt t="10087" x="4541838" y="3754438"/>
          <p14:tracePt t="10097" x="4541838" y="3794125"/>
          <p14:tracePt t="10107" x="4541838" y="3844925"/>
          <p14:tracePt t="10117" x="4541838" y="3895725"/>
          <p14:tracePt t="10127" x="4552950" y="3935413"/>
          <p14:tracePt t="10137" x="4559300" y="3968750"/>
          <p14:tracePt t="10147" x="4564063" y="3986213"/>
          <p14:tracePt t="10157" x="4564063" y="3990975"/>
          <p14:tracePt t="10183" x="4564063" y="3997325"/>
          <p14:tracePt t="10195" x="4570413" y="3997325"/>
          <p14:tracePt t="10215" x="4570413" y="4002088"/>
          <p14:tracePt t="10267" x="4570413" y="4008438"/>
          <p14:tracePt t="10273" x="4564063" y="4008438"/>
          <p14:tracePt t="10277" x="4564063" y="4013200"/>
          <p14:tracePt t="10287" x="4548188" y="4048125"/>
          <p14:tracePt t="10297" x="4519613" y="4081463"/>
          <p14:tracePt t="10307" x="4486275" y="4108450"/>
          <p14:tracePt t="10317" x="4440238" y="4132263"/>
          <p14:tracePt t="10327" x="4378325" y="4148138"/>
          <p14:tracePt t="10337" x="4322763" y="4148138"/>
          <p14:tracePt t="10347" x="4278313" y="4148138"/>
          <p14:tracePt t="10357" x="4254500" y="4148138"/>
          <p14:tracePt t="10385" x="4249738" y="4148138"/>
          <p14:tracePt t="10467" x="4243388" y="4148138"/>
          <p14:tracePt t="10473" x="4238625" y="4148138"/>
          <p14:tracePt t="10477" x="4232275" y="4148138"/>
          <p14:tracePt t="10487" x="4210050" y="4154488"/>
          <p14:tracePt t="10497" x="4170363" y="4159250"/>
          <p14:tracePt t="10507" x="4119563" y="4170363"/>
          <p14:tracePt t="10517" x="4057650" y="4181475"/>
          <p14:tracePt t="10527" x="3990975" y="4198938"/>
          <p14:tracePt t="10537" x="3929063" y="4198938"/>
          <p14:tracePt t="10547" x="3867150" y="4198938"/>
          <p14:tracePt t="10557" x="3789363" y="4198938"/>
          <p14:tracePt t="10567" x="3738563" y="4198938"/>
          <p14:tracePt t="10577" x="3681413" y="4187825"/>
          <p14:tracePt t="10587" x="3641725" y="4170363"/>
          <p14:tracePt t="10597" x="3603625" y="4159250"/>
          <p14:tracePt t="10607" x="3579813" y="4148138"/>
          <p14:tracePt t="10617" x="3557588" y="4137025"/>
          <p14:tracePt t="10627" x="3535363" y="4125913"/>
          <p14:tracePt t="10637" x="3519488" y="4108450"/>
          <p14:tracePt t="10647" x="3484563" y="4086225"/>
          <p14:tracePt t="10657" x="3451225" y="4052888"/>
          <p14:tracePt t="10667" x="3411538" y="4024313"/>
          <p14:tracePt t="10677" x="3367088" y="3986213"/>
          <p14:tracePt t="10687" x="3333750" y="3957638"/>
          <p14:tracePt t="10697" x="3294063" y="3917950"/>
          <p14:tracePt t="10707" x="3254375" y="3878263"/>
          <p14:tracePt t="10717" x="3221038" y="3838575"/>
          <p14:tracePt t="10727" x="3181350" y="3800475"/>
          <p14:tracePt t="10737" x="3141663" y="3754438"/>
          <p14:tracePt t="10747" x="3108325" y="3716338"/>
          <p14:tracePt t="10757" x="3079750" y="3670300"/>
          <p14:tracePt t="10767" x="3052763" y="3630613"/>
          <p14:tracePt t="10777" x="3028950" y="3592513"/>
          <p14:tracePt t="10787" x="3013075" y="3557588"/>
          <p14:tracePt t="10797" x="2995613" y="3519488"/>
          <p14:tracePt t="10807" x="2979738" y="3473450"/>
          <p14:tracePt t="10817" x="2962275" y="3422650"/>
          <p14:tracePt t="10827" x="2944813" y="3373438"/>
          <p14:tracePt t="10837" x="2928938" y="3327400"/>
          <p14:tracePt t="10847" x="2917825" y="3294063"/>
          <p14:tracePt t="10857" x="2911475" y="3265488"/>
          <p14:tracePt t="10867" x="2900363" y="3238500"/>
          <p14:tracePt t="10877" x="2900363" y="3209925"/>
          <p14:tracePt t="10887" x="2900363" y="3181350"/>
          <p14:tracePt t="10897" x="2900363" y="3152775"/>
          <p14:tracePt t="10907" x="2900363" y="3125788"/>
          <p14:tracePt t="10917" x="2900363" y="3103563"/>
          <p14:tracePt t="10927" x="2900363" y="3068638"/>
          <p14:tracePt t="10937" x="2900363" y="3035300"/>
          <p14:tracePt t="10947" x="2906713" y="3006725"/>
          <p14:tracePt t="10957" x="2911475" y="2979738"/>
          <p14:tracePt t="10967" x="2922588" y="2951163"/>
          <p14:tracePt t="10977" x="2933700" y="2917825"/>
          <p14:tracePt t="10987" x="2944813" y="2884488"/>
          <p14:tracePt t="10997" x="2962275" y="2849563"/>
          <p14:tracePt t="11007" x="2984500" y="2809875"/>
          <p14:tracePt t="11017" x="3017838" y="2771775"/>
          <p14:tracePt t="11027" x="3052763" y="2725738"/>
          <p14:tracePt t="11037" x="3097213" y="2670175"/>
          <p14:tracePt t="11047" x="3136900" y="2619375"/>
          <p14:tracePt t="11057" x="3176588" y="2574925"/>
          <p14:tracePt t="11067" x="3209925" y="2535238"/>
          <p14:tracePt t="11077" x="3243263" y="2501900"/>
          <p14:tracePt t="11087" x="3276600" y="2466975"/>
          <p14:tracePt t="11097" x="3305175" y="2451100"/>
          <p14:tracePt t="11107" x="3316288" y="2433638"/>
          <p14:tracePt t="11117" x="3333750" y="2417763"/>
          <p14:tracePt t="11127" x="3349625" y="2406650"/>
          <p14:tracePt t="11137" x="3360738" y="2393950"/>
          <p14:tracePt t="11147" x="3378200" y="2382838"/>
          <p14:tracePt t="11157" x="3400425" y="2378075"/>
          <p14:tracePt t="11167" x="3411538" y="2366963"/>
          <p14:tracePt t="11177" x="3422650" y="2360613"/>
          <p14:tracePt t="11187" x="3440113" y="2355850"/>
          <p14:tracePt t="11197" x="3462338" y="2344738"/>
          <p14:tracePt t="11207" x="3484563" y="2333625"/>
          <p14:tracePt t="11217" x="3513138" y="2320925"/>
          <p14:tracePt t="11227" x="3535363" y="2316163"/>
          <p14:tracePt t="11237" x="3552825" y="2305050"/>
          <p14:tracePt t="11247" x="3579813" y="2298700"/>
          <p14:tracePt t="11257" x="3608388" y="2282825"/>
          <p14:tracePt t="11267" x="3636963" y="2271713"/>
          <p14:tracePt t="11277" x="3687763" y="2247900"/>
          <p14:tracePt t="11287" x="3738563" y="2225675"/>
          <p14:tracePt t="11297" x="3794125" y="2203450"/>
          <p14:tracePt t="11307" x="3838575" y="2181225"/>
          <p14:tracePt t="11317" x="3884613" y="2159000"/>
          <p14:tracePt t="11327" x="3917950" y="2141538"/>
          <p14:tracePt t="11337" x="3940175" y="2124075"/>
          <p14:tracePt t="11347" x="3968750" y="2112963"/>
          <p14:tracePt t="11357" x="4002088" y="2097088"/>
          <p14:tracePt t="11367" x="4035425" y="2079625"/>
          <p14:tracePt t="11377" x="4075113" y="2063750"/>
          <p14:tracePt t="11387" x="4119563" y="2046288"/>
          <p14:tracePt t="11397" x="4165600" y="2035175"/>
          <p14:tracePt t="11407" x="4210050" y="2024063"/>
          <p14:tracePt t="11417" x="4260850" y="2006600"/>
          <p14:tracePt t="11427" x="4311650" y="1990725"/>
          <p14:tracePt t="11437" x="4362450" y="1978025"/>
          <p14:tracePt t="11447" x="4406900" y="1966913"/>
          <p14:tracePt t="11457" x="4446588" y="1951038"/>
          <p14:tracePt t="11467" x="4479925" y="1944688"/>
          <p14:tracePt t="11477" x="4502150" y="1939925"/>
          <p14:tracePt t="11487" x="4530725" y="1933575"/>
          <p14:tracePt t="11497" x="4552950" y="1933575"/>
          <p14:tracePt t="11507" x="4597400" y="1928813"/>
          <p14:tracePt t="11517" x="4699000" y="1922463"/>
          <p14:tracePt t="11527" x="4789488" y="1922463"/>
          <p14:tracePt t="11537" x="4889500" y="1922463"/>
          <p14:tracePt t="11547" x="4986338" y="1922463"/>
          <p14:tracePt t="11557" x="5070475" y="1922463"/>
          <p14:tracePt t="11567" x="5148263" y="1922463"/>
          <p14:tracePt t="11577" x="5205413" y="1922463"/>
          <p14:tracePt t="11587" x="5260975" y="1922463"/>
          <p14:tracePt t="11597" x="5307013" y="1928813"/>
          <p14:tracePt t="11607" x="5329238" y="1928813"/>
          <p14:tracePt t="11617" x="5351463" y="1928813"/>
          <p14:tracePt t="11627" x="5373688" y="1933575"/>
          <p14:tracePt t="11637" x="5395913" y="1933575"/>
          <p14:tracePt t="11647" x="5435600" y="1944688"/>
          <p14:tracePt t="11657" x="5502275" y="1962150"/>
          <p14:tracePt t="11667" x="5575300" y="1984375"/>
          <p14:tracePt t="11677" x="5683250" y="2012950"/>
          <p14:tracePt t="11687" x="5811838" y="2057400"/>
          <p14:tracePt t="11697" x="6019800" y="2119313"/>
          <p14:tracePt t="11707" x="6227763" y="2185988"/>
          <p14:tracePt t="11717" x="6442075" y="2247900"/>
          <p14:tracePt t="11727" x="6638925" y="2309813"/>
          <p14:tracePt t="11737" x="6796088" y="2366963"/>
          <p14:tracePt t="11747" x="6913563" y="2406650"/>
          <p14:tracePt t="11757" x="6986588" y="2439988"/>
          <p14:tracePt t="11767" x="7026275" y="2462213"/>
          <p14:tracePt t="11777" x="7048500" y="2484438"/>
          <p14:tracePt t="11787" x="7070725" y="2513013"/>
          <p14:tracePt t="11797" x="7088188" y="2541588"/>
          <p14:tracePt t="11807" x="7110413" y="2586038"/>
          <p14:tracePt t="11817" x="7138988" y="2636838"/>
          <p14:tracePt t="11827" x="7167563" y="2692400"/>
          <p14:tracePt t="11837" x="7194550" y="2760663"/>
          <p14:tracePt t="11847" x="7216775" y="2833688"/>
          <p14:tracePt t="11857" x="7240588" y="2911475"/>
          <p14:tracePt t="11867" x="7256463" y="2990850"/>
          <p14:tracePt t="11877" x="7289800" y="3079750"/>
          <p14:tracePt t="11887" x="7324725" y="3181350"/>
          <p14:tracePt t="11897" x="7362825" y="3282950"/>
          <p14:tracePt t="11907" x="7397750" y="3349625"/>
          <p14:tracePt t="11917" x="7413625" y="3395663"/>
          <p14:tracePt t="11927" x="7431088" y="3422650"/>
          <p14:tracePt t="11937" x="7435850" y="3446463"/>
          <p14:tracePt t="11947" x="7442200" y="3468688"/>
          <p14:tracePt t="11957" x="7448550" y="3490913"/>
          <p14:tracePt t="11967" x="7453313" y="3513138"/>
          <p14:tracePt t="11977" x="7464425" y="3546475"/>
          <p14:tracePt t="11987" x="7475538" y="3581400"/>
          <p14:tracePt t="11997" x="7493000" y="3625850"/>
          <p14:tracePt t="12007" x="7510463" y="3670300"/>
          <p14:tracePt t="12017" x="7521575" y="3709988"/>
          <p14:tracePt t="12027" x="7537450" y="3743325"/>
          <p14:tracePt t="12037" x="7543800" y="3765550"/>
          <p14:tracePt t="12047" x="7548563" y="3783013"/>
          <p14:tracePt t="12057" x="7559675" y="3811588"/>
          <p14:tracePt t="12067" x="7583488" y="3844925"/>
          <p14:tracePt t="12077" x="7621588" y="3900488"/>
          <p14:tracePt t="12087" x="7656513" y="3957638"/>
          <p14:tracePt t="12097" x="7694613" y="4008438"/>
          <p14:tracePt t="12107" x="7723188" y="4052888"/>
          <p14:tracePt t="12117" x="7734300" y="4086225"/>
          <p14:tracePt t="12127" x="7745413" y="4097338"/>
          <p14:tracePt t="12139" x="7745413" y="4103688"/>
          <p14:tracePt t="12165" x="7745413" y="4108450"/>
          <p14:tracePt t="21877" x="7745413" y="4114800"/>
          <p14:tracePt t="21881" x="7745413" y="4125913"/>
          <p14:tracePt t="21887" x="7723188" y="4159250"/>
          <p14:tracePt t="21897" x="7683500" y="4256088"/>
          <p14:tracePt t="21907" x="7627938" y="4391025"/>
          <p14:tracePt t="21917" x="7559675" y="4559300"/>
          <p14:tracePt t="21927" x="7475538" y="4760913"/>
          <p14:tracePt t="21937" x="7397750" y="4957763"/>
          <p14:tracePt t="21947" x="7324725" y="5149850"/>
          <p14:tracePt t="21957" x="7262813" y="5334000"/>
          <p14:tracePt t="21967" x="7212013" y="5480050"/>
          <p14:tracePt t="21977" x="7172325" y="5614988"/>
          <p14:tracePt t="21987" x="7143750" y="5734050"/>
          <p14:tracePt t="21997" x="7116763" y="5857875"/>
          <p14:tracePt t="22007" x="7105650" y="5986463"/>
          <p14:tracePt t="22017" x="7081838" y="6088063"/>
          <p14:tracePt t="22027" x="7070725" y="6154738"/>
          <p14:tracePt t="22037" x="7054850" y="6211888"/>
          <p14:tracePt t="22047" x="7048500" y="6227763"/>
          <p14:tracePt t="22057" x="7037388" y="6234113"/>
          <p14:tracePt t="22067" x="7037388" y="6238875"/>
          <p14:tracePt t="22096" x="7032625" y="6238875"/>
          <p14:tracePt t="22113" x="7026275" y="6238875"/>
          <p14:tracePt t="22114" x="7026275" y="6234113"/>
          <p14:tracePt t="22119" x="7019925" y="6223000"/>
          <p14:tracePt t="22127" x="7015163" y="6194425"/>
          <p14:tracePt t="22137" x="6997700" y="6121400"/>
          <p14:tracePt t="22147" x="6959600" y="6026150"/>
          <p14:tracePt t="22157" x="6897688" y="5902325"/>
          <p14:tracePt t="22167" x="6829425" y="5773738"/>
          <p14:tracePt t="22177" x="6756400" y="5649913"/>
          <p14:tracePt t="22187" x="6705600" y="5565775"/>
          <p14:tracePt t="22197" x="6672263" y="5492750"/>
          <p14:tracePt t="22207" x="6661150" y="5468938"/>
          <p14:tracePt t="22217" x="6654800" y="5464175"/>
          <p14:tracePt t="22227" x="6654800" y="5457825"/>
          <p14:tracePt t="22237" x="6654800" y="5453063"/>
          <p14:tracePt t="22247" x="6654800" y="5441950"/>
          <p14:tracePt t="22257" x="6654800" y="5435600"/>
          <p14:tracePt t="22267" x="6654800" y="5430838"/>
          <p14:tracePt t="22299" x="6661150" y="5435600"/>
          <p14:tracePt t="22300" x="6661150" y="5441950"/>
          <p14:tracePt t="22307" x="6677025" y="5480050"/>
          <p14:tracePt t="22317" x="6705600" y="5570538"/>
          <p14:tracePt t="22327" x="6756400" y="5700713"/>
          <p14:tracePt t="22337" x="6789738" y="5822950"/>
          <p14:tracePt t="22347" x="6811963" y="5942013"/>
          <p14:tracePt t="22357" x="6818313" y="6030913"/>
          <p14:tracePt t="22367" x="6818313" y="6092825"/>
          <p14:tracePt t="22378" x="6811963" y="6121400"/>
          <p14:tracePt t="22387" x="6807200" y="6132513"/>
          <p14:tracePt t="22397" x="6807200" y="6138863"/>
          <p14:tracePt t="22407" x="6800850" y="6138863"/>
          <p14:tracePt t="22429" x="6796088" y="6138863"/>
          <p14:tracePt t="22433" x="6789738" y="6132513"/>
          <p14:tracePt t="22437" x="6784975" y="6127750"/>
          <p14:tracePt t="22447" x="6756400" y="6099175"/>
          <p14:tracePt t="22457" x="6683375" y="6030913"/>
          <p14:tracePt t="22467" x="6565900" y="5924550"/>
          <p14:tracePt t="22477" x="6442075" y="5818188"/>
          <p14:tracePt t="22487" x="6323013" y="5722938"/>
          <p14:tracePt t="22497" x="6234113" y="5649913"/>
          <p14:tracePt t="22507" x="6188075" y="5610225"/>
          <p14:tracePt t="22517" x="6165850" y="5588000"/>
          <p14:tracePt t="22527" x="6161088" y="5581650"/>
          <p14:tracePt t="22537" x="6161088" y="5576888"/>
          <p14:tracePt t="22547" x="6149975" y="5570538"/>
          <p14:tracePt t="22557" x="6143625" y="5559425"/>
          <p14:tracePt t="22567" x="6138863" y="5553075"/>
          <p14:tracePt t="22579" x="6132513" y="5553075"/>
          <p14:tracePt t="22595" x="6126163" y="5553075"/>
          <p14:tracePt t="22602" x="6126163" y="5559425"/>
          <p14:tracePt t="22607" x="6132513" y="5576888"/>
          <p14:tracePt t="22617" x="6176963" y="5665788"/>
          <p14:tracePt t="22627" x="6249988" y="5789613"/>
          <p14:tracePt t="22637" x="6351588" y="5924550"/>
          <p14:tracePt t="22647" x="6435725" y="6059488"/>
          <p14:tracePt t="22657" x="6497638" y="6161088"/>
          <p14:tracePt t="22667" x="6537325" y="6223000"/>
          <p14:tracePt t="22677" x="6559550" y="6251575"/>
          <p14:tracePt t="22687" x="6570663" y="6267450"/>
          <p14:tracePt t="22697" x="6581775" y="6273800"/>
          <p14:tracePt t="22711" x="6588125" y="6273800"/>
          <p14:tracePt t="22775" x="6588125" y="6267450"/>
          <p14:tracePt t="22781" x="6588125" y="6262688"/>
          <p14:tracePt t="22784" x="6581775" y="6262688"/>
          <p14:tracePt t="22791" x="6577013" y="6256338"/>
          <p14:tracePt t="22803" x="6570663" y="6256338"/>
          <p14:tracePt t="22807" x="6570663" y="6251575"/>
          <p14:tracePt t="22817" x="6559550" y="6245225"/>
          <p14:tracePt t="22827" x="6542088" y="6234113"/>
          <p14:tracePt t="22837" x="6503988" y="6211888"/>
          <p14:tracePt t="22847" x="6464300" y="6194425"/>
          <p14:tracePt t="22857" x="6413500" y="6172200"/>
          <p14:tracePt t="22867" x="6323013" y="6132513"/>
          <p14:tracePt t="22877" x="6238875" y="6099175"/>
          <p14:tracePt t="22887" x="6154738" y="6065838"/>
          <p14:tracePt t="22897" x="6088063" y="6030913"/>
          <p14:tracePt t="22907" x="6059488" y="6019800"/>
          <p14:tracePt t="22917" x="6042025" y="6015038"/>
          <p14:tracePt t="22927" x="6037263" y="6015038"/>
          <p14:tracePt t="22939" x="6037263" y="6008688"/>
          <p14:tracePt t="23017" x="6030913" y="6008688"/>
          <p14:tracePt t="23023" x="6026150" y="6008688"/>
          <p14:tracePt t="23033" x="6026150" y="6003925"/>
          <p14:tracePt t="23037" x="6019800" y="6003925"/>
          <p14:tracePt t="23047" x="6015038" y="5997575"/>
          <p14:tracePt t="23057" x="5997575" y="5981700"/>
          <p14:tracePt t="23067" x="5980113" y="5953125"/>
          <p14:tracePt t="23077" x="5957888" y="5919788"/>
          <p14:tracePt t="23087" x="5942013" y="5880100"/>
          <p14:tracePt t="23097" x="5918200" y="5840413"/>
          <p14:tracePt t="23107" x="5895975" y="5800725"/>
          <p14:tracePt t="23117" x="5873750" y="5773738"/>
          <p14:tracePt t="23127" x="5851525" y="5745163"/>
          <p14:tracePt t="23137" x="5829300" y="5716588"/>
          <p14:tracePt t="23147" x="5811838" y="5694363"/>
          <p14:tracePt t="23157" x="5789613" y="5665788"/>
          <p14:tracePt t="23167" x="5772150" y="5643563"/>
          <p14:tracePt t="23177" x="5749925" y="5614988"/>
          <p14:tracePt t="23187" x="5722938" y="5576888"/>
          <p14:tracePt t="23197" x="5683250" y="5537200"/>
          <p14:tracePt t="23207" x="5643563" y="5486400"/>
          <p14:tracePt t="23217" x="5588000" y="5413375"/>
          <p14:tracePt t="23227" x="5530850" y="5345113"/>
          <p14:tracePt t="23237" x="5491163" y="5289550"/>
          <p14:tracePt t="23247" x="5453063" y="5227638"/>
          <p14:tracePt t="23257" x="5413375" y="5176838"/>
          <p14:tracePt t="23267" x="5380038" y="5126038"/>
          <p14:tracePt t="23277" x="5351463" y="5081588"/>
          <p14:tracePt t="23287" x="5329238" y="5037138"/>
          <p14:tracePt t="23297" x="5307013" y="4986338"/>
          <p14:tracePt t="23307" x="5283200" y="4941888"/>
          <p14:tracePt t="23317" x="5267325" y="4884738"/>
          <p14:tracePt t="23327" x="5260975" y="4833938"/>
          <p14:tracePt t="23337" x="5256213" y="4806950"/>
          <p14:tracePt t="23347" x="5256213" y="4778375"/>
          <p14:tracePt t="23357" x="5256213" y="4760913"/>
          <p14:tracePt t="23367" x="5256213" y="4738688"/>
          <p14:tracePt t="23377" x="5260975" y="4716463"/>
          <p14:tracePt t="23387" x="5260975" y="4699000"/>
          <p14:tracePt t="23397" x="5272088" y="4676775"/>
          <p14:tracePt t="23407" x="5278438" y="4659313"/>
          <p14:tracePt t="23417" x="5289550" y="4643438"/>
          <p14:tracePt t="23427" x="5294313" y="4625975"/>
          <p14:tracePt t="23437" x="5307013" y="4614863"/>
          <p14:tracePt t="23447" x="5318125" y="4603750"/>
          <p14:tracePt t="23457" x="5329238" y="4592638"/>
          <p14:tracePt t="23467" x="5345113" y="4581525"/>
          <p14:tracePt t="23477" x="5362575" y="4564063"/>
          <p14:tracePt t="23487" x="5380038" y="4548188"/>
          <p14:tracePt t="23497" x="5402263" y="4537075"/>
          <p14:tracePt t="23507" x="5424488" y="4524375"/>
          <p14:tracePt t="23517" x="5457825" y="4508500"/>
          <p14:tracePt t="23527" x="5491163" y="4491038"/>
          <p14:tracePt t="23537" x="5537200" y="4479925"/>
          <p14:tracePt t="23547" x="5575300" y="4464050"/>
          <p14:tracePt t="23557" x="5621338" y="4446588"/>
          <p14:tracePt t="23567" x="5665788" y="4435475"/>
          <p14:tracePt t="23577" x="5699125" y="4418013"/>
          <p14:tracePt t="23587" x="5745163" y="4406900"/>
          <p14:tracePt t="23597" x="5795963" y="4391025"/>
          <p14:tracePt t="23607" x="5857875" y="4378325"/>
          <p14:tracePt t="23617" x="5953125" y="4356100"/>
          <p14:tracePt t="23627" x="6026150" y="4344988"/>
          <p14:tracePt t="23637" x="6099175" y="4333875"/>
          <p14:tracePt t="23647" x="6149975" y="4322763"/>
          <p14:tracePt t="23657" x="6188075" y="4311650"/>
          <p14:tracePt t="23667" x="6211888" y="4311650"/>
          <p14:tracePt t="23677" x="6238875" y="4305300"/>
          <p14:tracePt t="23687" x="6267450" y="4305300"/>
          <p14:tracePt t="23697" x="6296025" y="4305300"/>
          <p14:tracePt t="23707" x="6318250" y="4305300"/>
          <p14:tracePt t="23717" x="6340475" y="4305300"/>
          <p14:tracePt t="23727" x="6369050" y="4305300"/>
          <p14:tracePt t="23737" x="6402388" y="4305300"/>
          <p14:tracePt t="23747" x="6424613" y="4311650"/>
          <p14:tracePt t="23757" x="6453188" y="4322763"/>
          <p14:tracePt t="23767" x="6503988" y="4340225"/>
          <p14:tracePt t="23777" x="6588125" y="4373563"/>
          <p14:tracePt t="23787" x="6665913" y="4406900"/>
          <p14:tracePt t="23797" x="6751638" y="4440238"/>
          <p14:tracePt t="23807" x="6824663" y="4468813"/>
          <p14:tracePt t="23817" x="6880225" y="4491038"/>
          <p14:tracePt t="23827" x="6897688" y="4508500"/>
          <p14:tracePt t="23837" x="6913563" y="4513263"/>
          <p14:tracePt t="23847" x="6924675" y="4519613"/>
          <p14:tracePt t="23857" x="6931025" y="4530725"/>
          <p14:tracePt t="23867" x="6935788" y="4541838"/>
          <p14:tracePt t="23877" x="6942138" y="4559300"/>
          <p14:tracePt t="23887" x="6959600" y="4592638"/>
          <p14:tracePt t="23897" x="6970713" y="4614863"/>
          <p14:tracePt t="23907" x="6981825" y="4643438"/>
          <p14:tracePt t="23917" x="6992938" y="4676775"/>
          <p14:tracePt t="23927" x="7008813" y="4710113"/>
          <p14:tracePt t="23937" x="7026275" y="4745038"/>
          <p14:tracePt t="23947" x="7043738" y="4778375"/>
          <p14:tracePt t="23957" x="7054850" y="4806950"/>
          <p14:tracePt t="23967" x="7070725" y="4833938"/>
          <p14:tracePt t="23977" x="7077075" y="4856163"/>
          <p14:tracePt t="23987" x="7088188" y="4873625"/>
          <p14:tracePt t="23997" x="7092950" y="4891088"/>
          <p14:tracePt t="24007" x="7105650" y="4902200"/>
          <p14:tracePt t="24017" x="7110413" y="4913313"/>
          <p14:tracePt t="24027" x="7116763" y="4924425"/>
          <p14:tracePt t="24037" x="7121525" y="4941888"/>
          <p14:tracePt t="24047" x="7132638" y="4957763"/>
          <p14:tracePt t="24057" x="7138988" y="4968875"/>
          <p14:tracePt t="24067" x="7138988" y="4997450"/>
          <p14:tracePt t="24077" x="7150100" y="5019675"/>
          <p14:tracePt t="24087" x="7150100" y="5048250"/>
          <p14:tracePt t="24097" x="7154863" y="5081588"/>
          <p14:tracePt t="24107" x="7154863" y="5114925"/>
          <p14:tracePt t="24117" x="7154863" y="5143500"/>
          <p14:tracePt t="24127" x="7154863" y="5183188"/>
          <p14:tracePt t="24137" x="7154863" y="5210175"/>
          <p14:tracePt t="24147" x="7150100" y="5256213"/>
          <p14:tracePt t="24157" x="7143750" y="5289550"/>
          <p14:tracePt t="24167" x="7138988" y="5334000"/>
          <p14:tracePt t="24177" x="7127875" y="5373688"/>
          <p14:tracePt t="24187" x="7121525" y="5413375"/>
          <p14:tracePt t="24197" x="7116763" y="5453063"/>
          <p14:tracePt t="24207" x="7105650" y="5492750"/>
          <p14:tracePt t="24217" x="7099300" y="5519738"/>
          <p14:tracePt t="24227" x="7099300" y="5548313"/>
          <p14:tracePt t="24237" x="7092950" y="5570538"/>
          <p14:tracePt t="24247" x="7092950" y="5588000"/>
          <p14:tracePt t="24257" x="7088188" y="5599113"/>
          <p14:tracePt t="24267" x="7088188" y="5610225"/>
          <p14:tracePt t="24277" x="7081838" y="5621338"/>
          <p14:tracePt t="24287" x="7081838" y="5632450"/>
          <p14:tracePt t="24297" x="7077075" y="5643563"/>
          <p14:tracePt t="24307" x="7077075" y="5654675"/>
          <p14:tracePt t="24317" x="7070725" y="5665788"/>
          <p14:tracePt t="24327" x="7059613" y="5683250"/>
          <p14:tracePt t="24337" x="7048500" y="5700713"/>
          <p14:tracePt t="24347" x="7037388" y="5722938"/>
          <p14:tracePt t="24357" x="7008813" y="5756275"/>
          <p14:tracePt t="24367" x="6986588" y="5778500"/>
          <p14:tracePt t="24377" x="6959600" y="5807075"/>
          <p14:tracePt t="24387" x="6931025" y="5835650"/>
          <p14:tracePt t="24397" x="6891338" y="5868988"/>
          <p14:tracePt t="24407" x="6851650" y="5895975"/>
          <p14:tracePt t="24417" x="6807200" y="5930900"/>
          <p14:tracePt t="24427" x="6756400" y="5964238"/>
          <p14:tracePt t="24437" x="6711950" y="5992813"/>
          <p14:tracePt t="24447" x="6665913" y="6019800"/>
          <p14:tracePt t="24457" x="6616700" y="6043613"/>
          <p14:tracePt t="24467" x="6565900" y="6065838"/>
          <p14:tracePt t="24477" x="6515100" y="6092825"/>
          <p14:tracePt t="24487" x="6457950" y="6116638"/>
          <p14:tracePt t="24497" x="6402388" y="6138863"/>
          <p14:tracePt t="24507" x="6351588" y="6149975"/>
          <p14:tracePt t="24517" x="6307138" y="6161088"/>
          <p14:tracePt t="24527" x="6273800" y="6165850"/>
          <p14:tracePt t="24537" x="6249988" y="6165850"/>
          <p14:tracePt t="24547" x="6245225" y="6165850"/>
          <p14:tracePt t="24557" x="6234113" y="6165850"/>
          <p14:tracePt t="24567" x="6227763" y="6165850"/>
          <p14:tracePt t="24577" x="6223000" y="6165850"/>
          <p14:tracePt t="24587" x="6211888" y="6165850"/>
          <p14:tracePt t="24597" x="6200775" y="6165850"/>
          <p14:tracePt t="24607" x="6172200" y="6154738"/>
          <p14:tracePt t="24617" x="6143625" y="6138863"/>
          <p14:tracePt t="24627" x="6115050" y="6121400"/>
          <p14:tracePt t="24637" x="6076950" y="6088063"/>
          <p14:tracePt t="24647" x="6037263" y="6059488"/>
          <p14:tracePt t="24657" x="5997575" y="6026150"/>
          <p14:tracePt t="24667" x="5964238" y="6003925"/>
          <p14:tracePt t="24677" x="5930900" y="5975350"/>
          <p14:tracePt t="24687" x="5902325" y="5953125"/>
          <p14:tracePt t="24697" x="5884863" y="5935663"/>
          <p14:tracePt t="24707" x="5862638" y="5919788"/>
          <p14:tracePt t="24717" x="5840413" y="5891213"/>
          <p14:tracePt t="24727" x="5811838" y="5868988"/>
          <p14:tracePt t="24737" x="5783263" y="5840413"/>
          <p14:tracePt t="24747" x="5767388" y="5822950"/>
          <p14:tracePt t="24757" x="5756275" y="5811838"/>
          <p14:tracePt t="24767" x="5749925" y="5800725"/>
          <p14:tracePt t="24777" x="5745163" y="5800725"/>
          <p14:tracePt t="24787" x="5745163" y="5795963"/>
          <p14:tracePt t="24805" x="5738813" y="5789613"/>
          <p14:tracePt t="24815" x="5734050" y="5784850"/>
          <p14:tracePt t="24819" x="5734050" y="5778500"/>
          <p14:tracePt t="24827" x="5722938" y="5773738"/>
          <p14:tracePt t="24837" x="5705475" y="5745163"/>
          <p14:tracePt t="24847" x="5688013" y="5711825"/>
          <p14:tracePt t="24857" x="5665788" y="5672138"/>
          <p14:tracePt t="24867" x="5643563" y="5627688"/>
          <p14:tracePt t="24877" x="5626100" y="5576888"/>
          <p14:tracePt t="24887" x="5610225" y="5537200"/>
          <p14:tracePt t="24897" x="5599113" y="5486400"/>
          <p14:tracePt t="24907" x="5581650" y="5446713"/>
          <p14:tracePt t="24917" x="5575300" y="5402263"/>
          <p14:tracePt t="24927" x="5564188" y="5357813"/>
          <p14:tracePt t="24937" x="5553075" y="5307013"/>
          <p14:tracePt t="24947" x="5548313" y="5260975"/>
          <p14:tracePt t="24957" x="5541963" y="5216525"/>
          <p14:tracePt t="24967" x="5541963" y="5183188"/>
          <p14:tracePt t="24977" x="5541963" y="5149850"/>
          <p14:tracePt t="24987" x="5541963" y="5132388"/>
          <p14:tracePt t="24997" x="5541963" y="5126038"/>
          <p14:tracePt t="25007" x="5541963" y="5121275"/>
          <p14:tracePt t="25027" x="5548313" y="5121275"/>
          <p14:tracePt t="25201" x="5541963" y="5121275"/>
          <p14:tracePt t="25209" x="5537200" y="5121275"/>
          <p14:tracePt t="25217" x="5530850" y="5121275"/>
          <p14:tracePt t="25221" x="5526088" y="5121275"/>
          <p14:tracePt t="25227" x="5519738" y="5121275"/>
          <p14:tracePt t="25237" x="5502275" y="5110163"/>
          <p14:tracePt t="25247" x="5486400" y="5099050"/>
          <p14:tracePt t="25257" x="5464175" y="5076825"/>
          <p14:tracePt t="25267" x="5440363" y="5059363"/>
          <p14:tracePt t="25277" x="5424488" y="5041900"/>
          <p14:tracePt t="25287" x="5407025" y="5030788"/>
          <p14:tracePt t="25297" x="5395913" y="5026025"/>
          <p14:tracePt t="25307" x="5391150" y="5019675"/>
          <p14:tracePt t="25317" x="5373688" y="5008563"/>
          <p14:tracePt t="25327" x="5351463" y="4997450"/>
          <p14:tracePt t="25337" x="5307013" y="4979988"/>
          <p14:tracePt t="25347" x="5256213" y="4953000"/>
          <p14:tracePt t="25357" x="5216525" y="4924425"/>
          <p14:tracePt t="25367" x="5194300" y="4913313"/>
          <p14:tracePt t="25377" x="5176838" y="4906963"/>
          <p14:tracePt t="25387" x="5172075" y="4902200"/>
          <p14:tracePt t="25397" x="5165725" y="4902200"/>
          <p14:tracePt t="25407" x="5165725" y="4895850"/>
          <p14:tracePt t="25417" x="5159375" y="4891088"/>
          <p14:tracePt t="25427" x="5148263" y="4884738"/>
          <p14:tracePt t="25437" x="5137150" y="4867275"/>
          <p14:tracePt t="25447" x="5126038" y="4856163"/>
          <p14:tracePt t="25457" x="5121275" y="4845050"/>
          <p14:tracePt t="25469" x="5121275" y="4840288"/>
          <p14:tracePt t="25477" x="5114925" y="4840288"/>
          <p14:tracePt t="25487" x="5114925" y="4833938"/>
          <p14:tracePt t="25497" x="5110163" y="4818063"/>
          <p14:tracePt t="25507" x="5103813" y="4806950"/>
          <p14:tracePt t="25517" x="5081588" y="4778375"/>
          <p14:tracePt t="25527" x="5070475" y="4745038"/>
          <p14:tracePt t="25537" x="5053013" y="4710113"/>
          <p14:tracePt t="25547" x="5019675" y="4643438"/>
          <p14:tracePt t="25557" x="4979988" y="4564063"/>
          <p14:tracePt t="25567" x="4918075" y="4457700"/>
          <p14:tracePt t="25577" x="4856163" y="4344988"/>
          <p14:tracePt t="25587" x="4800600" y="4221163"/>
          <p14:tracePt t="25597" x="4749800" y="4121150"/>
          <p14:tracePt t="25607" x="4710113" y="4035425"/>
          <p14:tracePt t="25617" x="4681538" y="3962400"/>
          <p14:tracePt t="25627" x="4654550" y="3895725"/>
          <p14:tracePt t="25637" x="4621213" y="3822700"/>
          <p14:tracePt t="25647" x="4592638" y="3754438"/>
          <p14:tracePt t="25657" x="4570413" y="3692525"/>
          <p14:tracePt t="25667" x="4559300" y="3654425"/>
          <p14:tracePt t="25677" x="4559300" y="3630613"/>
          <p14:tracePt t="25687" x="4559300" y="3619500"/>
          <p14:tracePt t="25703" x="4559300" y="3614738"/>
          <p14:tracePt t="25765" x="4559300" y="3608388"/>
          <p14:tracePt t="25779" x="4559300" y="3603625"/>
          <p14:tracePt t="25783" x="4559300" y="3597275"/>
          <p14:tracePt t="25787" x="4564063" y="3597275"/>
          <p14:tracePt t="25797" x="4575175" y="3586163"/>
          <p14:tracePt t="25807" x="4586288" y="3575050"/>
          <p14:tracePt t="25817" x="4603750" y="3552825"/>
          <p14:tracePt t="25827" x="4625975" y="3530600"/>
          <p14:tracePt t="25837" x="4654550" y="3502025"/>
          <p14:tracePt t="25847" x="4694238" y="3473450"/>
          <p14:tracePt t="25857" x="4721225" y="3440113"/>
          <p14:tracePt t="25867" x="4756150" y="3417888"/>
          <p14:tracePt t="25877" x="4778375" y="3400425"/>
          <p14:tracePt t="25887" x="4800600" y="3384550"/>
          <p14:tracePt t="25897" x="4829175" y="3367088"/>
          <p14:tracePt t="25907" x="4851400" y="3349625"/>
          <p14:tracePt t="25917" x="4867275" y="3338513"/>
          <p14:tracePt t="25927" x="4889500" y="3327400"/>
          <p14:tracePt t="25937" x="4902200" y="3322638"/>
          <p14:tracePt t="25947" x="4906963" y="3322638"/>
          <p14:tracePt t="25962" x="4906963" y="3316288"/>
          <p14:tracePt t="25989" x="4913313" y="3316288"/>
          <p14:tracePt t="26013" x="4918075" y="3316288"/>
          <p14:tracePt t="26023" x="4924425" y="3316288"/>
          <p14:tracePt t="26026" x="4929188" y="3316288"/>
          <p14:tracePt t="26031" x="4935538" y="3316288"/>
          <p14:tracePt t="26037" x="4946650" y="3311525"/>
          <p14:tracePt t="26047" x="4975225" y="3305175"/>
          <p14:tracePt t="26057" x="5024438" y="3305175"/>
          <p14:tracePt t="26067" x="5075238" y="3305175"/>
          <p14:tracePt t="26077" x="5132388" y="3311525"/>
          <p14:tracePt t="26087" x="5194300" y="3327400"/>
          <p14:tracePt t="26097" x="5245100" y="3333750"/>
          <p14:tracePt t="26107" x="5289550" y="3338513"/>
          <p14:tracePt t="26117" x="5322888" y="3344863"/>
          <p14:tracePt t="26127" x="5356225" y="3344863"/>
          <p14:tracePt t="26137" x="5391150" y="3344863"/>
          <p14:tracePt t="26147" x="5429250" y="3344863"/>
          <p14:tracePt t="26157" x="5453063" y="3344863"/>
          <p14:tracePt t="26167" x="5468938" y="3344863"/>
          <p14:tracePt t="26177" x="5480050" y="3344863"/>
          <p14:tracePt t="26188" x="5486400" y="3344863"/>
          <p14:tracePt t="26199" x="5491163" y="3344863"/>
          <p14:tracePt t="26221" x="5497513" y="3344863"/>
          <p14:tracePt t="26235" x="5502275" y="3344863"/>
          <p14:tracePt t="26277" x="5508625" y="3344863"/>
          <p14:tracePt t="26309" x="5514975" y="3344863"/>
          <p14:tracePt t="26319" x="5519738" y="3344863"/>
          <p14:tracePt t="26320" x="5526088" y="3344863"/>
          <p14:tracePt t="26327" x="5530850" y="3344863"/>
          <p14:tracePt t="26337" x="5548313" y="3344863"/>
          <p14:tracePt t="26347" x="5559425" y="3338513"/>
          <p14:tracePt t="26357" x="5581650" y="3338513"/>
          <p14:tracePt t="26367" x="5603875" y="3338513"/>
          <p14:tracePt t="26377" x="5626100" y="3338513"/>
          <p14:tracePt t="26387" x="5665788" y="3338513"/>
          <p14:tracePt t="26397" x="5705475" y="3338513"/>
          <p14:tracePt t="26407" x="5745163" y="3338513"/>
          <p14:tracePt t="26417" x="5778500" y="3338513"/>
          <p14:tracePt t="26427" x="5822950" y="3338513"/>
          <p14:tracePt t="26437" x="5851525" y="3344863"/>
          <p14:tracePt t="26447" x="5868988" y="3344863"/>
          <p14:tracePt t="26457" x="5880100" y="3349625"/>
          <p14:tracePt t="26467" x="5884863" y="3355975"/>
          <p14:tracePt t="26477" x="5891213" y="3355975"/>
          <p14:tracePt t="26487" x="5895975" y="3355975"/>
          <p14:tracePt t="26497" x="5902325" y="3362325"/>
          <p14:tracePt t="26507" x="5913438" y="3367088"/>
          <p14:tracePt t="26517" x="5918200" y="3378200"/>
          <p14:tracePt t="26527" x="5942013" y="3389313"/>
          <p14:tracePt t="26537" x="5969000" y="3406775"/>
          <p14:tracePt t="26547" x="5991225" y="3422650"/>
          <p14:tracePt t="26557" x="6026150" y="3446463"/>
          <p14:tracePt t="26567" x="6053138" y="3462338"/>
          <p14:tracePt t="26577" x="6092825" y="3484563"/>
          <p14:tracePt t="26587" x="6121400" y="3502025"/>
          <p14:tracePt t="26597" x="6143625" y="3519488"/>
          <p14:tracePt t="26607" x="6165850" y="3535363"/>
          <p14:tracePt t="26617" x="6176963" y="3546475"/>
          <p14:tracePt t="26627" x="6194425" y="3557588"/>
          <p14:tracePt t="26637" x="6200775" y="3563938"/>
          <p14:tracePt t="26647" x="6211888" y="3570288"/>
          <p14:tracePt t="26657" x="6223000" y="3575050"/>
          <p14:tracePt t="26667" x="6234113" y="3592513"/>
          <p14:tracePt t="26677" x="6261100" y="3614738"/>
          <p14:tracePt t="26687" x="6289675" y="3648075"/>
          <p14:tracePt t="26697" x="6323013" y="3670300"/>
          <p14:tracePt t="26707" x="6351588" y="3698875"/>
          <p14:tracePt t="26717" x="6373813" y="3716338"/>
          <p14:tracePt t="26727" x="6384925" y="3727450"/>
          <p14:tracePt t="26737" x="6391275" y="3727450"/>
          <p14:tracePt t="26747" x="6396038" y="3738563"/>
          <p14:tracePt t="26757" x="6402388" y="3743325"/>
          <p14:tracePt t="26767" x="6413500" y="3749675"/>
          <p14:tracePt t="26777" x="6419850" y="3760788"/>
          <p14:tracePt t="26787" x="6430963" y="3778250"/>
          <p14:tracePt t="26797" x="6442075" y="3794125"/>
          <p14:tracePt t="26807" x="6457950" y="3816350"/>
          <p14:tracePt t="26817" x="6475413" y="3833813"/>
          <p14:tracePt t="26827" x="6481763" y="3851275"/>
          <p14:tracePt t="26837" x="6492875" y="3862388"/>
          <p14:tracePt t="26847" x="6503988" y="3867150"/>
          <p14:tracePt t="26857" x="6508750" y="3867150"/>
          <p14:tracePt t="26869" x="6508750" y="3873500"/>
          <p14:tracePt t="26881" x="6515100" y="3873500"/>
          <p14:tracePt t="26947" x="6515100" y="3878263"/>
          <p14:tracePt t="26952" x="6515100" y="3884613"/>
          <p14:tracePt t="26957" x="6515100" y="3889375"/>
          <p14:tracePt t="26967" x="6515100" y="3913188"/>
          <p14:tracePt t="26977" x="6515100" y="3951288"/>
          <p14:tracePt t="26987" x="6503988" y="3997325"/>
          <p14:tracePt t="26997" x="6492875" y="4035425"/>
          <p14:tracePt t="27007" x="6481763" y="4081463"/>
          <p14:tracePt t="27017" x="6469063" y="4114800"/>
          <p14:tracePt t="27027" x="6457950" y="4148138"/>
          <p14:tracePt t="27037" x="6442075" y="4181475"/>
          <p14:tracePt t="27047" x="6435725" y="4210050"/>
          <p14:tracePt t="27057" x="6424613" y="4232275"/>
          <p14:tracePt t="27067" x="6413500" y="4256088"/>
          <p14:tracePt t="27077" x="6402388" y="4283075"/>
          <p14:tracePt t="27087" x="6391275" y="4300538"/>
          <p14:tracePt t="27097" x="6380163" y="4322763"/>
          <p14:tracePt t="27107" x="6362700" y="4351338"/>
          <p14:tracePt t="27117" x="6346825" y="4378325"/>
          <p14:tracePt t="27127" x="6323013" y="4413250"/>
          <p14:tracePt t="27137" x="6300788" y="4446588"/>
          <p14:tracePt t="27147" x="6273800" y="4486275"/>
          <p14:tracePt t="27157" x="6234113" y="4537075"/>
          <p14:tracePt t="27167" x="6194425" y="4581525"/>
          <p14:tracePt t="27177" x="6149975" y="4625975"/>
          <p14:tracePt t="27187" x="6103938" y="4665663"/>
          <p14:tracePt t="27197" x="6053138" y="4699000"/>
          <p14:tracePt t="27207" x="6003925" y="4738688"/>
          <p14:tracePt t="27217" x="5953125" y="4778375"/>
          <p14:tracePt t="27228" x="5895975" y="4811713"/>
          <p14:tracePt t="27237" x="5818188" y="4856163"/>
          <p14:tracePt t="27247" x="5734050" y="4895850"/>
          <p14:tracePt t="27257" x="5626100" y="4946650"/>
          <p14:tracePt t="27267" x="5497513" y="4991100"/>
          <p14:tracePt t="27277" x="5362575" y="5030788"/>
          <p14:tracePt t="27287" x="5221288" y="5059363"/>
          <p14:tracePt t="27297" x="5110163" y="5070475"/>
          <p14:tracePt t="27307" x="5037138" y="5076825"/>
          <p14:tracePt t="27317" x="4975225" y="5076825"/>
          <p14:tracePt t="27327" x="4940300" y="5076825"/>
          <p14:tracePt t="27337" x="4924425" y="5070475"/>
          <p14:tracePt t="27347" x="4913313" y="5064125"/>
          <p14:tracePt t="27357" x="4902200" y="5053013"/>
          <p14:tracePt t="27367" x="4902200" y="5048250"/>
          <p14:tracePt t="27377" x="4895850" y="5041900"/>
          <p14:tracePt t="27387" x="4895850" y="5037138"/>
          <p14:tracePt t="27397" x="4889500" y="5026025"/>
          <p14:tracePt t="27407" x="4884738" y="5008563"/>
          <p14:tracePt t="27417" x="4873625" y="4979988"/>
          <p14:tracePt t="27427" x="4862513" y="4953000"/>
          <p14:tracePt t="27437" x="4851400" y="4913313"/>
          <p14:tracePt t="27447" x="4840288" y="4873625"/>
          <p14:tracePt t="27457" x="4833938" y="4840288"/>
          <p14:tracePt t="27467" x="4822825" y="4800600"/>
          <p14:tracePt t="27477" x="4822825" y="4778375"/>
          <p14:tracePt t="27487" x="4822825" y="4749800"/>
          <p14:tracePt t="27497" x="4822825" y="4721225"/>
          <p14:tracePt t="27507" x="4822825" y="4694238"/>
          <p14:tracePt t="27517" x="4816475" y="4659313"/>
          <p14:tracePt t="27527" x="4816475" y="4625975"/>
          <p14:tracePt t="27537" x="4811713" y="4586288"/>
          <p14:tracePt t="27547" x="4811713" y="4559300"/>
          <p14:tracePt t="27557" x="4811713" y="4524375"/>
          <p14:tracePt t="27567" x="4811713" y="4497388"/>
          <p14:tracePt t="27577" x="4811713" y="4475163"/>
          <p14:tracePt t="27587" x="4811713" y="4464050"/>
          <p14:tracePt t="27597" x="4811713" y="4451350"/>
          <p14:tracePt t="27607" x="4811713" y="4446588"/>
          <p14:tracePt t="27631" x="4805363" y="4446588"/>
          <p14:tracePt t="27639" x="4805363" y="4440238"/>
          <p14:tracePt t="27645" x="4805363" y="4435475"/>
          <p14:tracePt t="27649" x="4805363" y="4429125"/>
          <p14:tracePt t="27657" x="4805363" y="4406900"/>
          <p14:tracePt t="27667" x="4800600" y="4384675"/>
          <p14:tracePt t="27677" x="4800600" y="4362450"/>
          <p14:tracePt t="27687" x="4800600" y="4340225"/>
          <p14:tracePt t="27697" x="4800600" y="4316413"/>
          <p14:tracePt t="27707" x="4800600" y="4294188"/>
          <p14:tracePt t="27717" x="4800600" y="4267200"/>
          <p14:tracePt t="27727" x="4800600" y="4232275"/>
          <p14:tracePt t="27737" x="4800600" y="4194175"/>
          <p14:tracePt t="27747" x="4800600" y="4143375"/>
          <p14:tracePt t="27757" x="4800600" y="4092575"/>
          <p14:tracePt t="27767" x="4800600" y="4052888"/>
          <p14:tracePt t="27777" x="4800600" y="4008438"/>
          <p14:tracePt t="27787" x="4800600" y="3986213"/>
          <p14:tracePt t="27797" x="4811713" y="3957638"/>
          <p14:tracePt t="27807" x="4811713" y="3935413"/>
          <p14:tracePt t="27817" x="4816475" y="3917950"/>
          <p14:tracePt t="27827" x="4822825" y="3889375"/>
          <p14:tracePt t="27837" x="4833938" y="3862388"/>
          <p14:tracePt t="27847" x="4845050" y="3827463"/>
          <p14:tracePt t="27857" x="4851400" y="3800475"/>
          <p14:tracePt t="27867" x="4862513" y="3783013"/>
          <p14:tracePt t="27877" x="4873625" y="3765550"/>
          <p14:tracePt t="27887" x="4884738" y="3754438"/>
          <p14:tracePt t="27897" x="4884738" y="3743325"/>
          <p14:tracePt t="27907" x="4889500" y="3738563"/>
          <p14:tracePt t="27917" x="4895850" y="3732213"/>
          <p14:tracePt t="27927" x="4906963" y="3727450"/>
          <p14:tracePt t="27937" x="4913313" y="3721100"/>
          <p14:tracePt t="27947" x="4924425" y="3709988"/>
          <p14:tracePt t="27957" x="4940300" y="3698875"/>
          <p14:tracePt t="27967" x="4957763" y="3687763"/>
          <p14:tracePt t="27977" x="4975225" y="3676650"/>
          <p14:tracePt t="27987" x="4991100" y="3665538"/>
          <p14:tracePt t="27997" x="5008563" y="3654425"/>
          <p14:tracePt t="28007" x="5030788" y="3643313"/>
          <p14:tracePt t="28017" x="5053013" y="3630613"/>
          <p14:tracePt t="28027" x="5075238" y="3625850"/>
          <p14:tracePt t="28037" x="5103813" y="3614738"/>
          <p14:tracePt t="28047" x="5126038" y="3608388"/>
          <p14:tracePt t="28057" x="5148263" y="3608388"/>
          <p14:tracePt t="28067" x="5172075" y="3608388"/>
          <p14:tracePt t="28077" x="5194300" y="3608388"/>
          <p14:tracePt t="28087" x="5216525" y="3608388"/>
          <p14:tracePt t="28097" x="5245100" y="3608388"/>
          <p14:tracePt t="28107" x="5289550" y="3625850"/>
          <p14:tracePt t="28117" x="5329238" y="3648075"/>
          <p14:tracePt t="28127" x="5380038" y="3670300"/>
          <p14:tracePt t="28137" x="5453063" y="3709988"/>
          <p14:tracePt t="28147" x="5514975" y="3749675"/>
          <p14:tracePt t="28157" x="5575300" y="3789363"/>
          <p14:tracePt t="28167" x="5637213" y="3833813"/>
          <p14:tracePt t="28177" x="5699125" y="3884613"/>
          <p14:tracePt t="28187" x="5756275" y="3924300"/>
          <p14:tracePt t="28197" x="5800725" y="3957638"/>
          <p14:tracePt t="28207" x="5834063" y="3986213"/>
          <p14:tracePt t="28217" x="5857875" y="4002088"/>
          <p14:tracePt t="28227" x="5880100" y="4019550"/>
          <p14:tracePt t="28237" x="5907088" y="4041775"/>
          <p14:tracePt t="28247" x="5930900" y="4070350"/>
          <p14:tracePt t="28257" x="5953125" y="4086225"/>
          <p14:tracePt t="28267" x="5969000" y="4103688"/>
          <p14:tracePt t="28277" x="5980113" y="4121150"/>
          <p14:tracePt t="28287" x="5991225" y="4132263"/>
          <p14:tracePt t="28297" x="6003925" y="4143375"/>
          <p14:tracePt t="28307" x="6015038" y="4159250"/>
          <p14:tracePt t="28317" x="6019800" y="4165600"/>
          <p14:tracePt t="28327" x="6026150" y="4176713"/>
          <p14:tracePt t="28337" x="6030913" y="4176713"/>
          <p14:tracePt t="28347" x="6030913" y="4181475"/>
          <p14:tracePt t="28377" x="6030913" y="4187825"/>
          <p14:tracePt t="28387" x="6037263" y="4187825"/>
          <p14:tracePt t="28391" x="6037263" y="4194175"/>
          <p14:tracePt t="28397" x="6037263" y="4198938"/>
          <p14:tracePt t="28407" x="6037263" y="4205288"/>
          <p14:tracePt t="28417" x="6037263" y="4210050"/>
          <p14:tracePt t="28427" x="6037263" y="4216400"/>
          <p14:tracePt t="28437" x="6042025" y="4221163"/>
          <p14:tracePt t="28447" x="6042025" y="4227513"/>
          <p14:tracePt t="28485" x="6042025" y="4232275"/>
          <p14:tracePt t="28687" x="6042025" y="4238625"/>
          <p14:tracePt t="28697" x="6042025" y="4243388"/>
          <p14:tracePt t="28701" x="6042025" y="4249738"/>
          <p14:tracePt t="28709" x="6042025" y="4256088"/>
          <p14:tracePt t="28717" x="6042025" y="4271963"/>
          <p14:tracePt t="28727" x="6042025" y="4289425"/>
          <p14:tracePt t="28737" x="6042025" y="4311650"/>
          <p14:tracePt t="28747" x="6042025" y="4333875"/>
          <p14:tracePt t="28757" x="6030913" y="4356100"/>
          <p14:tracePt t="28767" x="6030913" y="4384675"/>
          <p14:tracePt t="28777" x="6026150" y="4406900"/>
          <p14:tracePt t="28787" x="6015038" y="4435475"/>
          <p14:tracePt t="28797" x="6008688" y="4464050"/>
          <p14:tracePt t="28807" x="6003925" y="4486275"/>
          <p14:tracePt t="28817" x="5991225" y="4508500"/>
          <p14:tracePt t="28827" x="5986463" y="4524375"/>
          <p14:tracePt t="28837" x="5969000" y="4548188"/>
          <p14:tracePt t="28847" x="5957888" y="4564063"/>
          <p14:tracePt t="28857" x="5946775" y="4581525"/>
          <p14:tracePt t="28867" x="5935663" y="4598988"/>
          <p14:tracePt t="28877" x="5924550" y="4610100"/>
          <p14:tracePt t="28887" x="5907088" y="4625975"/>
          <p14:tracePt t="28897" x="5895975" y="4637088"/>
          <p14:tracePt t="28907" x="5880100" y="4648200"/>
          <p14:tracePt t="28917" x="5857875" y="4659313"/>
          <p14:tracePt t="28927" x="5840413" y="4672013"/>
          <p14:tracePt t="28937" x="5822950" y="4676775"/>
          <p14:tracePt t="28947" x="5811838" y="4687888"/>
          <p14:tracePt t="28957" x="5795963" y="4694238"/>
          <p14:tracePt t="28967" x="5772150" y="4699000"/>
          <p14:tracePt t="28977" x="5749925" y="4710113"/>
          <p14:tracePt t="28987" x="5727700" y="4716463"/>
          <p14:tracePt t="28997" x="5710238" y="4721225"/>
          <p14:tracePt t="29007" x="5683250" y="4733925"/>
          <p14:tracePt t="29017" x="5649913" y="4745038"/>
          <p14:tracePt t="29027" x="5626100" y="4749800"/>
          <p14:tracePt t="29037" x="5599113" y="4756150"/>
          <p14:tracePt t="29047" x="5588000" y="4760913"/>
          <p14:tracePt t="29057" x="5564188" y="4767263"/>
          <p14:tracePt t="29067" x="5559425" y="4767263"/>
          <p14:tracePt t="29077" x="5541963" y="4767263"/>
          <p14:tracePt t="29087" x="5537200" y="4767263"/>
          <p14:tracePt t="29097" x="5519738" y="4760913"/>
          <p14:tracePt t="29107" x="5514975" y="4756150"/>
          <p14:tracePt t="29117" x="5486400" y="4745038"/>
          <p14:tracePt t="29127" x="5464175" y="4727575"/>
          <p14:tracePt t="29137" x="5435600" y="4716463"/>
          <p14:tracePt t="29147" x="5407025" y="4694238"/>
          <p14:tracePt t="29157" x="5380038" y="4665663"/>
          <p14:tracePt t="29167" x="5356225" y="4648200"/>
          <p14:tracePt t="29177" x="5334000" y="4625975"/>
          <p14:tracePt t="29187" x="5322888" y="4610100"/>
          <p14:tracePt t="29197" x="5311775" y="4592638"/>
          <p14:tracePt t="29207" x="5300663" y="4581525"/>
          <p14:tracePt t="29217" x="5283200" y="4559300"/>
          <p14:tracePt t="29227" x="5272088" y="4548188"/>
          <p14:tracePt t="29237" x="5260975" y="4530725"/>
          <p14:tracePt t="29247" x="5249863" y="4524375"/>
          <p14:tracePt t="29257" x="5249863" y="4519613"/>
          <p14:tracePt t="29267" x="5238750" y="4508500"/>
          <p14:tracePt t="29277" x="5232400" y="4502150"/>
          <p14:tracePt t="29287" x="5227638" y="4491038"/>
          <p14:tracePt t="29297" x="5221288" y="4464050"/>
          <p14:tracePt t="29307" x="5210175" y="4429125"/>
          <p14:tracePt t="29317" x="5194300" y="4384675"/>
          <p14:tracePt t="29327" x="5187950" y="4344988"/>
          <p14:tracePt t="29337" x="5176838" y="4316413"/>
          <p14:tracePt t="29347" x="5172075" y="4305300"/>
          <p14:tracePt t="29357" x="5172075" y="4289425"/>
          <p14:tracePt t="29367" x="5165725" y="4267200"/>
          <p14:tracePt t="29377" x="5159375" y="4227513"/>
          <p14:tracePt t="29387" x="5148263" y="4176713"/>
          <p14:tracePt t="29397" x="5137150" y="4121150"/>
          <p14:tracePt t="29407" x="5121275" y="4041775"/>
          <p14:tracePt t="29417" x="5110163" y="3979863"/>
          <p14:tracePt t="29427" x="5103813" y="3946525"/>
          <p14:tracePt t="29437" x="5103813" y="3929063"/>
          <p14:tracePt t="29447" x="5103813" y="3917950"/>
          <p14:tracePt t="29457" x="5103813" y="3913188"/>
          <p14:tracePt t="29467" x="5103813" y="3906838"/>
          <p14:tracePt t="29477" x="5103813" y="3900488"/>
          <p14:tracePt t="29487" x="5103813" y="3895725"/>
          <p14:tracePt t="29497" x="5103813" y="3878263"/>
          <p14:tracePt t="29507" x="5103813" y="3867150"/>
          <p14:tracePt t="29517" x="5110163" y="3844925"/>
          <p14:tracePt t="29527" x="5114925" y="3827463"/>
          <p14:tracePt t="29537" x="5121275" y="3811588"/>
          <p14:tracePt t="29547" x="5126038" y="3800475"/>
          <p14:tracePt t="29557" x="5132388" y="3783013"/>
          <p14:tracePt t="29567" x="5137150" y="3771900"/>
          <p14:tracePt t="29577" x="5143500" y="3760788"/>
          <p14:tracePt t="29587" x="5148263" y="3749675"/>
          <p14:tracePt t="29597" x="5159375" y="3738563"/>
          <p14:tracePt t="29607" x="5165725" y="3721100"/>
          <p14:tracePt t="29617" x="5183188" y="3709988"/>
          <p14:tracePt t="29627" x="5194300" y="3692525"/>
          <p14:tracePt t="29637" x="5210175" y="3681413"/>
          <p14:tracePt t="29647" x="5227638" y="3670300"/>
          <p14:tracePt t="29657" x="5245100" y="3659188"/>
          <p14:tracePt t="29667" x="5256213" y="3654425"/>
          <p14:tracePt t="29677" x="5267325" y="3643313"/>
          <p14:tracePt t="29687" x="5283200" y="3636963"/>
          <p14:tracePt t="29697" x="5307013" y="3630613"/>
          <p14:tracePt t="29707" x="5345113" y="3619500"/>
          <p14:tracePt t="29717" x="5384800" y="3614738"/>
          <p14:tracePt t="29727" x="5429250" y="3608388"/>
          <p14:tracePt t="29737" x="5464175" y="3603625"/>
          <p14:tracePt t="29747" x="5486400" y="3597275"/>
          <p14:tracePt t="29757" x="5491163" y="3597275"/>
          <p14:tracePt t="29767" x="5497513" y="3597275"/>
          <p14:tracePt t="29777" x="5502275" y="3597275"/>
          <p14:tracePt t="29787" x="5508625" y="3597275"/>
          <p14:tracePt t="29811" x="5514975" y="3597275"/>
          <p14:tracePt t="29819" x="5514975" y="3603625"/>
          <p14:tracePt t="29820" x="5519738" y="3603625"/>
          <p14:tracePt t="29827" x="5537200" y="3608388"/>
          <p14:tracePt t="29837" x="5575300" y="3630613"/>
          <p14:tracePt t="29847" x="5637213" y="3659188"/>
          <p14:tracePt t="29857" x="5710238" y="3698875"/>
          <p14:tracePt t="29867" x="5767388" y="3727450"/>
          <p14:tracePt t="29877" x="5811838" y="3749675"/>
          <p14:tracePt t="29887" x="5840413" y="3760788"/>
          <p14:tracePt t="29897" x="5868988" y="3771900"/>
          <p14:tracePt t="29907" x="5884863" y="3778250"/>
          <p14:tracePt t="29917" x="5895975" y="3783013"/>
          <p14:tracePt t="29929" x="5895975" y="3789363"/>
          <p14:tracePt t="29937" x="5902325" y="3789363"/>
          <p14:tracePt t="29951" x="5907088" y="3789363"/>
          <p14:tracePt t="29977" x="5907088" y="3794125"/>
          <p14:tracePt t="32751" x="5902325" y="3789363"/>
          <p14:tracePt t="32753" x="5902325" y="3783013"/>
          <p14:tracePt t="32757" x="5895975" y="3771900"/>
          <p14:tracePt t="32767" x="5880100" y="3738563"/>
          <p14:tracePt t="32778" x="5862638" y="3705225"/>
          <p14:tracePt t="32787" x="5851525" y="3676650"/>
          <p14:tracePt t="32809" x="5851525" y="3670300"/>
          <p14:tracePt t="32841" x="5851525" y="3665538"/>
          <p14:tracePt t="32903" x="5845175" y="3665538"/>
          <p14:tracePt t="32907" x="5840413" y="3665538"/>
          <p14:tracePt t="32908" x="5834063" y="3665538"/>
          <p14:tracePt t="32917" x="5800725" y="3676650"/>
          <p14:tracePt t="32927" x="5745163" y="3687763"/>
          <p14:tracePt t="32937" x="5683250" y="3705225"/>
          <p14:tracePt t="32947" x="5614988" y="3709988"/>
          <p14:tracePt t="32957" x="5553075" y="3721100"/>
          <p14:tracePt t="32967" x="5502275" y="3721100"/>
          <p14:tracePt t="32977" x="5468938" y="3727450"/>
          <p14:tracePt t="32987" x="5435600" y="3727450"/>
          <p14:tracePt t="32997" x="5407025" y="3727450"/>
          <p14:tracePt t="33007" x="5373688" y="3732213"/>
          <p14:tracePt t="33017" x="5329238" y="3738563"/>
          <p14:tracePt t="33027" x="5283200" y="3738563"/>
          <p14:tracePt t="33037" x="5232400" y="3743325"/>
          <p14:tracePt t="33047" x="5199063" y="3743325"/>
          <p14:tracePt t="33057" x="5172075" y="3743325"/>
          <p14:tracePt t="33067" x="5165725" y="3743325"/>
          <p14:tracePt t="33077" x="5159375" y="3743325"/>
          <p14:tracePt t="33096" x="5154613" y="3743325"/>
          <p14:tracePt t="33323" x="5154613" y="3749675"/>
          <p14:tracePt t="33327" x="5154613" y="3754438"/>
          <p14:tracePt t="33335" x="5148263" y="3760788"/>
          <p14:tracePt t="33341" x="5148263" y="3765550"/>
          <p14:tracePt t="33347" x="5143500" y="3778250"/>
          <p14:tracePt t="33357" x="5137150" y="3800475"/>
          <p14:tracePt t="33367" x="5126038" y="3838575"/>
          <p14:tracePt t="33377" x="5110163" y="3884613"/>
          <p14:tracePt t="33387" x="5092700" y="3924300"/>
          <p14:tracePt t="33397" x="5070475" y="3968750"/>
          <p14:tracePt t="33407" x="5048250" y="4013200"/>
          <p14:tracePt t="33417" x="5030788" y="4048125"/>
          <p14:tracePt t="33427" x="5008563" y="4070350"/>
          <p14:tracePt t="33437" x="4991100" y="4092575"/>
          <p14:tracePt t="33447" x="4975225" y="4121150"/>
          <p14:tracePt t="33457" x="4946650" y="4137025"/>
          <p14:tracePt t="33467" x="4924425" y="4165600"/>
          <p14:tracePt t="33477" x="4895850" y="4181475"/>
          <p14:tracePt t="33487" x="4862513" y="4205288"/>
          <p14:tracePt t="33497" x="4829175" y="4227513"/>
          <p14:tracePt t="33507" x="4800600" y="4238625"/>
          <p14:tracePt t="33517" x="4767263" y="4249738"/>
          <p14:tracePt t="33527" x="4727575" y="4256088"/>
          <p14:tracePt t="33537" x="4681538" y="4260850"/>
          <p14:tracePt t="33547" x="4632325" y="4260850"/>
          <p14:tracePt t="33557" x="4586288" y="4260850"/>
          <p14:tracePt t="33567" x="4541838" y="4260850"/>
          <p14:tracePt t="33577" x="4468813" y="4243388"/>
          <p14:tracePt t="33587" x="4395788" y="4216400"/>
          <p14:tracePt t="33597" x="4322763" y="4194175"/>
          <p14:tracePt t="33607" x="4249738" y="4159250"/>
          <p14:tracePt t="33617" x="4170363" y="4114800"/>
          <p14:tracePt t="33627" x="4081463" y="4070350"/>
          <p14:tracePt t="33637" x="4002088" y="4013200"/>
          <p14:tracePt t="33647" x="3922713" y="3957638"/>
          <p14:tracePt t="33657" x="3862388" y="3906838"/>
          <p14:tracePt t="33667" x="3805238" y="3856038"/>
          <p14:tracePt t="33677" x="3760788" y="3811588"/>
          <p14:tracePt t="33687" x="3709988" y="3760788"/>
          <p14:tracePt t="33697" x="3670300" y="3709988"/>
          <p14:tracePt t="33707" x="3630613" y="3654425"/>
          <p14:tracePt t="33717" x="3592513" y="3597275"/>
          <p14:tracePt t="33727" x="3557588" y="3541713"/>
          <p14:tracePt t="33737" x="3524250" y="3473450"/>
          <p14:tracePt t="33747" x="3490913" y="3411538"/>
          <p14:tracePt t="33757" x="3462338" y="3355975"/>
          <p14:tracePt t="33767" x="3446463" y="3311525"/>
          <p14:tracePt t="33777" x="3417888" y="3265488"/>
          <p14:tracePt t="33787" x="3400425" y="3227388"/>
          <p14:tracePt t="33797" x="3384550" y="3192463"/>
          <p14:tracePt t="33807" x="3371850" y="3152775"/>
          <p14:tracePt t="33817" x="3360738" y="3119438"/>
          <p14:tracePt t="33827" x="3344863" y="3074988"/>
          <p14:tracePt t="33837" x="3338513" y="3035300"/>
          <p14:tracePt t="33847" x="3327400" y="2990850"/>
          <p14:tracePt t="33857" x="3322638" y="2951163"/>
          <p14:tracePt t="33867" x="3322638" y="2922588"/>
          <p14:tracePt t="33877" x="3322638" y="2895600"/>
          <p14:tracePt t="33887" x="3322638" y="2871788"/>
          <p14:tracePt t="33897" x="3322638" y="2844800"/>
          <p14:tracePt t="33907" x="3322638" y="2822575"/>
          <p14:tracePt t="33917" x="3322638" y="2794000"/>
          <p14:tracePt t="33927" x="3322638" y="2765425"/>
          <p14:tracePt t="33937" x="3322638" y="2736850"/>
          <p14:tracePt t="33947" x="3333750" y="2709863"/>
          <p14:tracePt t="33957" x="3344863" y="2676525"/>
          <p14:tracePt t="33967" x="3355975" y="2652713"/>
          <p14:tracePt t="33977" x="3367088" y="2630488"/>
          <p14:tracePt t="33987" x="3378200" y="2608263"/>
          <p14:tracePt t="33997" x="3389313" y="2586038"/>
          <p14:tracePt t="34007" x="3400425" y="2563813"/>
          <p14:tracePt t="34017" x="3417888" y="2535238"/>
          <p14:tracePt t="34027" x="3440113" y="2501900"/>
          <p14:tracePt t="34037" x="3473450" y="2466975"/>
          <p14:tracePt t="34047" x="3506788" y="2422525"/>
          <p14:tracePt t="34057" x="3546475" y="2382838"/>
          <p14:tracePt t="34067" x="3592513" y="2344738"/>
          <p14:tracePt t="34077" x="3636963" y="2309813"/>
          <p14:tracePt t="34087" x="3687763" y="2276475"/>
          <p14:tracePt t="34097" x="3738563" y="2243138"/>
          <p14:tracePt t="34107" x="3789363" y="2214563"/>
          <p14:tracePt t="34117" x="3827463" y="2185988"/>
          <p14:tracePt t="34127" x="3867150" y="2170113"/>
          <p14:tracePt t="34137" x="3889375" y="2152650"/>
          <p14:tracePt t="34147" x="3917950" y="2136775"/>
          <p14:tracePt t="34157" x="3940175" y="2119313"/>
          <p14:tracePt t="34167" x="3962400" y="2108200"/>
          <p14:tracePt t="34177" x="3979863" y="2097088"/>
          <p14:tracePt t="34187" x="4002088" y="2090738"/>
          <p14:tracePt t="34197" x="4019550" y="2079625"/>
          <p14:tracePt t="34207" x="4041775" y="2068513"/>
          <p14:tracePt t="34217" x="4064000" y="2063750"/>
          <p14:tracePt t="34227" x="4086225" y="2057400"/>
          <p14:tracePt t="34237" x="4108450" y="2051050"/>
          <p14:tracePt t="34247" x="4130675" y="2046288"/>
          <p14:tracePt t="34257" x="4154488" y="2039938"/>
          <p14:tracePt t="34267" x="4170363" y="2035175"/>
          <p14:tracePt t="34277" x="4187825" y="2028825"/>
          <p14:tracePt t="34287" x="4210050" y="2024063"/>
          <p14:tracePt t="34297" x="4232275" y="2017713"/>
          <p14:tracePt t="34307" x="4265613" y="2006600"/>
          <p14:tracePt t="34317" x="4316413" y="2001838"/>
          <p14:tracePt t="34327" x="4367213" y="1990725"/>
          <p14:tracePt t="34337" x="4418013" y="1973263"/>
          <p14:tracePt t="34347" x="4468813" y="1962150"/>
          <p14:tracePt t="34357" x="4513263" y="1955800"/>
          <p14:tracePt t="34367" x="4564063" y="1944688"/>
          <p14:tracePt t="34377" x="4621213" y="1939925"/>
          <p14:tracePt t="34387" x="4694238" y="1933575"/>
          <p14:tracePt t="34397" x="4789488" y="1922463"/>
          <p14:tracePt t="34407" x="4867275" y="1922463"/>
          <p14:tracePt t="34417" x="4946650" y="1922463"/>
          <p14:tracePt t="34427" x="5019675" y="1911350"/>
          <p14:tracePt t="34437" x="5092700" y="1911350"/>
          <p14:tracePt t="34447" x="5176838" y="1905000"/>
          <p14:tracePt t="34457" x="5256213" y="1905000"/>
          <p14:tracePt t="34467" x="5329238" y="1911350"/>
          <p14:tracePt t="34477" x="5395913" y="1916113"/>
          <p14:tracePt t="34487" x="5457825" y="1928813"/>
          <p14:tracePt t="34497" x="5519738" y="1933575"/>
          <p14:tracePt t="34507" x="5575300" y="1944688"/>
          <p14:tracePt t="34517" x="5637213" y="1951038"/>
          <p14:tracePt t="34527" x="5699125" y="1955800"/>
          <p14:tracePt t="34537" x="5749925" y="1955800"/>
          <p14:tracePt t="34547" x="5807075" y="1962150"/>
          <p14:tracePt t="34557" x="5868988" y="1962150"/>
          <p14:tracePt t="34567" x="5942013" y="1966913"/>
          <p14:tracePt t="34577" x="6008688" y="1978025"/>
          <p14:tracePt t="34587" x="6076950" y="1995488"/>
          <p14:tracePt t="34597" x="6132513" y="2012950"/>
          <p14:tracePt t="34607" x="6183313" y="2024063"/>
          <p14:tracePt t="34617" x="6223000" y="2039938"/>
          <p14:tracePt t="34627" x="6256338" y="2051050"/>
          <p14:tracePt t="34637" x="6289675" y="2068513"/>
          <p14:tracePt t="34647" x="6357938" y="2101850"/>
          <p14:tracePt t="34657" x="6475413" y="2159000"/>
          <p14:tracePt t="34667" x="6677025" y="2243138"/>
          <p14:tracePt t="34677" x="6891338" y="2333625"/>
          <p14:tracePt t="34687" x="7092950" y="2400300"/>
          <p14:tracePt t="34697" x="7262813" y="2462213"/>
          <p14:tracePt t="34707" x="7386638" y="2501900"/>
          <p14:tracePt t="34717" x="7481888" y="2535238"/>
          <p14:tracePt t="34727" x="7532688" y="2552700"/>
          <p14:tracePt t="34737" x="7566025" y="2563813"/>
          <p14:tracePt t="34747" x="7583488" y="2568575"/>
          <p14:tracePt t="34765" x="7583488" y="2574925"/>
          <p14:tracePt t="34771" x="7588250" y="2574925"/>
          <p14:tracePt t="34777" x="7588250" y="2579688"/>
          <p14:tracePt t="34787" x="7588250" y="2590800"/>
          <p14:tracePt t="34797" x="7588250" y="2630488"/>
          <p14:tracePt t="34807" x="7588250" y="2670175"/>
          <p14:tracePt t="34817" x="7599363" y="2749550"/>
          <p14:tracePt t="34827" x="7605713" y="2838450"/>
          <p14:tracePt t="34837" x="7605713" y="2933700"/>
          <p14:tracePt t="34847" x="7605713" y="3024188"/>
          <p14:tracePt t="34857" x="7605713" y="3119438"/>
          <p14:tracePt t="34867" x="7605713" y="3209925"/>
          <p14:tracePt t="34877" x="7610475" y="3294063"/>
          <p14:tracePt t="34878" x="7610475" y="3311525"/>
          <p14:tracePt t="34887" x="7610475" y="3367088"/>
          <p14:tracePt t="34897" x="7610475" y="3435350"/>
          <p14:tracePt t="34907" x="7599363" y="3490913"/>
          <p14:tracePt t="34917" x="7599363" y="3541713"/>
          <p14:tracePt t="34927" x="7594600" y="3592513"/>
          <p14:tracePt t="34937" x="7588250" y="3619500"/>
          <p14:tracePt t="34947" x="7588250" y="3648075"/>
          <p14:tracePt t="34957" x="7583488" y="3665538"/>
          <p14:tracePt t="34967" x="7583488" y="3681413"/>
          <p14:tracePt t="34977" x="7577138" y="3705225"/>
          <p14:tracePt t="34987" x="7570788" y="3721100"/>
          <p14:tracePt t="34997" x="7559675" y="3749675"/>
          <p14:tracePt t="35007" x="7554913" y="3760788"/>
          <p14:tracePt t="35017" x="7554913" y="3771900"/>
          <p14:tracePt t="35027" x="7548563" y="3771900"/>
          <p14:tracePt t="35040" x="7548563" y="3778250"/>
          <p14:tracePt t="35173" x="7548563" y="3783013"/>
          <p14:tracePt t="35183" x="7548563" y="3789363"/>
          <p14:tracePt t="35187" x="7548563" y="3794125"/>
          <p14:tracePt t="35188" x="7548563" y="3800475"/>
          <p14:tracePt t="35197" x="7548563" y="3805238"/>
          <p14:tracePt t="35207" x="7554913" y="3827463"/>
          <p14:tracePt t="35217" x="7559675" y="3844925"/>
          <p14:tracePt t="35227" x="7566025" y="3867150"/>
          <p14:tracePt t="35237" x="7566025" y="3884613"/>
          <p14:tracePt t="35247" x="7570788" y="3906838"/>
          <p14:tracePt t="35257" x="7577138" y="3917950"/>
          <p14:tracePt t="35273" x="7577138" y="3924300"/>
          <p14:tracePt t="35277" x="7583488" y="3924300"/>
          <p14:tracePt t="35289" x="7583488" y="3929063"/>
          <p14:tracePt t="35299" x="7583488" y="3935413"/>
          <p14:tracePt t="35313" x="7588250" y="3940175"/>
          <p14:tracePt t="35325" x="7588250" y="3946525"/>
          <p14:tracePt t="35333" x="7588250" y="3951288"/>
          <p14:tracePt t="35339" x="7588250" y="3957638"/>
          <p14:tracePt t="35347" x="7594600" y="3962400"/>
          <p14:tracePt t="35357" x="7594600" y="3986213"/>
          <p14:tracePt t="35367" x="7594600" y="4002088"/>
          <p14:tracePt t="35377" x="7594600" y="4013200"/>
          <p14:tracePt t="35387" x="7594600" y="4030663"/>
          <p14:tracePt t="35397" x="7594600" y="4041775"/>
          <p14:tracePt t="35407" x="7594600" y="4059238"/>
          <p14:tracePt t="35417" x="7594600" y="4064000"/>
          <p14:tracePt t="35427" x="7594600" y="4081463"/>
          <p14:tracePt t="35437" x="7594600" y="4092575"/>
          <p14:tracePt t="35447" x="7594600" y="4103688"/>
          <p14:tracePt t="35457" x="7594600" y="4108450"/>
          <p14:tracePt t="35467" x="7594600" y="4114800"/>
          <p14:tracePt t="35477" x="7594600" y="4121150"/>
          <p14:tracePt t="41151" x="7594600" y="4114800"/>
          <p14:tracePt t="41155" x="7594600" y="4108450"/>
          <p14:tracePt t="41158" x="7594600" y="4097338"/>
          <p14:tracePt t="41167" x="7583488" y="4030663"/>
          <p14:tracePt t="41178" x="7566025" y="3929063"/>
          <p14:tracePt t="41187" x="7548563" y="3838575"/>
          <p14:tracePt t="41197" x="7532688" y="3765550"/>
          <p14:tracePt t="41207" x="7504113" y="3709988"/>
          <p14:tracePt t="41217" x="7475538" y="3648075"/>
          <p14:tracePt t="41227" x="7424738" y="3575050"/>
          <p14:tracePt t="41237" x="7358063" y="3473450"/>
          <p14:tracePt t="41247" x="7278688" y="3373438"/>
          <p14:tracePt t="41257" x="7216775" y="3327400"/>
          <p14:tracePt t="41267" x="7167563" y="3316288"/>
          <p14:tracePt t="41277" x="7127875" y="3322638"/>
          <p14:tracePt t="41287" x="7065963" y="3355975"/>
          <p14:tracePt t="41297" x="6992938" y="3389313"/>
          <p14:tracePt t="41307" x="6919913" y="3422650"/>
          <p14:tracePt t="41317" x="6846888" y="3446463"/>
          <p14:tracePt t="41327" x="6784975" y="3462338"/>
          <p14:tracePt t="41337" x="6723063" y="3473450"/>
          <p14:tracePt t="41347" x="6672263" y="3484563"/>
          <p14:tracePt t="41357" x="6616700" y="3495675"/>
          <p14:tracePt t="41367" x="6548438" y="3508375"/>
          <p14:tracePt t="41377" x="6457950" y="3519488"/>
          <p14:tracePt t="41387" x="6357938" y="3524250"/>
          <p14:tracePt t="41397" x="6223000" y="3530600"/>
          <p14:tracePt t="41407" x="6081713" y="3530600"/>
          <p14:tracePt t="41417" x="5924550" y="3530600"/>
          <p14:tracePt t="41427" x="5778500" y="3530600"/>
          <p14:tracePt t="41437" x="5575300" y="3524250"/>
          <p14:tracePt t="41447" x="5329238" y="3513138"/>
          <p14:tracePt t="41457" x="5064125" y="3495675"/>
          <p14:tracePt t="41468" x="4789488" y="3473450"/>
          <p14:tracePt t="41477" x="4508500" y="3435350"/>
          <p14:tracePt t="41487" x="4216400" y="3384550"/>
          <p14:tracePt t="41497" x="3917950" y="3311525"/>
          <p14:tracePt t="41507" x="3614738" y="3227388"/>
          <p14:tracePt t="41517" x="3367088" y="3152775"/>
          <p14:tracePt t="41527" x="3203575" y="3097213"/>
          <p14:tracePt t="41537" x="3159125" y="3079750"/>
          <p14:tracePt t="41547" x="3152775" y="3074988"/>
          <p14:tracePt t="41564" x="3148013" y="3074988"/>
          <p14:tracePt t="41569" x="3148013" y="3068638"/>
          <p14:tracePt t="41594" x="3148013" y="3063875"/>
          <p14:tracePt t="41649" x="3159125" y="3063875"/>
          <p14:tracePt t="41650" x="3163888" y="3063875"/>
          <p14:tracePt t="41657" x="3187700" y="3063875"/>
          <p14:tracePt t="41667" x="3287713" y="3079750"/>
          <p14:tracePt t="41677" x="3429000" y="3108325"/>
          <p14:tracePt t="41687" x="3603625" y="3148013"/>
          <p14:tracePt t="41697" x="3760788" y="3198813"/>
          <p14:tracePt t="41707" x="3895725" y="3232150"/>
          <p14:tracePt t="41717" x="3973513" y="3254375"/>
          <p14:tracePt t="41727" x="4030663" y="3271838"/>
          <p14:tracePt t="41737" x="4057650" y="3282950"/>
          <p14:tracePt t="41747" x="4075113" y="3287713"/>
          <p14:tracePt t="41757" x="4075113" y="3294063"/>
          <p14:tracePt t="41776" x="4081463" y="3294063"/>
          <p14:tracePt t="41778" x="4081463" y="3300413"/>
          <p14:tracePt t="41790" x="4081463" y="3305175"/>
          <p14:tracePt t="41797" x="4086225" y="3305175"/>
          <p14:tracePt t="41807" x="4097338" y="3316288"/>
          <p14:tracePt t="41817" x="4114800" y="3327400"/>
          <p14:tracePt t="41827" x="4125913" y="3338513"/>
          <p14:tracePt t="41837" x="4154488" y="3355975"/>
          <p14:tracePt t="41847" x="4181475" y="3362325"/>
          <p14:tracePt t="41857" x="4210050" y="3373438"/>
          <p14:tracePt t="41867" x="4216400" y="3378200"/>
          <p14:tracePt t="41877" x="4227513" y="3378200"/>
          <p14:tracePt t="41887" x="4238625" y="3378200"/>
          <p14:tracePt t="41897" x="4243388" y="3384550"/>
          <p14:tracePt t="41907" x="4260850" y="3389313"/>
          <p14:tracePt t="41917" x="4289425" y="3406775"/>
          <p14:tracePt t="41927" x="4322763" y="3417888"/>
          <p14:tracePt t="41937" x="4351338" y="3435350"/>
          <p14:tracePt t="41947" x="4373563" y="3440113"/>
          <p14:tracePt t="41957" x="4389438" y="3451225"/>
          <p14:tracePt t="41967" x="4406900" y="3457575"/>
          <p14:tracePt t="41977" x="4429125" y="3468688"/>
          <p14:tracePt t="41987" x="4468813" y="3479800"/>
          <p14:tracePt t="41997" x="4508500" y="3490913"/>
          <p14:tracePt t="42007" x="4524375" y="3495675"/>
          <p14:tracePt t="42018" x="4530725" y="3502025"/>
          <p14:tracePt t="42027" x="4535488" y="3502025"/>
          <p14:tracePt t="42037" x="4541838" y="3508375"/>
          <p14:tracePt t="42049" x="4548188" y="3508375"/>
          <p14:tracePt t="42067" x="4548188" y="3513138"/>
          <p14:tracePt t="42089" x="4552950" y="3513138"/>
          <p14:tracePt t="42116" x="4552950" y="3519488"/>
          <p14:tracePt t="42122" x="4559300" y="3524250"/>
          <p14:tracePt t="42127" x="4564063" y="3530600"/>
          <p14:tracePt t="42137" x="4570413" y="3546475"/>
          <p14:tracePt t="42147" x="4586288" y="3570288"/>
          <p14:tracePt t="42157" x="4603750" y="3597275"/>
          <p14:tracePt t="42167" x="4625975" y="3625850"/>
          <p14:tracePt t="42177" x="4643438" y="3648075"/>
          <p14:tracePt t="42187" x="4654550" y="3670300"/>
          <p14:tracePt t="42197" x="4665663" y="3692525"/>
          <p14:tracePt t="42207" x="4676775" y="3709988"/>
          <p14:tracePt t="42217" x="4687888" y="3732213"/>
          <p14:tracePt t="42227" x="4705350" y="3754438"/>
          <p14:tracePt t="42237" x="4710113" y="3765550"/>
          <p14:tracePt t="42247" x="4716463" y="3771900"/>
          <p14:tracePt t="42261" x="4716463" y="3778250"/>
          <p14:tracePt t="42377" x="4716463" y="3783013"/>
          <p14:tracePt t="42379" x="4716463" y="3789363"/>
          <p14:tracePt t="42387" x="4705350" y="3794125"/>
          <p14:tracePt t="42397" x="4694238" y="3811588"/>
          <p14:tracePt t="42408" x="4670425" y="3838575"/>
          <p14:tracePt t="42417" x="4648200" y="3873500"/>
          <p14:tracePt t="42427" x="4621213" y="3900488"/>
          <p14:tracePt t="42437" x="4592638" y="3940175"/>
          <p14:tracePt t="42447" x="4559300" y="3979863"/>
          <p14:tracePt t="42457" x="4519613" y="4013200"/>
          <p14:tracePt t="42467" x="4479925" y="4035425"/>
          <p14:tracePt t="42477" x="4446588" y="4052888"/>
          <p14:tracePt t="42487" x="4424363" y="4070350"/>
          <p14:tracePt t="42497" x="4406900" y="4081463"/>
          <p14:tracePt t="42508" x="4389438" y="4092575"/>
          <p14:tracePt t="42517" x="4378325" y="4103688"/>
          <p14:tracePt t="42527" x="4356100" y="4114800"/>
          <p14:tracePt t="42537" x="4333875" y="4125913"/>
          <p14:tracePt t="42547" x="4305300" y="4143375"/>
          <p14:tracePt t="42557" x="4271963" y="4159250"/>
          <p14:tracePt t="42567" x="4232275" y="4165600"/>
          <p14:tracePt t="42577" x="4187825" y="4176713"/>
          <p14:tracePt t="42587" x="4143375" y="4176713"/>
          <p14:tracePt t="42597" x="4108450" y="4176713"/>
          <p14:tracePt t="42607" x="4081463" y="4176713"/>
          <p14:tracePt t="42617" x="4057650" y="4176713"/>
          <p14:tracePt t="42627" x="4030663" y="4176713"/>
          <p14:tracePt t="42637" x="4002088" y="4170363"/>
          <p14:tracePt t="42647" x="3968750" y="4154488"/>
          <p14:tracePt t="42657" x="3917950" y="4132263"/>
          <p14:tracePt t="42667" x="3873500" y="4097338"/>
          <p14:tracePt t="42677" x="3822700" y="4064000"/>
          <p14:tracePt t="42687" x="3754438" y="4008438"/>
          <p14:tracePt t="42697" x="3709988" y="3968750"/>
          <p14:tracePt t="42707" x="3659188" y="3917950"/>
          <p14:tracePt t="42717" x="3608388" y="3873500"/>
          <p14:tracePt t="42727" x="3552825" y="3816350"/>
          <p14:tracePt t="42737" x="3506788" y="3771900"/>
          <p14:tracePt t="42747" x="3451225" y="3721100"/>
          <p14:tracePt t="42757" x="3400425" y="3670300"/>
          <p14:tracePt t="42767" x="3349625" y="3614738"/>
          <p14:tracePt t="42777" x="3305175" y="3570288"/>
          <p14:tracePt t="42787" x="3271838" y="3519488"/>
          <p14:tracePt t="42797" x="3238500" y="3473450"/>
          <p14:tracePt t="42807" x="3214688" y="3417888"/>
          <p14:tracePt t="42817" x="3192463" y="3367088"/>
          <p14:tracePt t="42827" x="3176588" y="3305175"/>
          <p14:tracePt t="42837" x="3159125" y="3243263"/>
          <p14:tracePt t="42847" x="3136900" y="3187700"/>
          <p14:tracePt t="42857" x="3114675" y="3130550"/>
          <p14:tracePt t="42867" x="3103563" y="3079750"/>
          <p14:tracePt t="42877" x="3079750" y="3035300"/>
          <p14:tracePt t="42887" x="3068638" y="2979738"/>
          <p14:tracePt t="42897" x="3057525" y="2928938"/>
          <p14:tracePt t="42907" x="3057525" y="2878138"/>
          <p14:tracePt t="42917" x="3052763" y="2838450"/>
          <p14:tracePt t="42927" x="3052763" y="2805113"/>
          <p14:tracePt t="42937" x="3052763" y="2776538"/>
          <p14:tracePt t="42947" x="3052763" y="2754313"/>
          <p14:tracePt t="42957" x="3052763" y="2725738"/>
          <p14:tracePt t="42967" x="3052763" y="2709863"/>
          <p14:tracePt t="42977" x="3057525" y="2692400"/>
          <p14:tracePt t="42987" x="3057525" y="2663825"/>
          <p14:tracePt t="42997" x="3068638" y="2647950"/>
          <p14:tracePt t="43007" x="3074988" y="2625725"/>
          <p14:tracePt t="43017" x="3086100" y="2597150"/>
          <p14:tracePt t="43027" x="3090863" y="2574925"/>
          <p14:tracePt t="43037" x="3108325" y="2552700"/>
          <p14:tracePt t="43047" x="3125788" y="2528888"/>
          <p14:tracePt t="43057" x="3136900" y="2506663"/>
          <p14:tracePt t="43067" x="3148013" y="2484438"/>
          <p14:tracePt t="43077" x="3163888" y="2466975"/>
          <p14:tracePt t="43087" x="3181350" y="2451100"/>
          <p14:tracePt t="43097" x="3203575" y="2428875"/>
          <p14:tracePt t="43107" x="3225800" y="2411413"/>
          <p14:tracePt t="43117" x="3260725" y="2382838"/>
          <p14:tracePt t="43127" x="3311525" y="2355850"/>
          <p14:tracePt t="43137" x="3355975" y="2333625"/>
          <p14:tracePt t="43147" x="3411538" y="2309813"/>
          <p14:tracePt t="43157" x="3462338" y="2287588"/>
          <p14:tracePt t="43167" x="3513138" y="2265363"/>
          <p14:tracePt t="43177" x="3546475" y="2243138"/>
          <p14:tracePt t="43187" x="3575050" y="2225675"/>
          <p14:tracePt t="43197" x="3614738" y="2209800"/>
          <p14:tracePt t="43207" x="3648075" y="2198688"/>
          <p14:tracePt t="43217" x="3681413" y="2181225"/>
          <p14:tracePt t="43227" x="3709988" y="2170113"/>
          <p14:tracePt t="43238" x="3738563" y="2163763"/>
          <p14:tracePt t="43247" x="3760788" y="2159000"/>
          <p14:tracePt t="43257" x="3789363" y="2152650"/>
          <p14:tracePt t="43267" x="3822700" y="2141538"/>
          <p14:tracePt t="43277" x="3867150" y="2136775"/>
          <p14:tracePt t="43287" x="3906838" y="2130425"/>
          <p14:tracePt t="43297" x="3940175" y="2124075"/>
          <p14:tracePt t="43307" x="3979863" y="2119313"/>
          <p14:tracePt t="43317" x="4013200" y="2119313"/>
          <p14:tracePt t="43327" x="4057650" y="2108200"/>
          <p14:tracePt t="43337" x="4103688" y="2101850"/>
          <p14:tracePt t="43347" x="4148138" y="2097088"/>
          <p14:tracePt t="43357" x="4181475" y="2090738"/>
          <p14:tracePt t="43367" x="4210050" y="2085975"/>
          <p14:tracePt t="43377" x="4232275" y="2085975"/>
          <p14:tracePt t="43387" x="4243388" y="2085975"/>
          <p14:tracePt t="43397" x="4254500" y="2085975"/>
          <p14:tracePt t="43407" x="4265613" y="2085975"/>
          <p14:tracePt t="43417" x="4278313" y="2085975"/>
          <p14:tracePt t="43427" x="4283075" y="2085975"/>
          <p14:tracePt t="43437" x="4289425" y="2079625"/>
          <p14:tracePt t="43449" x="4294188" y="2079625"/>
          <p14:tracePt t="43461" x="4300538" y="2079625"/>
          <p14:tracePt t="43467" x="4305300" y="2079625"/>
          <p14:tracePt t="43477" x="4322763" y="2079625"/>
          <p14:tracePt t="43487" x="4338638" y="2079625"/>
          <p14:tracePt t="43497" x="4356100" y="2079625"/>
          <p14:tracePt t="43507" x="4378325" y="2079625"/>
          <p14:tracePt t="43517" x="4406900" y="2074863"/>
          <p14:tracePt t="43527" x="4440238" y="2068513"/>
          <p14:tracePt t="43537" x="4473575" y="2068513"/>
          <p14:tracePt t="43547" x="4508500" y="2057400"/>
          <p14:tracePt t="43557" x="4541838" y="2051050"/>
          <p14:tracePt t="43567" x="4570413" y="2046288"/>
          <p14:tracePt t="43577" x="4597400" y="2046288"/>
          <p14:tracePt t="43587" x="4614863" y="2039938"/>
          <p14:tracePt t="43597" x="4643438" y="2039938"/>
          <p14:tracePt t="43607" x="4665663" y="2028825"/>
          <p14:tracePt t="43617" x="4687888" y="2028825"/>
          <p14:tracePt t="43627" x="4710113" y="2028825"/>
          <p14:tracePt t="43637" x="4727575" y="2024063"/>
          <p14:tracePt t="43647" x="4756150" y="2024063"/>
          <p14:tracePt t="43657" x="4789488" y="2017713"/>
          <p14:tracePt t="43667" x="4840288" y="2017713"/>
          <p14:tracePt t="43677" x="4902200" y="2017713"/>
          <p14:tracePt t="43687" x="4979988" y="2017713"/>
          <p14:tracePt t="43697" x="5053013" y="2017713"/>
          <p14:tracePt t="43707" x="5121275" y="2012950"/>
          <p14:tracePt t="43717" x="5176838" y="2012950"/>
          <p14:tracePt t="43727" x="5221288" y="2012950"/>
          <p14:tracePt t="43737" x="5256213" y="2006600"/>
          <p14:tracePt t="43747" x="5283200" y="2006600"/>
          <p14:tracePt t="43757" x="5307013" y="2012950"/>
          <p14:tracePt t="43767" x="5340350" y="2017713"/>
          <p14:tracePt t="43777" x="5380038" y="2035175"/>
          <p14:tracePt t="43787" x="5435600" y="2051050"/>
          <p14:tracePt t="43797" x="5502275" y="2079625"/>
          <p14:tracePt t="43807" x="5588000" y="2119313"/>
          <p14:tracePt t="43818" x="5699125" y="2163763"/>
          <p14:tracePt t="43827" x="5851525" y="2236788"/>
          <p14:tracePt t="43837" x="6003925" y="2298700"/>
          <p14:tracePt t="43847" x="6149975" y="2360613"/>
          <p14:tracePt t="43857" x="6256338" y="2411413"/>
          <p14:tracePt t="43867" x="6334125" y="2444750"/>
          <p14:tracePt t="43877" x="6391275" y="2479675"/>
          <p14:tracePt t="43887" x="6424613" y="2495550"/>
          <p14:tracePt t="43897" x="6442075" y="2506663"/>
          <p14:tracePt t="43907" x="6464300" y="2513013"/>
          <p14:tracePt t="43917" x="6475413" y="2528888"/>
          <p14:tracePt t="43927" x="6492875" y="2535238"/>
          <p14:tracePt t="43937" x="6508750" y="2552700"/>
          <p14:tracePt t="43947" x="6530975" y="2563813"/>
          <p14:tracePt t="43957" x="6559550" y="2590800"/>
          <p14:tracePt t="43967" x="6599238" y="2625725"/>
          <p14:tracePt t="43977" x="6638925" y="2659063"/>
          <p14:tracePt t="43987" x="6683375" y="2698750"/>
          <p14:tracePt t="43997" x="6723063" y="2736850"/>
          <p14:tracePt t="44007" x="6762750" y="2771775"/>
          <p14:tracePt t="44017" x="6789738" y="2798763"/>
          <p14:tracePt t="44027" x="6829425" y="2833688"/>
          <p14:tracePt t="44037" x="6869113" y="2867025"/>
          <p14:tracePt t="44047" x="6924675" y="2911475"/>
          <p14:tracePt t="44057" x="6986588" y="2957513"/>
          <p14:tracePt t="44067" x="7019925" y="2990850"/>
          <p14:tracePt t="44077" x="7048500" y="3024188"/>
          <p14:tracePt t="44087" x="7077075" y="3041650"/>
          <p14:tracePt t="44097" x="7088188" y="3057525"/>
          <p14:tracePt t="44107" x="7110413" y="3074988"/>
          <p14:tracePt t="44117" x="7132638" y="3103563"/>
          <p14:tracePt t="44127" x="7161213" y="3130550"/>
          <p14:tracePt t="44137" x="7194550" y="3165475"/>
          <p14:tracePt t="44147" x="7223125" y="3198813"/>
          <p14:tracePt t="44157" x="7251700" y="3227388"/>
          <p14:tracePt t="44167" x="7262813" y="3238500"/>
          <p14:tracePt t="44177" x="7273925" y="3254375"/>
          <p14:tracePt t="44187" x="7285038" y="3271838"/>
          <p14:tracePt t="44197" x="7296150" y="3282950"/>
          <p14:tracePt t="44207" x="7307263" y="3294063"/>
          <p14:tracePt t="44217" x="7318375" y="3305175"/>
          <p14:tracePt t="44227" x="7346950" y="3333750"/>
          <p14:tracePt t="44237" x="7391400" y="3378200"/>
          <p14:tracePt t="44247" x="7448550" y="3435350"/>
          <p14:tracePt t="44257" x="7515225" y="3490913"/>
          <p14:tracePt t="44267" x="7566025" y="3535363"/>
          <p14:tracePt t="44277" x="7605713" y="3575050"/>
          <p14:tracePt t="44287" x="7621588" y="3592513"/>
          <p14:tracePt t="44297" x="7632700" y="3608388"/>
          <p14:tracePt t="44307" x="7639050" y="3614738"/>
          <p14:tracePt t="44317" x="7643813" y="3619500"/>
          <p14:tracePt t="44327" x="7643813" y="3625850"/>
          <p14:tracePt t="44337" x="7650163" y="3630613"/>
          <p14:tracePt t="44347" x="7656513" y="3636963"/>
          <p14:tracePt t="44357" x="7656513" y="3643313"/>
          <p14:tracePt t="44401" x="7656513" y="3648075"/>
          <p14:tracePt t="44713" x="7661275" y="3643313"/>
          <p14:tracePt t="44721" x="7667625" y="3636963"/>
          <p14:tracePt t="44727" x="7672388" y="3636963"/>
          <p14:tracePt t="44733" x="7678738" y="3636963"/>
          <p14:tracePt t="44737" x="7678738" y="3630613"/>
          <p14:tracePt t="44748" x="7672388" y="3630613"/>
          <p14:tracePt t="44757" x="7656513" y="3643313"/>
          <p14:tracePt t="44767" x="7627938" y="3665538"/>
          <p14:tracePt t="44777" x="7621588" y="3681413"/>
          <p14:tracePt t="46417" x="7627938" y="3681413"/>
          <p14:tracePt t="46421" x="7632700" y="3681413"/>
          <p14:tracePt t="46427" x="7656513" y="3681413"/>
          <p14:tracePt t="46437" x="7718425" y="3681413"/>
          <p14:tracePt t="46447" x="7773988" y="3676650"/>
          <p14:tracePt t="46457" x="7829550" y="3670300"/>
          <p14:tracePt t="46467" x="7886700" y="3670300"/>
          <p14:tracePt t="46477" x="7953375" y="3670300"/>
          <p14:tracePt t="46487" x="8048625" y="3665538"/>
          <p14:tracePt t="46497" x="8156575" y="3665538"/>
          <p14:tracePt t="46507" x="8269288" y="3670300"/>
          <p14:tracePt t="46517" x="8342313" y="3670300"/>
          <p14:tracePt t="46527" x="8380413" y="3670300"/>
          <p14:tracePt t="46537" x="8397875" y="3670300"/>
          <p14:tracePt t="46547" x="8402638" y="3670300"/>
          <p14:tracePt t="46557" x="8391525" y="3676650"/>
          <p14:tracePt t="46567" x="8329613" y="3676650"/>
          <p14:tracePt t="46577" x="8240713" y="3676650"/>
          <p14:tracePt t="46587" x="8150225" y="3681413"/>
          <p14:tracePt t="46597" x="8139113" y="3681413"/>
          <p14:tracePt t="46607" x="8134350" y="3681413"/>
          <p14:tracePt t="47895" x="8139113" y="3676650"/>
          <p14:tracePt t="47897" x="8145463" y="3676650"/>
          <p14:tracePt t="47899" x="8156575" y="3676650"/>
          <p14:tracePt t="47907" x="8183563" y="3665538"/>
          <p14:tracePt t="47917" x="8207375" y="3654425"/>
          <p14:tracePt t="47928" x="8207375" y="3648075"/>
          <p14:tracePt t="47937" x="8207375" y="3643313"/>
          <p14:tracePt t="47947" x="8212138" y="3643313"/>
          <p14:tracePt t="61031" x="8212138" y="3648075"/>
          <p14:tracePt t="61035" x="8212138" y="3659188"/>
          <p14:tracePt t="61037" x="8212138" y="3665538"/>
          <p14:tracePt t="61048" x="8207375" y="3705225"/>
          <p14:tracePt t="61057" x="8172450" y="3749675"/>
          <p14:tracePt t="61067" x="8121650" y="3811588"/>
          <p14:tracePt t="61078" x="8054975" y="3873500"/>
          <p14:tracePt t="61087" x="8015288" y="3917950"/>
          <p14:tracePt t="61098" x="7964488" y="3957638"/>
          <p14:tracePt t="61107" x="7959725" y="3957638"/>
          <p14:tracePt t="61117" x="7953375" y="3957638"/>
          <p14:tracePt t="61139" x="7953375" y="3962400"/>
          <p14:tracePt t="61185" x="7953375" y="3968750"/>
          <p14:tracePt t="62531" x="7953375" y="3973513"/>
          <p14:tracePt t="62532" x="7959725" y="3973513"/>
          <p14:tracePt t="62537" x="7964488" y="3986213"/>
          <p14:tracePt t="62547" x="7986713" y="4008438"/>
          <p14:tracePt t="62557" x="8015288" y="4035425"/>
          <p14:tracePt t="62567" x="8054975" y="4059238"/>
          <p14:tracePt t="62577" x="8088313" y="4075113"/>
          <p14:tracePt t="62588" x="8128000" y="4086225"/>
          <p14:tracePt t="62597" x="8145463" y="4097338"/>
          <p14:tracePt t="62607" x="8150225" y="4097338"/>
          <p14:tracePt t="62629" x="8150225" y="4103688"/>
          <p14:tracePt t="62636" x="8150225" y="4108450"/>
          <p14:tracePt t="62640" x="8145463" y="4108450"/>
          <p14:tracePt t="62647" x="8145463" y="4121150"/>
          <p14:tracePt t="62657" x="8150225" y="4132263"/>
          <p14:tracePt t="62667" x="8161338" y="4148138"/>
          <p14:tracePt t="62677" x="8167688" y="4159250"/>
          <p14:tracePt t="62687" x="8172450" y="4165600"/>
          <p14:tracePt t="62697" x="8178800" y="4176713"/>
          <p14:tracePt t="62707" x="8178800" y="4187825"/>
          <p14:tracePt t="62717" x="8178800" y="4198938"/>
          <p14:tracePt t="62727" x="8178800" y="4205288"/>
          <p14:tracePt t="62738" x="8178800" y="4216400"/>
          <p14:tracePt t="62747" x="8178800" y="4221163"/>
          <p14:tracePt t="62791" x="8178800" y="4227513"/>
          <p14:tracePt t="62961" x="8178800" y="4232275"/>
          <p14:tracePt t="63031" x="8178800" y="4238625"/>
          <p14:tracePt t="63073" x="8172450" y="4238625"/>
          <p14:tracePt t="63074" x="8172450" y="4243388"/>
          <p14:tracePt t="63103" x="8167688" y="4243388"/>
          <p14:tracePt t="64101" x="8172450" y="4249738"/>
          <p14:tracePt t="64102" x="8172450" y="4256088"/>
          <p14:tracePt t="64107" x="8183563" y="4267200"/>
          <p14:tracePt t="64117" x="8234363" y="4340225"/>
          <p14:tracePt t="64128" x="8335963" y="4446588"/>
          <p14:tracePt t="64137" x="8515350" y="4598988"/>
          <p14:tracePt t="64147" x="8723313" y="4749800"/>
          <p14:tracePt t="64158" x="8959850" y="4906963"/>
          <p14:tracePt t="64167" x="9218613" y="5070475"/>
          <p14:tracePt t="64177" x="9499600" y="5245100"/>
          <p14:tracePt t="64188" x="9904413" y="5468938"/>
          <p14:tracePt t="64197" x="10455275" y="5773738"/>
          <p14:tracePt t="64208" x="11096625" y="6092825"/>
          <p14:tracePt t="64217" x="11809413" y="6424613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E4CB5-B048-0095-CAB7-ECA02F157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Lobes of the Cerebral Cortex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00620-36A9-6043-F285-D53A5C6FE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2050" name="Picture 2" descr="Surface Anatomy of the Brain">
            <a:extLst>
              <a:ext uri="{FF2B5EF4-FFF2-40B4-BE49-F238E27FC236}">
                <a16:creationId xmlns:a16="http://schemas.microsoft.com/office/drawing/2014/main" id="{1D1647FD-D194-6DBD-E606-1F007F2255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36"/>
          <a:stretch>
            <a:fillRect/>
          </a:stretch>
        </p:blipFill>
        <p:spPr bwMode="auto">
          <a:xfrm>
            <a:off x="593226" y="2078127"/>
            <a:ext cx="10677897" cy="353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25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2310"/>
    </mc:Choice>
    <mc:Fallback xmlns="">
      <p:transition spd="slow" advTm="252310"/>
    </mc:Fallback>
  </mc:AlternateContent>
  <p:extLst>
    <p:ext uri="{3A86A75C-4F4B-4683-9AE1-C65F6400EC91}">
      <p14:laserTraceLst xmlns:p14="http://schemas.microsoft.com/office/powerpoint/2010/main">
        <p14:tracePtLst>
          <p14:tracePt t="1955" x="12068175" y="4867275"/>
          <p14:tracePt t="1961" x="11877675" y="4953000"/>
          <p14:tracePt t="1971" x="11528425" y="5087938"/>
          <p14:tracePt t="1981" x="11169650" y="5238750"/>
          <p14:tracePt t="1991" x="10820400" y="5384800"/>
          <p14:tracePt t="2001" x="10499725" y="5530850"/>
          <p14:tracePt t="2011" x="10152063" y="5661025"/>
          <p14:tracePt t="2021" x="9875838" y="5784850"/>
          <p14:tracePt t="2031" x="9555163" y="5884863"/>
          <p14:tracePt t="2041" x="9212263" y="5970588"/>
          <p14:tracePt t="2051" x="8864600" y="6030913"/>
          <p14:tracePt t="2061" x="8537575" y="6070600"/>
          <p14:tracePt t="2071" x="8229600" y="6099175"/>
          <p14:tracePt t="2081" x="7959725" y="6099175"/>
          <p14:tracePt t="2091" x="7734300" y="6099175"/>
          <p14:tracePt t="2101" x="7548563" y="6076950"/>
          <p14:tracePt t="2111" x="7413625" y="6054725"/>
          <p14:tracePt t="2121" x="7340600" y="6043613"/>
          <p14:tracePt t="2131" x="7289800" y="6037263"/>
          <p14:tracePt t="2141" x="7262813" y="6030913"/>
          <p14:tracePt t="2151" x="7256463" y="6026150"/>
          <p14:tracePt t="2161" x="7251700" y="6026150"/>
          <p14:tracePt t="2206" x="7245350" y="6026150"/>
          <p14:tracePt t="2234" x="7245350" y="6019800"/>
          <p14:tracePt t="2280" x="7240588" y="6019800"/>
          <p14:tracePt t="2284" x="7240588" y="6015038"/>
          <p14:tracePt t="5358" x="7240588" y="6008688"/>
          <p14:tracePt t="5360" x="7234238" y="6003925"/>
          <p14:tracePt t="5371" x="7212013" y="5970588"/>
          <p14:tracePt t="5381" x="7172325" y="5924550"/>
          <p14:tracePt t="5391" x="7116763" y="5873750"/>
          <p14:tracePt t="5401" x="7065963" y="5822950"/>
          <p14:tracePt t="5411" x="7026275" y="5789613"/>
          <p14:tracePt t="5421" x="7008813" y="5767388"/>
          <p14:tracePt t="5431" x="6997700" y="5762625"/>
          <p14:tracePt t="5441" x="6992938" y="5749925"/>
          <p14:tracePt t="5451" x="6992938" y="5738813"/>
          <p14:tracePt t="5470" x="6986588" y="5734050"/>
          <p14:tracePt t="5472" x="6981825" y="5734050"/>
          <p14:tracePt t="5481" x="6935788" y="5734050"/>
          <p14:tracePt t="5491" x="6897688" y="5716588"/>
          <p14:tracePt t="5501" x="6884988" y="5716588"/>
          <p14:tracePt t="6178" x="6880225" y="5716588"/>
          <p14:tracePt t="6180" x="6873875" y="5716588"/>
          <p14:tracePt t="6182" x="6869113" y="5722938"/>
          <p14:tracePt t="6191" x="6862763" y="5738813"/>
          <p14:tracePt t="6201" x="6818313" y="5749925"/>
          <p14:tracePt t="6211" x="6800850" y="5756275"/>
          <p14:tracePt t="6221" x="6789738" y="5767388"/>
          <p14:tracePt t="6231" x="6789738" y="5778500"/>
          <p14:tracePt t="6241" x="6784975" y="5784850"/>
          <p14:tracePt t="6251" x="6773863" y="5789613"/>
          <p14:tracePt t="6261" x="6745288" y="5789613"/>
          <p14:tracePt t="6271" x="6705600" y="5800725"/>
          <p14:tracePt t="6281" x="6654800" y="5807075"/>
          <p14:tracePt t="6291" x="6599238" y="5818188"/>
          <p14:tracePt t="6301" x="6542088" y="5822950"/>
          <p14:tracePt t="6311" x="6497638" y="5829300"/>
          <p14:tracePt t="6321" x="6475413" y="5840413"/>
          <p14:tracePt t="6331" x="6464300" y="5840413"/>
          <p14:tracePt t="6344" x="6457950" y="5840413"/>
          <p14:tracePt t="6360" x="6457950" y="5846763"/>
          <p14:tracePt t="7264" x="6453188" y="5846763"/>
          <p14:tracePt t="7268" x="6446838" y="5840413"/>
          <p14:tracePt t="7271" x="6442075" y="5835650"/>
          <p14:tracePt t="7281" x="6384925" y="5778500"/>
          <p14:tracePt t="7291" x="6300788" y="5688013"/>
          <p14:tracePt t="7301" x="6200775" y="5592763"/>
          <p14:tracePt t="7311" x="6110288" y="5492750"/>
          <p14:tracePt t="7321" x="6019800" y="5384800"/>
          <p14:tracePt t="7331" x="5935663" y="5289550"/>
          <p14:tracePt t="7341" x="5868988" y="5194300"/>
          <p14:tracePt t="7351" x="5795963" y="5110163"/>
          <p14:tracePt t="7361" x="5722938" y="5019675"/>
          <p14:tracePt t="7371" x="5661025" y="4946650"/>
          <p14:tracePt t="7381" x="5592763" y="4862513"/>
          <p14:tracePt t="7391" x="5530850" y="4789488"/>
          <p14:tracePt t="7401" x="5468938" y="4727575"/>
          <p14:tracePt t="7411" x="5413375" y="4683125"/>
          <p14:tracePt t="7421" x="5356225" y="4643438"/>
          <p14:tracePt t="7431" x="5307013" y="4614863"/>
          <p14:tracePt t="7441" x="5260975" y="4575175"/>
          <p14:tracePt t="7451" x="5232400" y="4552950"/>
          <p14:tracePt t="7461" x="5216525" y="4537075"/>
          <p14:tracePt t="7471" x="5210175" y="4524375"/>
          <p14:tracePt t="7481" x="5199063" y="4513263"/>
          <p14:tracePt t="7491" x="5187950" y="4502150"/>
          <p14:tracePt t="7501" x="5176838" y="4491038"/>
          <p14:tracePt t="7511" x="5165725" y="4479925"/>
          <p14:tracePt t="7521" x="5154613" y="4468813"/>
          <p14:tracePt t="7531" x="5137150" y="4464050"/>
          <p14:tracePt t="7541" x="5103813" y="4451350"/>
          <p14:tracePt t="7551" x="5059363" y="4440238"/>
          <p14:tracePt t="7561" x="5002213" y="4435475"/>
          <p14:tracePt t="7571" x="4946650" y="4424363"/>
          <p14:tracePt t="7581" x="4889500" y="4424363"/>
          <p14:tracePt t="7591" x="4851400" y="4424363"/>
          <p14:tracePt t="7601" x="4822825" y="4424363"/>
          <p14:tracePt t="7611" x="4794250" y="4424363"/>
          <p14:tracePt t="7621" x="4772025" y="4435475"/>
          <p14:tracePt t="7631" x="4738688" y="4451350"/>
          <p14:tracePt t="7641" x="4699000" y="4468813"/>
          <p14:tracePt t="7651" x="4654550" y="4486275"/>
          <p14:tracePt t="7661" x="4608513" y="4508500"/>
          <p14:tracePt t="7671" x="4592638" y="4513263"/>
          <p14:tracePt t="7681" x="4586288" y="4519613"/>
          <p14:tracePt t="7698" x="4581525" y="4519613"/>
          <p14:tracePt t="7824" x="4575175" y="4519613"/>
          <p14:tracePt t="7866" x="4575175" y="4524375"/>
          <p14:tracePt t="7880" x="4570413" y="4524375"/>
          <p14:tracePt t="7988" x="4564063" y="4524375"/>
          <p14:tracePt t="7996" x="4564063" y="4530725"/>
          <p14:tracePt t="8002" x="4559300" y="4530725"/>
          <p14:tracePt t="8012" x="4552950" y="4530725"/>
          <p14:tracePt t="8022" x="4548188" y="4530725"/>
          <p14:tracePt t="8026" x="4541838" y="4537075"/>
          <p14:tracePt t="8036" x="4535488" y="4537075"/>
          <p14:tracePt t="8066" x="4530725" y="4537075"/>
          <p14:tracePt t="8094" x="4524375" y="4537075"/>
          <p14:tracePt t="8106" x="4519613" y="4537075"/>
          <p14:tracePt t="8128" x="4513263" y="4537075"/>
          <p14:tracePt t="8156" x="4508500" y="4537075"/>
          <p14:tracePt t="8176" x="4502150" y="4537075"/>
          <p14:tracePt t="8184" x="4502150" y="4541838"/>
          <p14:tracePt t="8186" x="4497388" y="4541838"/>
          <p14:tracePt t="8200" x="4491038" y="4541838"/>
          <p14:tracePt t="8212" x="4486275" y="4541838"/>
          <p14:tracePt t="8220" x="4479925" y="4541838"/>
          <p14:tracePt t="8224" x="4473575" y="4541838"/>
          <p14:tracePt t="8234" x="4468813" y="4541838"/>
          <p14:tracePt t="8244" x="4462463" y="4541838"/>
          <p14:tracePt t="8256" x="4457700" y="4541838"/>
          <p14:tracePt t="8270" x="4451350" y="4541838"/>
          <p14:tracePt t="8278" x="4446588" y="4541838"/>
          <p14:tracePt t="8290" x="4446588" y="4537075"/>
          <p14:tracePt t="8294" x="4440238" y="4537075"/>
          <p14:tracePt t="8302" x="4435475" y="4537075"/>
          <p14:tracePt t="8311" x="4424363" y="4537075"/>
          <p14:tracePt t="8322" x="4418013" y="4537075"/>
          <p14:tracePt t="8354" x="4413250" y="4537075"/>
          <p14:tracePt t="8360" x="4413250" y="4530725"/>
          <p14:tracePt t="8378" x="4406900" y="4530725"/>
          <p14:tracePt t="8384" x="4400550" y="4530725"/>
          <p14:tracePt t="8392" x="4395788" y="4530725"/>
          <p14:tracePt t="8394" x="4389438" y="4530725"/>
          <p14:tracePt t="8401" x="4378325" y="4530725"/>
          <p14:tracePt t="8411" x="4367213" y="4530725"/>
          <p14:tracePt t="8421" x="4362450" y="4530725"/>
          <p14:tracePt t="8431" x="4356100" y="4530725"/>
          <p14:tracePt t="8441" x="4351338" y="4530725"/>
          <p14:tracePt t="8454" x="4344988" y="4530725"/>
          <p14:tracePt t="8461" x="4338638" y="4530725"/>
          <p14:tracePt t="8471" x="4327525" y="4530725"/>
          <p14:tracePt t="8481" x="4311650" y="4530725"/>
          <p14:tracePt t="8491" x="4300538" y="4530725"/>
          <p14:tracePt t="8501" x="4283075" y="4530725"/>
          <p14:tracePt t="8511" x="4265613" y="4530725"/>
          <p14:tracePt t="8521" x="4254500" y="4530725"/>
          <p14:tracePt t="8531" x="4243388" y="4530725"/>
          <p14:tracePt t="8541" x="4232275" y="4530725"/>
          <p14:tracePt t="8551" x="4221163" y="4530725"/>
          <p14:tracePt t="8561" x="4205288" y="4524375"/>
          <p14:tracePt t="8571" x="4187825" y="4524375"/>
          <p14:tracePt t="8581" x="4176713" y="4519613"/>
          <p14:tracePt t="8591" x="4170363" y="4519613"/>
          <p14:tracePt t="8612" x="4165600" y="4519613"/>
          <p14:tracePt t="8638" x="4165600" y="4513263"/>
          <p14:tracePt t="8676" x="4159250" y="4513263"/>
          <p14:tracePt t="8710" x="4159250" y="4508500"/>
          <p14:tracePt t="8716" x="4159250" y="4502150"/>
          <p14:tracePt t="8721" x="4159250" y="4497388"/>
          <p14:tracePt t="8731" x="4159250" y="4486275"/>
          <p14:tracePt t="8741" x="4154488" y="4457700"/>
          <p14:tracePt t="8751" x="4154488" y="4413250"/>
          <p14:tracePt t="8761" x="4148138" y="4373563"/>
          <p14:tracePt t="8771" x="4148138" y="4333875"/>
          <p14:tracePt t="8781" x="4148138" y="4289425"/>
          <p14:tracePt t="8791" x="4148138" y="4249738"/>
          <p14:tracePt t="8801" x="4148138" y="4198938"/>
          <p14:tracePt t="8811" x="4148138" y="4154488"/>
          <p14:tracePt t="8821" x="4148138" y="4108450"/>
          <p14:tracePt t="8831" x="4148138" y="4070350"/>
          <p14:tracePt t="8841" x="4148138" y="4035425"/>
          <p14:tracePt t="8851" x="4148138" y="4008438"/>
          <p14:tracePt t="8861" x="4143375" y="3973513"/>
          <p14:tracePt t="8871" x="4143375" y="3929063"/>
          <p14:tracePt t="8881" x="4143375" y="3889375"/>
          <p14:tracePt t="8891" x="4143375" y="3838575"/>
          <p14:tracePt t="8901" x="4143375" y="3800475"/>
          <p14:tracePt t="8911" x="4143375" y="3765550"/>
          <p14:tracePt t="8921" x="4143375" y="3738563"/>
          <p14:tracePt t="8931" x="4143375" y="3709988"/>
          <p14:tracePt t="8941" x="4143375" y="3692525"/>
          <p14:tracePt t="8951" x="4143375" y="3670300"/>
          <p14:tracePt t="8961" x="4143375" y="3654425"/>
          <p14:tracePt t="8971" x="4143375" y="3643313"/>
          <p14:tracePt t="8981" x="4143375" y="3636963"/>
          <p14:tracePt t="8991" x="4143375" y="3630613"/>
          <p14:tracePt t="9004" x="4148138" y="3625850"/>
          <p14:tracePt t="9018" x="4148138" y="3619500"/>
          <p14:tracePt t="9044" x="4148138" y="3614738"/>
          <p14:tracePt t="9058" x="4148138" y="3608388"/>
          <p14:tracePt t="9064" x="4154488" y="3608388"/>
          <p14:tracePt t="9070" x="4154488" y="3603625"/>
          <p14:tracePt t="9076" x="4159250" y="3603625"/>
          <p14:tracePt t="9081" x="4159250" y="3597275"/>
          <p14:tracePt t="9091" x="4159250" y="3592513"/>
          <p14:tracePt t="9101" x="4165600" y="3586163"/>
          <p14:tracePt t="9111" x="4165600" y="3581400"/>
          <p14:tracePt t="9121" x="4165600" y="3570288"/>
          <p14:tracePt t="9131" x="4170363" y="3570288"/>
          <p14:tracePt t="9141" x="4170363" y="3563938"/>
          <p14:tracePt t="9151" x="4176713" y="3557588"/>
          <p14:tracePt t="9161" x="4176713" y="3546475"/>
          <p14:tracePt t="9171" x="4181475" y="3541713"/>
          <p14:tracePt t="9181" x="4187825" y="3535363"/>
          <p14:tracePt t="9200" x="4192588" y="3530600"/>
          <p14:tracePt t="9216" x="4192588" y="3524250"/>
          <p14:tracePt t="9228" x="4198938" y="3524250"/>
          <p14:tracePt t="9234" x="4198938" y="3519488"/>
          <p14:tracePt t="9244" x="4205288" y="3519488"/>
          <p14:tracePt t="9246" x="4210050" y="3519488"/>
          <p14:tracePt t="9251" x="4210050" y="3513138"/>
          <p14:tracePt t="9261" x="4221163" y="3502025"/>
          <p14:tracePt t="9271" x="4232275" y="3495675"/>
          <p14:tracePt t="9281" x="4238625" y="3490913"/>
          <p14:tracePt t="9291" x="4243388" y="3484563"/>
          <p14:tracePt t="9301" x="4243388" y="3479800"/>
          <p14:tracePt t="9311" x="4254500" y="3479800"/>
          <p14:tracePt t="9321" x="4260850" y="3473450"/>
          <p14:tracePt t="9331" x="4278313" y="3457575"/>
          <p14:tracePt t="9341" x="4283075" y="3451225"/>
          <p14:tracePt t="9351" x="4300538" y="3440113"/>
          <p14:tracePt t="9361" x="4311650" y="3435350"/>
          <p14:tracePt t="9371" x="4322763" y="3422650"/>
          <p14:tracePt t="9381" x="4333875" y="3417888"/>
          <p14:tracePt t="9391" x="4351338" y="3406775"/>
          <p14:tracePt t="9401" x="4362450" y="3395663"/>
          <p14:tracePt t="9411" x="4378325" y="3389313"/>
          <p14:tracePt t="9421" x="4384675" y="3384550"/>
          <p14:tracePt t="9431" x="4395788" y="3378200"/>
          <p14:tracePt t="9442" x="4400550" y="3378200"/>
          <p14:tracePt t="9452" x="4406900" y="3378200"/>
          <p14:tracePt t="9468" x="4413250" y="3378200"/>
          <p14:tracePt t="9476" x="4418013" y="3378200"/>
          <p14:tracePt t="9492" x="4424363" y="3378200"/>
          <p14:tracePt t="9508" x="4429125" y="3378200"/>
          <p14:tracePt t="9512" x="4429125" y="3384550"/>
          <p14:tracePt t="9520" x="4429125" y="3389313"/>
          <p14:tracePt t="9522" x="4435475" y="3389313"/>
          <p14:tracePt t="9531" x="4440238" y="3395663"/>
          <p14:tracePt t="9541" x="4451350" y="3395663"/>
          <p14:tracePt t="9551" x="4462463" y="3400425"/>
          <p14:tracePt t="9561" x="4473575" y="3406775"/>
          <p14:tracePt t="9571" x="4486275" y="3411538"/>
          <p14:tracePt t="9581" x="4491038" y="3417888"/>
          <p14:tracePt t="9591" x="4497388" y="3417888"/>
          <p14:tracePt t="9601" x="4508500" y="3422650"/>
          <p14:tracePt t="9611" x="4513263" y="3435350"/>
          <p14:tracePt t="9621" x="4519613" y="3440113"/>
          <p14:tracePt t="9631" x="4530725" y="3451225"/>
          <p14:tracePt t="9641" x="4541838" y="3468688"/>
          <p14:tracePt t="9651" x="4559300" y="3484563"/>
          <p14:tracePt t="9661" x="4581525" y="3513138"/>
          <p14:tracePt t="9671" x="4597400" y="3535363"/>
          <p14:tracePt t="9681" x="4608513" y="3552825"/>
          <p14:tracePt t="9691" x="4621213" y="3570288"/>
          <p14:tracePt t="9701" x="4625975" y="3575050"/>
          <p14:tracePt t="9711" x="4632325" y="3586163"/>
          <p14:tracePt t="9721" x="4637088" y="3592513"/>
          <p14:tracePt t="9731" x="4637088" y="3597275"/>
          <p14:tracePt t="9741" x="4643438" y="3603625"/>
          <p14:tracePt t="9778" x="4643438" y="3608388"/>
          <p14:tracePt t="9784" x="4648200" y="3608388"/>
          <p14:tracePt t="9834" x="4648200" y="3614738"/>
          <p14:tracePt t="9846" x="4648200" y="3619500"/>
          <p14:tracePt t="9852" x="4654550" y="3625850"/>
          <p14:tracePt t="9862" x="4654550" y="3630613"/>
          <p14:tracePt t="9870" x="4659313" y="3636963"/>
          <p14:tracePt t="9878" x="4665663" y="3643313"/>
          <p14:tracePt t="9881" x="4665663" y="3648075"/>
          <p14:tracePt t="9891" x="4670425" y="3659188"/>
          <p14:tracePt t="9901" x="4676775" y="3670300"/>
          <p14:tracePt t="9911" x="4681538" y="3681413"/>
          <p14:tracePt t="9921" x="4687888" y="3692525"/>
          <p14:tracePt t="9931" x="4694238" y="3709988"/>
          <p14:tracePt t="9941" x="4705350" y="3732213"/>
          <p14:tracePt t="9951" x="4716463" y="3743325"/>
          <p14:tracePt t="9961" x="4716463" y="3754438"/>
          <p14:tracePt t="9971" x="4716463" y="3771900"/>
          <p14:tracePt t="9981" x="4727575" y="3794125"/>
          <p14:tracePt t="9991" x="4743450" y="3816350"/>
          <p14:tracePt t="10001" x="4749800" y="3838575"/>
          <p14:tracePt t="10011" x="4756150" y="3856038"/>
          <p14:tracePt t="10021" x="4767263" y="3873500"/>
          <p14:tracePt t="10031" x="4767263" y="3895725"/>
          <p14:tracePt t="10041" x="4772025" y="3913188"/>
          <p14:tracePt t="10051" x="4783138" y="3935413"/>
          <p14:tracePt t="10061" x="4789488" y="3962400"/>
          <p14:tracePt t="10071" x="4800600" y="3990975"/>
          <p14:tracePt t="10081" x="4805363" y="4019550"/>
          <p14:tracePt t="10091" x="4805363" y="4041775"/>
          <p14:tracePt t="10101" x="4811713" y="4064000"/>
          <p14:tracePt t="10111" x="4811713" y="4086225"/>
          <p14:tracePt t="10121" x="4811713" y="4103688"/>
          <p14:tracePt t="10131" x="4811713" y="4121150"/>
          <p14:tracePt t="10141" x="4811713" y="4137025"/>
          <p14:tracePt t="10151" x="4811713" y="4159250"/>
          <p14:tracePt t="10161" x="4811713" y="4165600"/>
          <p14:tracePt t="10171" x="4811713" y="4181475"/>
          <p14:tracePt t="10181" x="4811713" y="4187825"/>
          <p14:tracePt t="10191" x="4811713" y="4198938"/>
          <p14:tracePt t="10201" x="4805363" y="4205288"/>
          <p14:tracePt t="10211" x="4805363" y="4210050"/>
          <p14:tracePt t="10221" x="4805363" y="4216400"/>
          <p14:tracePt t="10231" x="4805363" y="4221163"/>
          <p14:tracePt t="10241" x="4800600" y="4227513"/>
          <p14:tracePt t="10251" x="4800600" y="4232275"/>
          <p14:tracePt t="10274" x="4794250" y="4232275"/>
          <p14:tracePt t="10288" x="4794250" y="4238625"/>
          <p14:tracePt t="10350" x="4800600" y="4238625"/>
          <p14:tracePt t="10358" x="4805363" y="4238625"/>
          <p14:tracePt t="10362" x="4811713" y="4238625"/>
          <p14:tracePt t="10371" x="4840288" y="4243388"/>
          <p14:tracePt t="10381" x="4924425" y="4260850"/>
          <p14:tracePt t="10391" x="5059363" y="4283075"/>
          <p14:tracePt t="10401" x="5278438" y="4305300"/>
          <p14:tracePt t="10411" x="5519738" y="4322763"/>
          <p14:tracePt t="10421" x="5789613" y="4340225"/>
          <p14:tracePt t="10431" x="6076950" y="4356100"/>
          <p14:tracePt t="10441" x="6380163" y="4378325"/>
          <p14:tracePt t="10451" x="6700838" y="4395788"/>
          <p14:tracePt t="10461" x="7043738" y="4406900"/>
          <p14:tracePt t="10471" x="7402513" y="4413250"/>
          <p14:tracePt t="10481" x="7751763" y="4413250"/>
          <p14:tracePt t="10491" x="8083550" y="4402138"/>
          <p14:tracePt t="10501" x="8364538" y="4362450"/>
          <p14:tracePt t="10511" x="8583613" y="4322763"/>
          <p14:tracePt t="10521" x="8751888" y="4283075"/>
          <p14:tracePt t="10531" x="8869363" y="4256088"/>
          <p14:tracePt t="10541" x="8920163" y="4238625"/>
          <p14:tracePt t="10551" x="8931275" y="4232275"/>
          <p14:tracePt t="10572" x="8937625" y="4232275"/>
          <p14:tracePt t="10598" x="8937625" y="4227513"/>
          <p14:tracePt t="10630" x="8937625" y="4221163"/>
          <p14:tracePt t="10652" x="8942388" y="4221163"/>
          <p14:tracePt t="10656" x="8948738" y="4221163"/>
          <p14:tracePt t="10661" x="8959850" y="4221163"/>
          <p14:tracePt t="10671" x="8999538" y="4221163"/>
          <p14:tracePt t="10681" x="9061450" y="4221163"/>
          <p14:tracePt t="10691" x="9123363" y="4221163"/>
          <p14:tracePt t="10701" x="9190038" y="4210050"/>
          <p14:tracePt t="10711" x="9296400" y="4205288"/>
          <p14:tracePt t="10721" x="9375775" y="4221163"/>
          <p14:tracePt t="10731" x="9444038" y="4249738"/>
          <p14:tracePt t="10741" x="9493250" y="4278313"/>
          <p14:tracePt t="10751" x="9532938" y="4316413"/>
          <p14:tracePt t="10761" x="9550400" y="4340225"/>
          <p14:tracePt t="10771" x="9561513" y="4362450"/>
          <p14:tracePt t="10781" x="9572625" y="4367213"/>
          <p14:tracePt t="10791" x="9572625" y="4373563"/>
          <p14:tracePt t="10801" x="9578975" y="4378325"/>
          <p14:tracePt t="10811" x="9583738" y="4384675"/>
          <p14:tracePt t="10821" x="9594850" y="4391025"/>
          <p14:tracePt t="10831" x="9617075" y="4395788"/>
          <p14:tracePt t="10841" x="9652000" y="4406900"/>
          <p14:tracePt t="10851" x="9696450" y="4413250"/>
          <p14:tracePt t="10861" x="9736138" y="4424363"/>
          <p14:tracePt t="10871" x="9780588" y="4424363"/>
          <p14:tracePt t="10881" x="9809163" y="4429125"/>
          <p14:tracePt t="10882" x="9813925" y="4429125"/>
          <p14:tracePt t="10896" x="9820275" y="4429125"/>
          <p14:tracePt t="10944" x="9825038" y="4429125"/>
          <p14:tracePt t="11120" x="9820275" y="4429125"/>
          <p14:tracePt t="11128" x="9813925" y="4429125"/>
          <p14:tracePt t="11132" x="9809163" y="4429125"/>
          <p14:tracePt t="11141" x="9791700" y="4429125"/>
          <p14:tracePt t="11151" x="9758363" y="4429125"/>
          <p14:tracePt t="11161" x="9718675" y="4429125"/>
          <p14:tracePt t="11171" x="9674225" y="4429125"/>
          <p14:tracePt t="11181" x="9617075" y="4424363"/>
          <p14:tracePt t="11191" x="9544050" y="4413250"/>
          <p14:tracePt t="11201" x="9477375" y="4402138"/>
          <p14:tracePt t="11211" x="9382125" y="4378325"/>
          <p14:tracePt t="11221" x="9309100" y="4362450"/>
          <p14:tracePt t="11231" x="9236075" y="4340225"/>
          <p14:tracePt t="11241" x="9167813" y="4322763"/>
          <p14:tracePt t="11251" x="9105900" y="4289425"/>
          <p14:tracePt t="11261" x="9050338" y="4260850"/>
          <p14:tracePt t="11271" x="9021763" y="4238625"/>
          <p14:tracePt t="11281" x="9004300" y="4221163"/>
          <p14:tracePt t="11291" x="8982075" y="4198938"/>
          <p14:tracePt t="11301" x="8959850" y="4165600"/>
          <p14:tracePt t="11311" x="8937625" y="4125913"/>
          <p14:tracePt t="11321" x="8915400" y="4086225"/>
          <p14:tracePt t="11331" x="8904288" y="4059238"/>
          <p14:tracePt t="11341" x="8897938" y="4041775"/>
          <p14:tracePt t="11351" x="8893175" y="4024313"/>
          <p14:tracePt t="11361" x="8886825" y="4008438"/>
          <p14:tracePt t="11371" x="8880475" y="3990975"/>
          <p14:tracePt t="11381" x="8869363" y="3973513"/>
          <p14:tracePt t="11391" x="8864600" y="3951288"/>
          <p14:tracePt t="11401" x="8858250" y="3924300"/>
          <p14:tracePt t="11411" x="8858250" y="3906838"/>
          <p14:tracePt t="11421" x="8858250" y="3895725"/>
          <p14:tracePt t="11431" x="8858250" y="3884613"/>
          <p14:tracePt t="11441" x="8853488" y="3873500"/>
          <p14:tracePt t="11451" x="8853488" y="3856038"/>
          <p14:tracePt t="11461" x="8853488" y="3844925"/>
          <p14:tracePt t="11471" x="8853488" y="3822700"/>
          <p14:tracePt t="11481" x="8853488" y="3800475"/>
          <p14:tracePt t="11491" x="8853488" y="3771900"/>
          <p14:tracePt t="11501" x="8858250" y="3738563"/>
          <p14:tracePt t="11511" x="8864600" y="3698875"/>
          <p14:tracePt t="11521" x="8875713" y="3659188"/>
          <p14:tracePt t="11531" x="8886825" y="3630613"/>
          <p14:tracePt t="11541" x="8904288" y="3603625"/>
          <p14:tracePt t="11551" x="8915400" y="3586163"/>
          <p14:tracePt t="11561" x="8926513" y="3570288"/>
          <p14:tracePt t="11571" x="8937625" y="3552825"/>
          <p14:tracePt t="11581" x="8942388" y="3541713"/>
          <p14:tracePt t="11591" x="8948738" y="3535363"/>
          <p14:tracePt t="11601" x="8953500" y="3524250"/>
          <p14:tracePt t="11611" x="8953500" y="3519488"/>
          <p14:tracePt t="11621" x="8966200" y="3508375"/>
          <p14:tracePt t="11631" x="8970963" y="3495675"/>
          <p14:tracePt t="11641" x="8977313" y="3479800"/>
          <p14:tracePt t="11651" x="8988425" y="3468688"/>
          <p14:tracePt t="11661" x="8993188" y="3457575"/>
          <p14:tracePt t="11671" x="8999538" y="3451225"/>
          <p14:tracePt t="11681" x="8999538" y="3446463"/>
          <p14:tracePt t="11691" x="9004300" y="3446463"/>
          <p14:tracePt t="11701" x="9010650" y="3440113"/>
          <p14:tracePt t="11711" x="9010650" y="3435350"/>
          <p14:tracePt t="11721" x="9015413" y="3435350"/>
          <p14:tracePt t="11731" x="9021763" y="3429000"/>
          <p14:tracePt t="11741" x="9039225" y="3417888"/>
          <p14:tracePt t="11751" x="9050338" y="3406775"/>
          <p14:tracePt t="11761" x="9066213" y="3395663"/>
          <p14:tracePt t="11771" x="9083675" y="3384550"/>
          <p14:tracePt t="11781" x="9101138" y="3367088"/>
          <p14:tracePt t="11791" x="9112250" y="3362325"/>
          <p14:tracePt t="11801" x="9128125" y="3349625"/>
          <p14:tracePt t="11811" x="9134475" y="3344863"/>
          <p14:tracePt t="11821" x="9145588" y="3338513"/>
          <p14:tracePt t="11831" x="9150350" y="3338513"/>
          <p14:tracePt t="11841" x="9150350" y="3333750"/>
          <p14:tracePt t="11858" x="9156700" y="3333750"/>
          <p14:tracePt t="11914" x="9163050" y="3333750"/>
          <p14:tracePt t="11918" x="9167813" y="3333750"/>
          <p14:tracePt t="11922" x="9174163" y="3333750"/>
          <p14:tracePt t="11931" x="9196388" y="3322638"/>
          <p14:tracePt t="11941" x="9236075" y="3316288"/>
          <p14:tracePt t="11951" x="9285288" y="3311525"/>
          <p14:tracePt t="11961" x="9320213" y="3311525"/>
          <p14:tracePt t="11971" x="9353550" y="3311525"/>
          <p14:tracePt t="11981" x="9382125" y="3311525"/>
          <p14:tracePt t="11991" x="9398000" y="3311525"/>
          <p14:tracePt t="12001" x="9409113" y="3311525"/>
          <p14:tracePt t="12011" x="9420225" y="3311525"/>
          <p14:tracePt t="12021" x="9426575" y="3311525"/>
          <p14:tracePt t="12031" x="9431338" y="3311525"/>
          <p14:tracePt t="12041" x="9437688" y="3311525"/>
          <p14:tracePt t="12051" x="9444038" y="3322638"/>
          <p14:tracePt t="12061" x="9455150" y="3327400"/>
          <p14:tracePt t="12071" x="9471025" y="3333750"/>
          <p14:tracePt t="12081" x="9488488" y="3344863"/>
          <p14:tracePt t="12091" x="9499600" y="3355975"/>
          <p14:tracePt t="12101" x="9517063" y="3367088"/>
          <p14:tracePt t="12111" x="9528175" y="3373438"/>
          <p14:tracePt t="12121" x="9539288" y="3384550"/>
          <p14:tracePt t="12131" x="9555163" y="3400425"/>
          <p14:tracePt t="12141" x="9566275" y="3422650"/>
          <p14:tracePt t="12151" x="9583738" y="3446463"/>
          <p14:tracePt t="12161" x="9601200" y="3468688"/>
          <p14:tracePt t="12171" x="9617075" y="3495675"/>
          <p14:tracePt t="12181" x="9639300" y="3530600"/>
          <p14:tracePt t="12191" x="9667875" y="3570288"/>
          <p14:tracePt t="12201" x="9696450" y="3608388"/>
          <p14:tracePt t="12211" x="9725025" y="3648075"/>
          <p14:tracePt t="12221" x="9740900" y="3676650"/>
          <p14:tracePt t="12231" x="9763125" y="3709988"/>
          <p14:tracePt t="12241" x="9780588" y="3738563"/>
          <p14:tracePt t="12251" x="9791700" y="3760788"/>
          <p14:tracePt t="12261" x="9809163" y="3783013"/>
          <p14:tracePt t="12271" x="9825038" y="3805238"/>
          <p14:tracePt t="12281" x="9836150" y="3822700"/>
          <p14:tracePt t="12291" x="9842500" y="3838575"/>
          <p14:tracePt t="12301" x="9847263" y="3851275"/>
          <p14:tracePt t="12311" x="9853613" y="3862388"/>
          <p14:tracePt t="12321" x="9859963" y="3873500"/>
          <p14:tracePt t="12331" x="9864725" y="3878263"/>
          <p14:tracePt t="12341" x="9864725" y="3889375"/>
          <p14:tracePt t="12351" x="9871075" y="3900488"/>
          <p14:tracePt t="12361" x="9871075" y="3913188"/>
          <p14:tracePt t="12371" x="9875838" y="3929063"/>
          <p14:tracePt t="12381" x="9882188" y="3951288"/>
          <p14:tracePt t="12391" x="9886950" y="3968750"/>
          <p14:tracePt t="12401" x="9886950" y="3997325"/>
          <p14:tracePt t="12411" x="9893300" y="4041775"/>
          <p14:tracePt t="12421" x="9898063" y="4075113"/>
          <p14:tracePt t="12431" x="9904413" y="4114800"/>
          <p14:tracePt t="12441" x="9904413" y="4154488"/>
          <p14:tracePt t="12451" x="9904413" y="4187825"/>
          <p14:tracePt t="12461" x="9904413" y="4216400"/>
          <p14:tracePt t="12471" x="9904413" y="4238625"/>
          <p14:tracePt t="12481" x="9904413" y="4256088"/>
          <p14:tracePt t="12491" x="9904413" y="4278313"/>
          <p14:tracePt t="12501" x="9904413" y="4300538"/>
          <p14:tracePt t="12511" x="9904413" y="4322763"/>
          <p14:tracePt t="12521" x="9904413" y="4351338"/>
          <p14:tracePt t="12531" x="9904413" y="4378325"/>
          <p14:tracePt t="12541" x="9904413" y="4402138"/>
          <p14:tracePt t="12551" x="9904413" y="4429125"/>
          <p14:tracePt t="12561" x="9904413" y="4440238"/>
          <p14:tracePt t="12571" x="9904413" y="4446588"/>
          <p14:tracePt t="12581" x="9904413" y="4451350"/>
          <p14:tracePt t="12591" x="9904413" y="4457700"/>
          <p14:tracePt t="12634" x="9904413" y="4464050"/>
          <p14:tracePt t="12724" x="9898063" y="4464050"/>
          <p14:tracePt t="12740" x="9893300" y="4464050"/>
          <p14:tracePt t="12752" x="9886950" y="4464050"/>
          <p14:tracePt t="12754" x="9886950" y="4457700"/>
          <p14:tracePt t="12761" x="9882188" y="4457700"/>
          <p14:tracePt t="12771" x="9875838" y="4451350"/>
          <p14:tracePt t="12781" x="9871075" y="4446588"/>
          <p14:tracePt t="12791" x="9859963" y="4446588"/>
          <p14:tracePt t="12801" x="9853613" y="4446588"/>
          <p14:tracePt t="12811" x="9842500" y="4446588"/>
          <p14:tracePt t="12821" x="9825038" y="4446588"/>
          <p14:tracePt t="12831" x="9809163" y="4446588"/>
          <p14:tracePt t="12841" x="9791700" y="4446588"/>
          <p14:tracePt t="12851" x="9780588" y="4446588"/>
          <p14:tracePt t="12861" x="9769475" y="4440238"/>
          <p14:tracePt t="12871" x="9752013" y="4435475"/>
          <p14:tracePt t="12881" x="9729788" y="4424363"/>
          <p14:tracePt t="12891" x="9696450" y="4413250"/>
          <p14:tracePt t="12901" x="9674225" y="4402138"/>
          <p14:tracePt t="12911" x="9656763" y="4384675"/>
          <p14:tracePt t="12921" x="9634538" y="4362450"/>
          <p14:tracePt t="12931" x="9605963" y="4329113"/>
          <p14:tracePt t="12941" x="9578975" y="4289425"/>
          <p14:tracePt t="12951" x="9539288" y="4243388"/>
          <p14:tracePt t="12961" x="9510713" y="4205288"/>
          <p14:tracePt t="12971" x="9477375" y="4170363"/>
          <p14:tracePt t="12981" x="9459913" y="4148138"/>
          <p14:tracePt t="12991" x="9444038" y="4132263"/>
          <p14:tracePt t="13001" x="9431338" y="4121150"/>
          <p14:tracePt t="13011" x="9420225" y="4108450"/>
          <p14:tracePt t="13021" x="9409113" y="4103688"/>
          <p14:tracePt t="13031" x="9398000" y="4092575"/>
          <p14:tracePt t="13041" x="9386888" y="4081463"/>
          <p14:tracePt t="13051" x="9382125" y="4075113"/>
          <p14:tracePt t="13061" x="9375775" y="4070350"/>
          <p14:tracePt t="13071" x="9371013" y="4064000"/>
          <p14:tracePt t="13081" x="9364663" y="4052888"/>
          <p14:tracePt t="13091" x="9353550" y="4048125"/>
          <p14:tracePt t="13101" x="9347200" y="4035425"/>
          <p14:tracePt t="13111" x="9342438" y="4030663"/>
          <p14:tracePt t="13121" x="9336088" y="4024313"/>
          <p14:tracePt t="13131" x="9331325" y="4019550"/>
          <p14:tracePt t="13141" x="9324975" y="4013200"/>
          <p14:tracePt t="13151" x="9320213" y="4008438"/>
          <p14:tracePt t="13161" x="9313863" y="3990975"/>
          <p14:tracePt t="13171" x="9302750" y="3979863"/>
          <p14:tracePt t="13181" x="9291638" y="3962400"/>
          <p14:tracePt t="13191" x="9280525" y="3940175"/>
          <p14:tracePt t="13201" x="9263063" y="3917950"/>
          <p14:tracePt t="13211" x="9258300" y="3900488"/>
          <p14:tracePt t="13221" x="9247188" y="3878263"/>
          <p14:tracePt t="13231" x="9236075" y="3862388"/>
          <p14:tracePt t="13241" x="9229725" y="3838575"/>
          <p14:tracePt t="13251" x="9218613" y="3811588"/>
          <p14:tracePt t="13261" x="9207500" y="3783013"/>
          <p14:tracePt t="13271" x="9196388" y="3754438"/>
          <p14:tracePt t="13281" x="9185275" y="3721100"/>
          <p14:tracePt t="13291" x="9174163" y="3692525"/>
          <p14:tracePt t="13301" x="9167813" y="3670300"/>
          <p14:tracePt t="13311" x="9163050" y="3659188"/>
          <p14:tracePt t="13321" x="9156700" y="3648075"/>
          <p14:tracePt t="13331" x="9156700" y="3643313"/>
          <p14:tracePt t="13341" x="9150350" y="3630613"/>
          <p14:tracePt t="13351" x="9150350" y="3619500"/>
          <p14:tracePt t="13361" x="9150350" y="3608388"/>
          <p14:tracePt t="13371" x="9145588" y="3597275"/>
          <p14:tracePt t="13381" x="9145588" y="3581400"/>
          <p14:tracePt t="13391" x="9145588" y="3570288"/>
          <p14:tracePt t="13401" x="9139238" y="3557588"/>
          <p14:tracePt t="13414" x="9139238" y="3552825"/>
          <p14:tracePt t="13458" x="9139238" y="3546475"/>
          <p14:tracePt t="13472" x="9139238" y="3541713"/>
          <p14:tracePt t="13478" x="9139238" y="3535363"/>
          <p14:tracePt t="13488" x="9139238" y="3530600"/>
          <p14:tracePt t="13510" x="9139238" y="3524250"/>
          <p14:tracePt t="13528" x="9145588" y="3524250"/>
          <p14:tracePt t="13558" x="9150350" y="3524250"/>
          <p14:tracePt t="13564" x="9150350" y="3519488"/>
          <p14:tracePt t="13582" x="9156700" y="3519488"/>
          <p14:tracePt t="13596" x="9156700" y="3513138"/>
          <p14:tracePt t="13598" x="9163050" y="3513138"/>
          <p14:tracePt t="13666" x="9167813" y="3513138"/>
          <p14:tracePt t="13702" x="9174163" y="3513138"/>
          <p14:tracePt t="13726" x="9178925" y="3513138"/>
          <p14:tracePt t="13738" x="9185275" y="3513138"/>
          <p14:tracePt t="13746" x="9190038" y="3513138"/>
          <p14:tracePt t="13756" x="9196388" y="3513138"/>
          <p14:tracePt t="13766" x="9201150" y="3513138"/>
          <p14:tracePt t="13770" x="9207500" y="3513138"/>
          <p14:tracePt t="13778" x="9212263" y="3513138"/>
          <p14:tracePt t="13782" x="9218613" y="3513138"/>
          <p14:tracePt t="13791" x="9229725" y="3513138"/>
          <p14:tracePt t="13801" x="9240838" y="3513138"/>
          <p14:tracePt t="13811" x="9251950" y="3513138"/>
          <p14:tracePt t="13821" x="9263063" y="3513138"/>
          <p14:tracePt t="13831" x="9274175" y="3513138"/>
          <p14:tracePt t="13841" x="9280525" y="3513138"/>
          <p14:tracePt t="13851" x="9291638" y="3513138"/>
          <p14:tracePt t="13861" x="9302750" y="3513138"/>
          <p14:tracePt t="13871" x="9309100" y="3513138"/>
          <p14:tracePt t="13882" x="9324975" y="3513138"/>
          <p14:tracePt t="13891" x="9353550" y="3519488"/>
          <p14:tracePt t="13901" x="9393238" y="3530600"/>
          <p14:tracePt t="13911" x="9431338" y="3541713"/>
          <p14:tracePt t="13921" x="9466263" y="3552825"/>
          <p14:tracePt t="13931" x="9499600" y="3563938"/>
          <p14:tracePt t="13941" x="9528175" y="3575050"/>
          <p14:tracePt t="13951" x="9550400" y="3581400"/>
          <p14:tracePt t="13961" x="9572625" y="3592513"/>
          <p14:tracePt t="13971" x="9601200" y="3608388"/>
          <p14:tracePt t="13981" x="9634538" y="3625850"/>
          <p14:tracePt t="13991" x="9663113" y="3643313"/>
          <p14:tracePt t="14001" x="9696450" y="3659188"/>
          <p14:tracePt t="14011" x="9718675" y="3681413"/>
          <p14:tracePt t="14021" x="9736138" y="3698875"/>
          <p14:tracePt t="14031" x="9752013" y="3716338"/>
          <p14:tracePt t="14041" x="9763125" y="3727450"/>
          <p14:tracePt t="14051" x="9780588" y="3743325"/>
          <p14:tracePt t="14061" x="9791700" y="3760788"/>
          <p14:tracePt t="14071" x="9813925" y="3783013"/>
          <p14:tracePt t="14081" x="9831388" y="3800475"/>
          <p14:tracePt t="14091" x="9859963" y="3833813"/>
          <p14:tracePt t="14101" x="9882188" y="3862388"/>
          <p14:tracePt t="14111" x="9898063" y="3889375"/>
          <p14:tracePt t="14121" x="9909175" y="3913188"/>
          <p14:tracePt t="14131" x="9921875" y="3935413"/>
          <p14:tracePt t="14141" x="9932988" y="3957638"/>
          <p14:tracePt t="14151" x="9932988" y="3973513"/>
          <p14:tracePt t="14161" x="9937750" y="3979863"/>
          <p14:tracePt t="14171" x="9944100" y="3990975"/>
          <p14:tracePt t="14181" x="9944100" y="4002088"/>
          <p14:tracePt t="14191" x="9955213" y="4013200"/>
          <p14:tracePt t="14201" x="9959975" y="4024313"/>
          <p14:tracePt t="14211" x="9959975" y="4035425"/>
          <p14:tracePt t="14221" x="9966325" y="4048125"/>
          <p14:tracePt t="14231" x="9971088" y="4059238"/>
          <p14:tracePt t="14241" x="9977438" y="4075113"/>
          <p14:tracePt t="14251" x="9982200" y="4086225"/>
          <p14:tracePt t="14261" x="9982200" y="4097338"/>
          <p14:tracePt t="14271" x="9988550" y="4114800"/>
          <p14:tracePt t="14281" x="9988550" y="4125913"/>
          <p14:tracePt t="14291" x="9999663" y="4137025"/>
          <p14:tracePt t="14301" x="9999663" y="4148138"/>
          <p14:tracePt t="14311" x="9999663" y="4159250"/>
          <p14:tracePt t="14321" x="10006013" y="4170363"/>
          <p14:tracePt t="14331" x="10006013" y="4181475"/>
          <p14:tracePt t="14341" x="10006013" y="4194175"/>
          <p14:tracePt t="14351" x="10010775" y="4198938"/>
          <p14:tracePt t="14361" x="10010775" y="4210050"/>
          <p14:tracePt t="14371" x="10010775" y="4216400"/>
          <p14:tracePt t="14382" x="10010775" y="4221163"/>
          <p14:tracePt t="14394" x="10010775" y="4227513"/>
          <p14:tracePt t="14402" x="10010775" y="4232275"/>
          <p14:tracePt t="14418" x="10010775" y="4238625"/>
          <p14:tracePt t="14430" x="10010775" y="4243388"/>
          <p14:tracePt t="14442" x="10017125" y="4249738"/>
          <p14:tracePt t="14446" x="10017125" y="4256088"/>
          <p14:tracePt t="14458" x="10017125" y="4260850"/>
          <p14:tracePt t="14470" x="10017125" y="4267200"/>
          <p14:tracePt t="14486" x="10017125" y="4271963"/>
          <p14:tracePt t="14500" x="10017125" y="4278313"/>
          <p14:tracePt t="14524" x="10017125" y="4283075"/>
          <p14:tracePt t="14538" x="10017125" y="4289425"/>
          <p14:tracePt t="14548" x="10017125" y="4294188"/>
          <p14:tracePt t="14552" x="10017125" y="4300538"/>
          <p14:tracePt t="14560" x="10017125" y="4305300"/>
          <p14:tracePt t="14566" x="10010775" y="4305300"/>
          <p14:tracePt t="14571" x="10010775" y="4311650"/>
          <p14:tracePt t="14581" x="10010775" y="4322763"/>
          <p14:tracePt t="14591" x="10006013" y="4329113"/>
          <p14:tracePt t="14601" x="10006013" y="4333875"/>
          <p14:tracePt t="14611" x="9994900" y="4344988"/>
          <p14:tracePt t="14621" x="9994900" y="4351338"/>
          <p14:tracePt t="14631" x="9988550" y="4351338"/>
          <p14:tracePt t="14641" x="9988550" y="4356100"/>
          <p14:tracePt t="14651" x="9982200" y="4362450"/>
          <p14:tracePt t="14661" x="9982200" y="4367213"/>
          <p14:tracePt t="14688" x="9977438" y="4367213"/>
          <p14:tracePt t="14720" x="9971088" y="4367213"/>
          <p14:tracePt t="14880" x="9966325" y="4367213"/>
          <p14:tracePt t="14882" x="9966325" y="4373563"/>
          <p14:tracePt t="14916" x="9959975" y="4373563"/>
          <p14:tracePt t="14934" x="9955213" y="4373563"/>
          <p14:tracePt t="14936" x="9955213" y="4378325"/>
          <p14:tracePt t="14942" x="9948863" y="4378325"/>
          <p14:tracePt t="14954" x="9944100" y="4378325"/>
          <p14:tracePt t="14961" x="9937750" y="4384675"/>
          <p14:tracePt t="14971" x="9926638" y="4384675"/>
          <p14:tracePt t="14981" x="9915525" y="4395788"/>
          <p14:tracePt t="14991" x="9898063" y="4402138"/>
          <p14:tracePt t="15001" x="9886950" y="4402138"/>
          <p14:tracePt t="15011" x="9875838" y="4406900"/>
          <p14:tracePt t="15021" x="9859963" y="4413250"/>
          <p14:tracePt t="15031" x="9842500" y="4418013"/>
          <p14:tracePt t="15041" x="9825038" y="4424363"/>
          <p14:tracePt t="15051" x="9813925" y="4424363"/>
          <p14:tracePt t="15061" x="9802813" y="4429125"/>
          <p14:tracePt t="15080" x="9798050" y="4429125"/>
          <p14:tracePt t="15102" x="9791700" y="4429125"/>
          <p14:tracePt t="15128" x="9786938" y="4429125"/>
          <p14:tracePt t="15136" x="9780588" y="4429125"/>
          <p14:tracePt t="15138" x="9780588" y="4424363"/>
          <p14:tracePt t="15142" x="9774238" y="4424363"/>
          <p14:tracePt t="15151" x="9769475" y="4413250"/>
          <p14:tracePt t="15161" x="9758363" y="4406900"/>
          <p14:tracePt t="15171" x="9747250" y="4402138"/>
          <p14:tracePt t="15181" x="9736138" y="4391025"/>
          <p14:tracePt t="15191" x="9729788" y="4384675"/>
          <p14:tracePt t="15201" x="9718675" y="4378325"/>
          <p14:tracePt t="15211" x="9707563" y="4362450"/>
          <p14:tracePt t="15221" x="9690100" y="4344988"/>
          <p14:tracePt t="15231" x="9674225" y="4329113"/>
          <p14:tracePt t="15241" x="9645650" y="4305300"/>
          <p14:tracePt t="15251" x="9628188" y="4283075"/>
          <p14:tracePt t="15261" x="9605963" y="4260850"/>
          <p14:tracePt t="15271" x="9583738" y="4232275"/>
          <p14:tracePt t="15281" x="9566275" y="4210050"/>
          <p14:tracePt t="15291" x="9550400" y="4187825"/>
          <p14:tracePt t="15301" x="9528175" y="4165600"/>
          <p14:tracePt t="15311" x="9510713" y="4137025"/>
          <p14:tracePt t="15321" x="9488488" y="4114800"/>
          <p14:tracePt t="15331" x="9471025" y="4092575"/>
          <p14:tracePt t="15341" x="9459913" y="4075113"/>
          <p14:tracePt t="15351" x="9448800" y="4059238"/>
          <p14:tracePt t="15361" x="9444038" y="4052888"/>
          <p14:tracePt t="15371" x="9437688" y="4048125"/>
          <p14:tracePt t="15381" x="9437688" y="4035425"/>
          <p14:tracePt t="15391" x="9431338" y="4035425"/>
          <p14:tracePt t="15404" x="9431338" y="4030663"/>
          <p14:tracePt t="15518" x="9431338" y="4024313"/>
          <p14:tracePt t="15532" x="9431338" y="4019550"/>
          <p14:tracePt t="15544" x="9426575" y="4019550"/>
          <p14:tracePt t="15548" x="9426575" y="4013200"/>
          <p14:tracePt t="15566" x="9426575" y="4008438"/>
          <p14:tracePt t="15584" x="9426575" y="4002088"/>
          <p14:tracePt t="15600" x="9426575" y="3997325"/>
          <p14:tracePt t="15612" x="9426575" y="3990975"/>
          <p14:tracePt t="15618" x="9426575" y="3986213"/>
          <p14:tracePt t="15626" x="9426575" y="3979863"/>
          <p14:tracePt t="15632" x="9426575" y="3973513"/>
          <p14:tracePt t="15641" x="9431338" y="3962400"/>
          <p14:tracePt t="15651" x="9444038" y="3946525"/>
          <p14:tracePt t="15661" x="9459913" y="3917950"/>
          <p14:tracePt t="15671" x="9488488" y="3889375"/>
          <p14:tracePt t="15681" x="9521825" y="3856038"/>
          <p14:tracePt t="15691" x="9590088" y="3805238"/>
          <p14:tracePt t="15701" x="9652000" y="3765550"/>
          <p14:tracePt t="15711" x="9713913" y="3738563"/>
          <p14:tracePt t="15721" x="9763125" y="3716338"/>
          <p14:tracePt t="15731" x="9791700" y="3705225"/>
          <p14:tracePt t="15741" x="9798050" y="3698875"/>
          <p14:tracePt t="15751" x="9802813" y="3698875"/>
          <p14:tracePt t="15770" x="9802813" y="3692525"/>
          <p14:tracePt t="15780" x="9809163" y="3692525"/>
          <p14:tracePt t="16440" x="9802813" y="3692525"/>
          <p14:tracePt t="16444" x="9798050" y="3692525"/>
          <p14:tracePt t="16451" x="9791700" y="3692525"/>
          <p14:tracePt t="16461" x="9763125" y="3709988"/>
          <p14:tracePt t="16471" x="9736138" y="3732213"/>
          <p14:tracePt t="16481" x="9690100" y="3760788"/>
          <p14:tracePt t="16491" x="9623425" y="3811588"/>
          <p14:tracePt t="16501" x="9532938" y="3856038"/>
          <p14:tracePt t="16511" x="9444038" y="3900488"/>
          <p14:tracePt t="16521" x="9331325" y="3951288"/>
          <p14:tracePt t="16531" x="9229725" y="3986213"/>
          <p14:tracePt t="16541" x="9128125" y="4024313"/>
          <p14:tracePt t="16551" x="9015413" y="4064000"/>
          <p14:tracePt t="16561" x="8893175" y="4103688"/>
          <p14:tracePt t="16571" x="8751888" y="4143375"/>
          <p14:tracePt t="16581" x="8599488" y="4176713"/>
          <p14:tracePt t="16591" x="8420100" y="4216400"/>
          <p14:tracePt t="16601" x="8178800" y="4267200"/>
          <p14:tracePt t="16611" x="7953375" y="4329113"/>
          <p14:tracePt t="16621" x="7745413" y="4378325"/>
          <p14:tracePt t="16631" x="7566025" y="4429125"/>
          <p14:tracePt t="16641" x="7424738" y="4479925"/>
          <p14:tracePt t="16651" x="7324725" y="4513263"/>
          <p14:tracePt t="16661" x="7251700" y="4537075"/>
          <p14:tracePt t="16671" x="7200900" y="4552950"/>
          <p14:tracePt t="16681" x="7178675" y="4559300"/>
          <p14:tracePt t="16691" x="7167563" y="4559300"/>
          <p14:tracePt t="16712" x="7167563" y="4564063"/>
          <p14:tracePt t="16732" x="7161213" y="4564063"/>
          <p14:tracePt t="16968" x="7154863" y="4564063"/>
          <p14:tracePt t="16976" x="7150100" y="4564063"/>
          <p14:tracePt t="16980" x="7150100" y="4559300"/>
          <p14:tracePt t="16990" x="7143750" y="4559300"/>
          <p14:tracePt t="16994" x="7138988" y="4559300"/>
          <p14:tracePt t="17001" x="7132638" y="4559300"/>
          <p14:tracePt t="17011" x="7121525" y="4548188"/>
          <p14:tracePt t="17021" x="7105650" y="4541838"/>
          <p14:tracePt t="17031" x="7070725" y="4524375"/>
          <p14:tracePt t="17041" x="7032625" y="4502150"/>
          <p14:tracePt t="17051" x="6986588" y="4475163"/>
          <p14:tracePt t="17061" x="6942138" y="4451350"/>
          <p14:tracePt t="17071" x="6902450" y="4424363"/>
          <p14:tracePt t="17081" x="6858000" y="4402138"/>
          <p14:tracePt t="17091" x="6829425" y="4384675"/>
          <p14:tracePt t="17101" x="6811963" y="4373563"/>
          <p14:tracePt t="17111" x="6796088" y="4367213"/>
          <p14:tracePt t="17121" x="6796088" y="4362450"/>
          <p14:tracePt t="17152" x="6789738" y="4362450"/>
          <p14:tracePt t="17296" x="6784975" y="4362450"/>
          <p14:tracePt t="17302" x="6778625" y="4362450"/>
          <p14:tracePt t="17306" x="6773863" y="4362450"/>
          <p14:tracePt t="17311" x="6773863" y="4367213"/>
          <p14:tracePt t="17321" x="6762750" y="4378325"/>
          <p14:tracePt t="17331" x="6756400" y="4391025"/>
          <p14:tracePt t="17341" x="6751638" y="4395788"/>
          <p14:tracePt t="17351" x="6751638" y="4406900"/>
          <p14:tracePt t="17361" x="6751638" y="4429125"/>
          <p14:tracePt t="17371" x="6773863" y="4475163"/>
          <p14:tracePt t="17381" x="6807200" y="4519613"/>
          <p14:tracePt t="17391" x="6846888" y="4564063"/>
          <p14:tracePt t="17401" x="6891338" y="4598988"/>
          <p14:tracePt t="17411" x="6942138" y="4632325"/>
          <p14:tracePt t="17421" x="6975475" y="4643438"/>
          <p14:tracePt t="17431" x="7004050" y="4643438"/>
          <p14:tracePt t="17441" x="7008813" y="4643438"/>
          <p14:tracePt t="17452" x="7015163" y="4643438"/>
          <p14:tracePt t="17461" x="7015163" y="4637088"/>
          <p14:tracePt t="17471" x="7026275" y="4625975"/>
          <p14:tracePt t="17481" x="7032625" y="4586288"/>
          <p14:tracePt t="17491" x="7054850" y="4541838"/>
          <p14:tracePt t="17501" x="7088188" y="4475163"/>
          <p14:tracePt t="17511" x="7127875" y="4406900"/>
          <p14:tracePt t="17521" x="7150100" y="4351338"/>
          <p14:tracePt t="17531" x="7172325" y="4305300"/>
          <p14:tracePt t="17541" x="7178675" y="4260850"/>
          <p14:tracePt t="17551" x="7183438" y="4238625"/>
          <p14:tracePt t="17561" x="7183438" y="4216400"/>
          <p14:tracePt t="17571" x="7183438" y="4194175"/>
          <p14:tracePt t="17581" x="7183438" y="4170363"/>
          <p14:tracePt t="17591" x="7183438" y="4154488"/>
          <p14:tracePt t="17601" x="7183438" y="4143375"/>
          <p14:tracePt t="17611" x="7178675" y="4137025"/>
          <p14:tracePt t="17622" x="7178675" y="4132263"/>
          <p14:tracePt t="17631" x="7172325" y="4132263"/>
          <p14:tracePt t="17641" x="7172325" y="4125913"/>
          <p14:tracePt t="17651" x="7167563" y="4125913"/>
          <p14:tracePt t="17718" x="7167563" y="4132263"/>
          <p14:tracePt t="17724" x="7161213" y="4137025"/>
          <p14:tracePt t="17727" x="7161213" y="4143375"/>
          <p14:tracePt t="17732" x="7161213" y="4154488"/>
          <p14:tracePt t="17741" x="7154863" y="4165600"/>
          <p14:tracePt t="17751" x="7143750" y="4194175"/>
          <p14:tracePt t="17761" x="7138988" y="4221163"/>
          <p14:tracePt t="17771" x="7132638" y="4260850"/>
          <p14:tracePt t="17781" x="7127875" y="4294188"/>
          <p14:tracePt t="17791" x="7127875" y="4316413"/>
          <p14:tracePt t="17801" x="7132638" y="4344988"/>
          <p14:tracePt t="17811" x="7132638" y="4373563"/>
          <p14:tracePt t="17821" x="7132638" y="4378325"/>
          <p14:tracePt t="17831" x="7138988" y="4384675"/>
          <p14:tracePt t="17841" x="7138988" y="4391025"/>
          <p14:tracePt t="17872" x="7138988" y="4395788"/>
          <p14:tracePt t="17890" x="7143750" y="4395788"/>
          <p14:tracePt t="17924" x="7150100" y="4391025"/>
          <p14:tracePt t="17932" x="7150100" y="4384675"/>
          <p14:tracePt t="17940" x="7150100" y="4378325"/>
          <p14:tracePt t="17946" x="7150100" y="4373563"/>
          <p14:tracePt t="17951" x="7150100" y="4367213"/>
          <p14:tracePt t="17961" x="7154863" y="4362450"/>
          <p14:tracePt t="17971" x="7154863" y="4344988"/>
          <p14:tracePt t="17981" x="7150100" y="4333875"/>
          <p14:tracePt t="17991" x="7127875" y="4316413"/>
          <p14:tracePt t="18001" x="7081838" y="4289425"/>
          <p14:tracePt t="18011" x="7004050" y="4267200"/>
          <p14:tracePt t="18021" x="6908800" y="4238625"/>
          <p14:tracePt t="18031" x="6807200" y="4221163"/>
          <p14:tracePt t="18041" x="6672263" y="4205288"/>
          <p14:tracePt t="18051" x="6530975" y="4194175"/>
          <p14:tracePt t="18061" x="6384925" y="4181475"/>
          <p14:tracePt t="18071" x="6296025" y="4181475"/>
          <p14:tracePt t="18081" x="6267450" y="4187825"/>
          <p14:tracePt t="18091" x="6261100" y="4194175"/>
          <p14:tracePt t="18101" x="6256338" y="4198938"/>
          <p14:tracePt t="18111" x="6256338" y="4210050"/>
          <p14:tracePt t="18121" x="6256338" y="4216400"/>
          <p14:tracePt t="18131" x="6267450" y="4249738"/>
          <p14:tracePt t="18141" x="6289675" y="4294188"/>
          <p14:tracePt t="18151" x="6340475" y="4373563"/>
          <p14:tracePt t="18161" x="6430963" y="4464050"/>
          <p14:tracePt t="18171" x="6599238" y="4581525"/>
          <p14:tracePt t="18181" x="6807200" y="4694238"/>
          <p14:tracePt t="18191" x="7019925" y="4772025"/>
          <p14:tracePt t="18201" x="7212013" y="4818063"/>
          <p14:tracePt t="18211" x="7340600" y="4833938"/>
          <p14:tracePt t="18221" x="7402513" y="4833938"/>
          <p14:tracePt t="18231" x="7435850" y="4829175"/>
          <p14:tracePt t="18241" x="7448550" y="4818063"/>
          <p14:tracePt t="18251" x="7459663" y="4811713"/>
          <p14:tracePt t="18261" x="7459663" y="4800600"/>
          <p14:tracePt t="18271" x="7464425" y="4778375"/>
          <p14:tracePt t="18281" x="7464425" y="4756150"/>
          <p14:tracePt t="18291" x="7464425" y="4727575"/>
          <p14:tracePt t="18301" x="7464425" y="4676775"/>
          <p14:tracePt t="18311" x="7459663" y="4632325"/>
          <p14:tracePt t="18321" x="7431088" y="4548188"/>
          <p14:tracePt t="18331" x="7375525" y="4451350"/>
          <p14:tracePt t="18341" x="7289800" y="4340225"/>
          <p14:tracePt t="18351" x="7205663" y="4256088"/>
          <p14:tracePt t="18361" x="7154863" y="4210050"/>
          <p14:tracePt t="18371" x="7132638" y="4194175"/>
          <p14:tracePt t="18381" x="7127875" y="4194175"/>
          <p14:tracePt t="18418" x="7121525" y="4194175"/>
          <p14:tracePt t="18426" x="7116763" y="4194175"/>
          <p14:tracePt t="18428" x="7110413" y="4198938"/>
          <p14:tracePt t="18432" x="7110413" y="4205288"/>
          <p14:tracePt t="18441" x="7088188" y="4227513"/>
          <p14:tracePt t="18451" x="7065963" y="4260850"/>
          <p14:tracePt t="18461" x="7043738" y="4294188"/>
          <p14:tracePt t="18471" x="7008813" y="4333875"/>
          <p14:tracePt t="18481" x="6986588" y="4373563"/>
          <p14:tracePt t="18491" x="6959600" y="4413250"/>
          <p14:tracePt t="18501" x="6931025" y="4457700"/>
          <p14:tracePt t="18511" x="6924675" y="4497388"/>
          <p14:tracePt t="18521" x="6924675" y="4530725"/>
          <p14:tracePt t="18531" x="6935788" y="4548188"/>
          <p14:tracePt t="18541" x="6946900" y="4564063"/>
          <p14:tracePt t="18551" x="6964363" y="4570413"/>
          <p14:tracePt t="18561" x="6975475" y="4575175"/>
          <p14:tracePt t="18571" x="6981825" y="4575175"/>
          <p14:tracePt t="18584" x="6986588" y="4575175"/>
          <p14:tracePt t="18624" x="6981825" y="4575175"/>
          <p14:tracePt t="18626" x="6975475" y="4575175"/>
          <p14:tracePt t="18631" x="6970713" y="4570413"/>
          <p14:tracePt t="18641" x="6924675" y="4552950"/>
          <p14:tracePt t="18651" x="6851650" y="4524375"/>
          <p14:tracePt t="18661" x="6756400" y="4486275"/>
          <p14:tracePt t="18671" x="6627813" y="4440238"/>
          <p14:tracePt t="18681" x="6519863" y="4406900"/>
          <p14:tracePt t="18691" x="6435725" y="4391025"/>
          <p14:tracePt t="18701" x="6413500" y="4384675"/>
          <p14:tracePt t="18712" x="6408738" y="4384675"/>
          <p14:tracePt t="18752" x="6408738" y="4391025"/>
          <p14:tracePt t="18756" x="6413500" y="4395788"/>
          <p14:tracePt t="18761" x="6419850" y="4402138"/>
          <p14:tracePt t="18771" x="6453188" y="4418013"/>
          <p14:tracePt t="18781" x="6492875" y="4440238"/>
          <p14:tracePt t="18791" x="6542088" y="4451350"/>
          <p14:tracePt t="18801" x="6588125" y="4464050"/>
          <p14:tracePt t="18811" x="6627813" y="4468813"/>
          <p14:tracePt t="18821" x="6661150" y="4475163"/>
          <p14:tracePt t="18831" x="6683375" y="4475163"/>
          <p14:tracePt t="18841" x="6705600" y="4468813"/>
          <p14:tracePt t="18851" x="6727825" y="4464050"/>
          <p14:tracePt t="18861" x="6738938" y="4457700"/>
          <p14:tracePt t="18871" x="6751638" y="4446588"/>
          <p14:tracePt t="18881" x="6751638" y="4435475"/>
          <p14:tracePt t="18891" x="6756400" y="4424363"/>
          <p14:tracePt t="18901" x="6762750" y="4406900"/>
          <p14:tracePt t="18911" x="6762750" y="4384675"/>
          <p14:tracePt t="18921" x="6762750" y="4362450"/>
          <p14:tracePt t="18931" x="6762750" y="4344988"/>
          <p14:tracePt t="18944" x="6762750" y="4340225"/>
          <p14:tracePt t="18982" x="6762750" y="4333875"/>
          <p14:tracePt t="18998" x="6767513" y="4333875"/>
          <p14:tracePt t="19006" x="6767513" y="4340225"/>
          <p14:tracePt t="19012" x="6773863" y="4344988"/>
          <p14:tracePt t="19016" x="6773863" y="4351338"/>
          <p14:tracePt t="19021" x="6773863" y="4356100"/>
          <p14:tracePt t="19031" x="6789738" y="4391025"/>
          <p14:tracePt t="19041" x="6800850" y="4424363"/>
          <p14:tracePt t="19051" x="6829425" y="4464050"/>
          <p14:tracePt t="19061" x="6858000" y="4502150"/>
          <p14:tracePt t="19071" x="6880225" y="4541838"/>
          <p14:tracePt t="19081" x="6897688" y="4570413"/>
          <p14:tracePt t="19091" x="6902450" y="4575175"/>
          <p14:tracePt t="19101" x="6908800" y="4575175"/>
          <p14:tracePt t="19118" x="6908800" y="4581525"/>
          <p14:tracePt t="19182" x="6908800" y="4575175"/>
          <p14:tracePt t="19190" x="6908800" y="4570413"/>
          <p14:tracePt t="19192" x="6908800" y="4564063"/>
          <p14:tracePt t="19201" x="6908800" y="4552950"/>
          <p14:tracePt t="19211" x="6891338" y="4530725"/>
          <p14:tracePt t="19221" x="6880225" y="4508500"/>
          <p14:tracePt t="19231" x="6869113" y="4486275"/>
          <p14:tracePt t="19241" x="6869113" y="4479925"/>
          <p14:tracePt t="19251" x="6862763" y="4475163"/>
          <p14:tracePt t="19274" x="6862763" y="4468813"/>
          <p14:tracePt t="19836" x="6862763" y="4464050"/>
          <p14:tracePt t="19840" x="6869113" y="4464050"/>
          <p14:tracePt t="19842" x="6869113" y="4457700"/>
          <p14:tracePt t="19851" x="6873875" y="4451350"/>
          <p14:tracePt t="19851" x="6880225" y="4446588"/>
          <p14:tracePt t="19861" x="6891338" y="4440238"/>
          <p14:tracePt t="19871" x="6919913" y="4418013"/>
          <p14:tracePt t="19881" x="6942138" y="4402138"/>
          <p14:tracePt t="19891" x="6964363" y="4391025"/>
          <p14:tracePt t="19901" x="6992938" y="4384675"/>
          <p14:tracePt t="19911" x="7004050" y="4373563"/>
          <p14:tracePt t="19921" x="7015163" y="4367213"/>
          <p14:tracePt t="19931" x="7019925" y="4367213"/>
          <p14:tracePt t="19941" x="7026275" y="4362450"/>
          <p14:tracePt t="19954" x="7026275" y="4356100"/>
          <p14:tracePt t="19961" x="7032625" y="4356100"/>
          <p14:tracePt t="19971" x="7043738" y="4344988"/>
          <p14:tracePt t="19981" x="7048500" y="4340225"/>
          <p14:tracePt t="19991" x="7059613" y="4329113"/>
          <p14:tracePt t="20001" x="7065963" y="4322763"/>
          <p14:tracePt t="20018" x="7070725" y="4322763"/>
          <p14:tracePt t="20024" x="7070725" y="4316413"/>
          <p14:tracePt t="20052" x="7077075" y="4316413"/>
          <p14:tracePt t="20055" x="7077075" y="4311650"/>
          <p14:tracePt t="20062" x="7081838" y="4311650"/>
          <p14:tracePt t="20071" x="7081838" y="4305300"/>
          <p14:tracePt t="20081" x="7088188" y="4300538"/>
          <p14:tracePt t="20091" x="7088188" y="4294188"/>
          <p14:tracePt t="20102" x="7092950" y="4294188"/>
          <p14:tracePt t="20118" x="7092950" y="4289425"/>
          <p14:tracePt t="20150" x="7099300" y="4289425"/>
          <p14:tracePt t="20152" x="7099300" y="4283075"/>
          <p14:tracePt t="20161" x="7099300" y="4278313"/>
          <p14:tracePt t="20171" x="7110413" y="4271963"/>
          <p14:tracePt t="20181" x="7121525" y="4256088"/>
          <p14:tracePt t="20191" x="7132638" y="4243388"/>
          <p14:tracePt t="20201" x="7143750" y="4232275"/>
          <p14:tracePt t="20211" x="7154863" y="4221163"/>
          <p14:tracePt t="20221" x="7161213" y="4216400"/>
          <p14:tracePt t="20231" x="7167563" y="4210050"/>
          <p14:tracePt t="20241" x="7172325" y="4205288"/>
          <p14:tracePt t="20251" x="7178675" y="4198938"/>
          <p14:tracePt t="20261" x="7183438" y="4194175"/>
          <p14:tracePt t="20271" x="7189788" y="4181475"/>
          <p14:tracePt t="20281" x="7200900" y="4170363"/>
          <p14:tracePt t="20291" x="7212013" y="4159250"/>
          <p14:tracePt t="20301" x="7223125" y="4154488"/>
          <p14:tracePt t="20311" x="7227888" y="4154488"/>
          <p14:tracePt t="20321" x="7227888" y="4148138"/>
          <p14:tracePt t="20331" x="7234238" y="4148138"/>
          <p14:tracePt t="20364" x="7240588" y="4148138"/>
          <p14:tracePt t="20370" x="7245350" y="4148138"/>
          <p14:tracePt t="20374" x="7245350" y="4143375"/>
          <p14:tracePt t="20382" x="7251700" y="4143375"/>
          <p14:tracePt t="20391" x="7256463" y="4137025"/>
          <p14:tracePt t="20401" x="7273925" y="4132263"/>
          <p14:tracePt t="20411" x="7285038" y="4132263"/>
          <p14:tracePt t="20421" x="7296150" y="4125913"/>
          <p14:tracePt t="20431" x="7302500" y="4125913"/>
          <p14:tracePt t="20441" x="7307263" y="4125913"/>
          <p14:tracePt t="20451" x="7318375" y="4121150"/>
          <p14:tracePt t="20461" x="7324725" y="4121150"/>
          <p14:tracePt t="20471" x="7340600" y="4114800"/>
          <p14:tracePt t="20481" x="7351713" y="4108450"/>
          <p14:tracePt t="20491" x="7369175" y="4103688"/>
          <p14:tracePt t="20501" x="7386638" y="4097338"/>
          <p14:tracePt t="20511" x="7402513" y="4092575"/>
          <p14:tracePt t="20521" x="7413625" y="4086225"/>
          <p14:tracePt t="20531" x="7419975" y="4086225"/>
          <p14:tracePt t="20541" x="7424738" y="4081463"/>
          <p14:tracePt t="20551" x="7431088" y="4081463"/>
          <p14:tracePt t="20561" x="7435850" y="4081463"/>
          <p14:tracePt t="20571" x="7442200" y="4070350"/>
          <p14:tracePt t="20581" x="7459663" y="4064000"/>
          <p14:tracePt t="20591" x="7470775" y="4059238"/>
          <p14:tracePt t="20601" x="7486650" y="4048125"/>
          <p14:tracePt t="20611" x="7497763" y="4035425"/>
          <p14:tracePt t="20621" x="7510463" y="4030663"/>
          <p14:tracePt t="20631" x="7515225" y="4019550"/>
          <p14:tracePt t="20641" x="7521575" y="4019550"/>
          <p14:tracePt t="20651" x="7526338" y="4019550"/>
          <p14:tracePt t="20678" x="7526338" y="4013200"/>
          <p14:tracePt t="20682" x="7532688" y="4013200"/>
          <p14:tracePt t="20698" x="7532688" y="4008438"/>
          <p14:tracePt t="20706" x="7537450" y="4008438"/>
          <p14:tracePt t="20712" x="7537450" y="4002088"/>
          <p14:tracePt t="20734" x="7537450" y="3997325"/>
          <p14:tracePt t="20736" x="7543800" y="3997325"/>
          <p14:tracePt t="20756" x="7548563" y="3997325"/>
          <p14:tracePt t="20794" x="7548563" y="3990975"/>
          <p14:tracePt t="20806" x="7554913" y="3990975"/>
          <p14:tracePt t="20816" x="7554913" y="3986213"/>
          <p14:tracePt t="20822" x="7559675" y="3986213"/>
          <p14:tracePt t="20824" x="7559675" y="3979863"/>
          <p14:tracePt t="20836" x="7566025" y="3979863"/>
          <p14:tracePt t="20841" x="7566025" y="3973513"/>
          <p14:tracePt t="20851" x="7570788" y="3973513"/>
          <p14:tracePt t="20861" x="7577138" y="3968750"/>
          <p14:tracePt t="20872" x="7583488" y="3968750"/>
          <p14:tracePt t="20881" x="7583488" y="3962400"/>
          <p14:tracePt t="20891" x="7588250" y="3962400"/>
          <p14:tracePt t="20901" x="7594600" y="3957638"/>
          <p14:tracePt t="20911" x="7605713" y="3951288"/>
          <p14:tracePt t="20921" x="7616825" y="3946525"/>
          <p14:tracePt t="20931" x="7632700" y="3940175"/>
          <p14:tracePt t="20941" x="7643813" y="3935413"/>
          <p14:tracePt t="20951" x="7656513" y="3929063"/>
          <p14:tracePt t="20961" x="7672388" y="3924300"/>
          <p14:tracePt t="20971" x="7678738" y="3917950"/>
          <p14:tracePt t="20981" x="7689850" y="3913188"/>
          <p14:tracePt t="20991" x="7700963" y="3906838"/>
          <p14:tracePt t="21001" x="7705725" y="3906838"/>
          <p14:tracePt t="21011" x="7718425" y="3900488"/>
          <p14:tracePt t="21021" x="7734300" y="3900488"/>
          <p14:tracePt t="21031" x="7745413" y="3895725"/>
          <p14:tracePt t="21041" x="7762875" y="3889375"/>
          <p14:tracePt t="21051" x="7778750" y="3884613"/>
          <p14:tracePt t="21061" x="7802563" y="3878263"/>
          <p14:tracePt t="21071" x="7813675" y="3873500"/>
          <p14:tracePt t="21081" x="7829550" y="3873500"/>
          <p14:tracePt t="21091" x="7835900" y="3862388"/>
          <p14:tracePt t="21101" x="7847013" y="3862388"/>
          <p14:tracePt t="21111" x="7858125" y="3856038"/>
          <p14:tracePt t="21121" x="7869238" y="3856038"/>
          <p14:tracePt t="21131" x="7875588" y="3856038"/>
          <p14:tracePt t="21141" x="7886700" y="3851275"/>
          <p14:tracePt t="21151" x="7897813" y="3851275"/>
          <p14:tracePt t="21161" x="7908925" y="3851275"/>
          <p14:tracePt t="21171" x="7920038" y="3844925"/>
          <p14:tracePt t="21181" x="7926388" y="3844925"/>
          <p14:tracePt t="21191" x="7931150" y="3844925"/>
          <p14:tracePt t="21201" x="7937500" y="3838575"/>
          <p14:tracePt t="21211" x="7942263" y="3838575"/>
          <p14:tracePt t="21221" x="7948613" y="3838575"/>
          <p14:tracePt t="21231" x="7953375" y="3833813"/>
          <p14:tracePt t="21241" x="7964488" y="3833813"/>
          <p14:tracePt t="21251" x="7975600" y="3833813"/>
          <p14:tracePt t="21261" x="7993063" y="3827463"/>
          <p14:tracePt t="21271" x="8010525" y="3827463"/>
          <p14:tracePt t="21281" x="8021638" y="3822700"/>
          <p14:tracePt t="21291" x="8032750" y="3822700"/>
          <p14:tracePt t="21301" x="8037513" y="3822700"/>
          <p14:tracePt t="21311" x="8043863" y="3816350"/>
          <p14:tracePt t="21322" x="8048625" y="3816350"/>
          <p14:tracePt t="21332" x="8054975" y="3816350"/>
          <p14:tracePt t="21344" x="8061325" y="3816350"/>
          <p14:tracePt t="21354" x="8066088" y="3816350"/>
          <p14:tracePt t="21362" x="8072438" y="3816350"/>
          <p14:tracePt t="21371" x="8083550" y="3816350"/>
          <p14:tracePt t="21381" x="8099425" y="3816350"/>
          <p14:tracePt t="21391" x="8110538" y="3816350"/>
          <p14:tracePt t="21401" x="8116888" y="3816350"/>
          <p14:tracePt t="21411" x="8121650" y="3816350"/>
          <p14:tracePt t="21422" x="8128000" y="3816350"/>
          <p14:tracePt t="21438" x="8134350" y="3816350"/>
          <p14:tracePt t="21452" x="8139113" y="3816350"/>
          <p14:tracePt t="21456" x="8145463" y="3816350"/>
          <p14:tracePt t="21464" x="8150225" y="3816350"/>
          <p14:tracePt t="21471" x="8156575" y="3816350"/>
          <p14:tracePt t="21481" x="8172450" y="3816350"/>
          <p14:tracePt t="21491" x="8189913" y="3816350"/>
          <p14:tracePt t="21501" x="8207375" y="3816350"/>
          <p14:tracePt t="21511" x="8218488" y="3816350"/>
          <p14:tracePt t="21521" x="8234363" y="3816350"/>
          <p14:tracePt t="21531" x="8245475" y="3816350"/>
          <p14:tracePt t="21541" x="8256588" y="3816350"/>
          <p14:tracePt t="21551" x="8269288" y="3816350"/>
          <p14:tracePt t="21561" x="8285163" y="3816350"/>
          <p14:tracePt t="21571" x="8296275" y="3816350"/>
          <p14:tracePt t="21581" x="8318500" y="3816350"/>
          <p14:tracePt t="21591" x="8342313" y="3816350"/>
          <p14:tracePt t="21601" x="8364538" y="3816350"/>
          <p14:tracePt t="21611" x="8380413" y="3816350"/>
          <p14:tracePt t="21621" x="8397875" y="3816350"/>
          <p14:tracePt t="21631" x="8408988" y="3822700"/>
          <p14:tracePt t="21641" x="8426450" y="3822700"/>
          <p14:tracePt t="21651" x="8437563" y="3827463"/>
          <p14:tracePt t="21661" x="8459788" y="3838575"/>
          <p14:tracePt t="21671" x="8477250" y="3844925"/>
          <p14:tracePt t="21681" x="8493125" y="3844925"/>
          <p14:tracePt t="21691" x="8499475" y="3851275"/>
          <p14:tracePt t="21701" x="8504238" y="3851275"/>
          <p14:tracePt t="21738" x="8510588" y="3851275"/>
          <p14:tracePt t="21748" x="8515350" y="3856038"/>
          <p14:tracePt t="21754" x="8515350" y="3862388"/>
          <p14:tracePt t="21756" x="8521700" y="3862388"/>
          <p14:tracePt t="21764" x="8526463" y="3862388"/>
          <p14:tracePt t="21771" x="8526463" y="3867150"/>
          <p14:tracePt t="21781" x="8543925" y="3873500"/>
          <p14:tracePt t="21791" x="8561388" y="3884613"/>
          <p14:tracePt t="21801" x="8577263" y="3895725"/>
          <p14:tracePt t="21811" x="8588375" y="3906838"/>
          <p14:tracePt t="21821" x="8612188" y="3913188"/>
          <p14:tracePt t="21831" x="8628063" y="3917950"/>
          <p14:tracePt t="21841" x="8645525" y="3929063"/>
          <p14:tracePt t="21851" x="8661400" y="3935413"/>
          <p14:tracePt t="21861" x="8685213" y="3940175"/>
          <p14:tracePt t="21871" x="8707438" y="3946525"/>
          <p14:tracePt t="21881" x="8745538" y="3957638"/>
          <p14:tracePt t="21891" x="8791575" y="3968750"/>
          <p14:tracePt t="21901" x="8842375" y="3986213"/>
          <p14:tracePt t="21911" x="8904288" y="3997325"/>
          <p14:tracePt t="21921" x="8966200" y="4008438"/>
          <p14:tracePt t="21931" x="9021763" y="4013200"/>
          <p14:tracePt t="21941" x="9072563" y="4019550"/>
          <p14:tracePt t="21951" x="9105900" y="4019550"/>
          <p14:tracePt t="21961" x="9134475" y="4019550"/>
          <p14:tracePt t="21971" x="9167813" y="4019550"/>
          <p14:tracePt t="21981" x="9190038" y="4024313"/>
          <p14:tracePt t="21991" x="9196388" y="4030663"/>
          <p14:tracePt t="22001" x="9201150" y="4030663"/>
          <p14:tracePt t="22011" x="9207500" y="4030663"/>
          <p14:tracePt t="22021" x="9212263" y="4035425"/>
          <p14:tracePt t="22031" x="9218613" y="4035425"/>
          <p14:tracePt t="22041" x="9229725" y="4041775"/>
          <p14:tracePt t="22051" x="9236075" y="4048125"/>
          <p14:tracePt t="22061" x="9240838" y="4052888"/>
          <p14:tracePt t="22071" x="9247188" y="4052888"/>
          <p14:tracePt t="22081" x="9258300" y="4052888"/>
          <p14:tracePt t="22091" x="9263063" y="4059238"/>
          <p14:tracePt t="22101" x="9274175" y="4059238"/>
          <p14:tracePt t="22112" x="9274175" y="4064000"/>
          <p14:tracePt t="22121" x="9285288" y="4064000"/>
          <p14:tracePt t="22131" x="9302750" y="4075113"/>
          <p14:tracePt t="22141" x="9331325" y="4081463"/>
          <p14:tracePt t="22151" x="9364663" y="4097338"/>
          <p14:tracePt t="22161" x="9393238" y="4108450"/>
          <p14:tracePt t="22171" x="9426575" y="4121150"/>
          <p14:tracePt t="22181" x="9455150" y="4132263"/>
          <p14:tracePt t="22191" x="9466263" y="4132263"/>
          <p14:tracePt t="22201" x="9471025" y="4137025"/>
          <p14:tracePt t="22452" x="9471025" y="4132263"/>
          <p14:tracePt t="22460" x="9466263" y="4132263"/>
          <p14:tracePt t="22480" x="9466263" y="4125913"/>
          <p14:tracePt t="22484" x="9459913" y="4125913"/>
          <p14:tracePt t="22491" x="9455150" y="4125913"/>
          <p14:tracePt t="22491" x="9455150" y="4121150"/>
          <p14:tracePt t="22501" x="9448800" y="4121150"/>
          <p14:tracePt t="22511" x="9431338" y="4108450"/>
          <p14:tracePt t="22521" x="9420225" y="4097338"/>
          <p14:tracePt t="22531" x="9404350" y="4086225"/>
          <p14:tracePt t="22541" x="9382125" y="4081463"/>
          <p14:tracePt t="22551" x="9364663" y="4075113"/>
          <p14:tracePt t="22561" x="9353550" y="4064000"/>
          <p14:tracePt t="22571" x="9336088" y="4059238"/>
          <p14:tracePt t="22581" x="9320213" y="4052888"/>
          <p14:tracePt t="22591" x="9309100" y="4048125"/>
          <p14:tracePt t="22601" x="9296400" y="4041775"/>
          <p14:tracePt t="22611" x="9291638" y="4041775"/>
          <p14:tracePt t="22621" x="9274175" y="4035425"/>
          <p14:tracePt t="22631" x="9263063" y="4030663"/>
          <p14:tracePt t="22641" x="9229725" y="4024313"/>
          <p14:tracePt t="22651" x="9196388" y="4013200"/>
          <p14:tracePt t="22661" x="9163050" y="4008438"/>
          <p14:tracePt t="22671" x="9145588" y="4008438"/>
          <p14:tracePt t="22681" x="9123363" y="3997325"/>
          <p14:tracePt t="22691" x="9105900" y="3990975"/>
          <p14:tracePt t="22701" x="9083675" y="3990975"/>
          <p14:tracePt t="22711" x="9061450" y="3979863"/>
          <p14:tracePt t="22721" x="9039225" y="3973513"/>
          <p14:tracePt t="22731" x="9010650" y="3968750"/>
          <p14:tracePt t="22741" x="8982075" y="3957638"/>
          <p14:tracePt t="22751" x="8953500" y="3946525"/>
          <p14:tracePt t="22761" x="8926513" y="3935413"/>
          <p14:tracePt t="22771" x="8893175" y="3924300"/>
          <p14:tracePt t="22781" x="8864600" y="3913188"/>
          <p14:tracePt t="22791" x="8836025" y="3900488"/>
          <p14:tracePt t="22801" x="8813800" y="3889375"/>
          <p14:tracePt t="22811" x="8785225" y="3878263"/>
          <p14:tracePt t="22821" x="8758238" y="3862388"/>
          <p14:tracePt t="22831" x="8696325" y="3833813"/>
          <p14:tracePt t="22841" x="8650288" y="3811588"/>
          <p14:tracePt t="22851" x="8599488" y="3789363"/>
          <p14:tracePt t="22861" x="8555038" y="3771900"/>
          <p14:tracePt t="22871" x="8521700" y="3754438"/>
          <p14:tracePt t="22881" x="8488363" y="3749675"/>
          <p14:tracePt t="22891" x="8470900" y="3738563"/>
          <p14:tracePt t="22901" x="8459788" y="3738563"/>
          <p14:tracePt t="22911" x="8448675" y="3732213"/>
          <p14:tracePt t="22921" x="8442325" y="3732213"/>
          <p14:tracePt t="22940" x="8437563" y="3732213"/>
          <p14:tracePt t="23012" x="8431213" y="3732213"/>
          <p14:tracePt t="23018" x="8426450" y="3732213"/>
          <p14:tracePt t="23028" x="8420100" y="3732213"/>
          <p14:tracePt t="23032" x="8415338" y="3732213"/>
          <p14:tracePt t="23041" x="8397875" y="3732213"/>
          <p14:tracePt t="23051" x="8380413" y="3738563"/>
          <p14:tracePt t="23061" x="8358188" y="3743325"/>
          <p14:tracePt t="23071" x="8324850" y="3754438"/>
          <p14:tracePt t="23081" x="8291513" y="3760788"/>
          <p14:tracePt t="23091" x="8262938" y="3771900"/>
          <p14:tracePt t="23101" x="8229600" y="3771900"/>
          <p14:tracePt t="23111" x="8194675" y="3778250"/>
          <p14:tracePt t="23121" x="8156575" y="3783013"/>
          <p14:tracePt t="23131" x="8121650" y="3794125"/>
          <p14:tracePt t="23141" x="8072438" y="3800475"/>
          <p14:tracePt t="23151" x="8026400" y="3811588"/>
          <p14:tracePt t="23161" x="7981950" y="3816350"/>
          <p14:tracePt t="23171" x="7931150" y="3822700"/>
          <p14:tracePt t="23181" x="7886700" y="3833813"/>
          <p14:tracePt t="23191" x="7847013" y="3838575"/>
          <p14:tracePt t="23201" x="7818438" y="3844925"/>
          <p14:tracePt t="23211" x="7802563" y="3851275"/>
          <p14:tracePt t="23221" x="7785100" y="3856038"/>
          <p14:tracePt t="23231" x="7773988" y="3867150"/>
          <p14:tracePt t="23241" x="7756525" y="3878263"/>
          <p14:tracePt t="23251" x="7740650" y="3895725"/>
          <p14:tracePt t="23261" x="7712075" y="3917950"/>
          <p14:tracePt t="23271" x="7678738" y="3951288"/>
          <p14:tracePt t="23281" x="7639050" y="3990975"/>
          <p14:tracePt t="23291" x="7599363" y="4030663"/>
          <p14:tracePt t="23301" x="7554913" y="4070350"/>
          <p14:tracePt t="23311" x="7510463" y="4108450"/>
          <p14:tracePt t="23321" x="7459663" y="4143375"/>
          <p14:tracePt t="23331" x="7402513" y="4181475"/>
          <p14:tracePt t="23341" x="7358063" y="4216400"/>
          <p14:tracePt t="23351" x="7307263" y="4249738"/>
          <p14:tracePt t="23361" x="7262813" y="4278313"/>
          <p14:tracePt t="23371" x="7227888" y="4294188"/>
          <p14:tracePt t="23381" x="7200900" y="4305300"/>
          <p14:tracePt t="23391" x="7178675" y="4311650"/>
          <p14:tracePt t="23401" x="7167563" y="4311650"/>
          <p14:tracePt t="23411" x="7161213" y="4316413"/>
          <p14:tracePt t="23421" x="7154863" y="4316413"/>
          <p14:tracePt t="23431" x="7150100" y="4316413"/>
          <p14:tracePt t="23441" x="7143750" y="4316413"/>
          <p14:tracePt t="23452" x="7138988" y="4316413"/>
          <p14:tracePt t="23468" x="7132638" y="4316413"/>
          <p14:tracePt t="23476" x="7127875" y="4316413"/>
          <p14:tracePt t="23612" x="7127875" y="4322763"/>
          <p14:tracePt t="23614" x="7121525" y="4322763"/>
          <p14:tracePt t="23621" x="7121525" y="4329113"/>
          <p14:tracePt t="23631" x="7110413" y="4344988"/>
          <p14:tracePt t="23641" x="7099300" y="4362450"/>
          <p14:tracePt t="23651" x="7088188" y="4378325"/>
          <p14:tracePt t="23661" x="7070725" y="4406900"/>
          <p14:tracePt t="23671" x="7059613" y="4424363"/>
          <p14:tracePt t="23681" x="7048500" y="4435475"/>
          <p14:tracePt t="23691" x="7043738" y="4446588"/>
          <p14:tracePt t="23701" x="7037388" y="4451350"/>
          <p14:tracePt t="23716" x="7032625" y="4451350"/>
          <p14:tracePt t="23722" x="7032625" y="4457700"/>
          <p14:tracePt t="23734" x="7026275" y="4457700"/>
          <p14:tracePt t="23741" x="7019925" y="4457700"/>
          <p14:tracePt t="23751" x="7008813" y="4457700"/>
          <p14:tracePt t="23761" x="6992938" y="4457700"/>
          <p14:tracePt t="23771" x="6970713" y="4457700"/>
          <p14:tracePt t="23781" x="6935788" y="4451350"/>
          <p14:tracePt t="23791" x="6902450" y="4446588"/>
          <p14:tracePt t="23801" x="6873875" y="4440238"/>
          <p14:tracePt t="23811" x="6846888" y="4435475"/>
          <p14:tracePt t="23821" x="6818313" y="4429125"/>
          <p14:tracePt t="23831" x="6800850" y="4429125"/>
          <p14:tracePt t="23841" x="6789738" y="4429125"/>
          <p14:tracePt t="23851" x="6778625" y="4429125"/>
          <p14:tracePt t="23862" x="6773863" y="4429125"/>
          <p14:tracePt t="23874" x="6767513" y="4429125"/>
          <p14:tracePt t="23881" x="6762750" y="4429125"/>
          <p14:tracePt t="23902" x="6756400" y="4429125"/>
          <p14:tracePt t="24046" x="6762750" y="4429125"/>
          <p14:tracePt t="24058" x="6767513" y="4429125"/>
          <p14:tracePt t="24066" x="6773863" y="4429125"/>
          <p14:tracePt t="24068" x="6773863" y="4424363"/>
          <p14:tracePt t="24071" x="6773863" y="4418013"/>
          <p14:tracePt t="24081" x="6800850" y="4406900"/>
          <p14:tracePt t="24091" x="6829425" y="4384675"/>
          <p14:tracePt t="24101" x="6873875" y="4362450"/>
          <p14:tracePt t="24111" x="6924675" y="4340225"/>
          <p14:tracePt t="24121" x="6975475" y="4311650"/>
          <p14:tracePt t="24131" x="7019925" y="4283075"/>
          <p14:tracePt t="24141" x="7048500" y="4267200"/>
          <p14:tracePt t="24151" x="7070725" y="4243388"/>
          <p14:tracePt t="24161" x="7081838" y="4221163"/>
          <p14:tracePt t="24171" x="7092950" y="4210050"/>
          <p14:tracePt t="24181" x="7099300" y="4194175"/>
          <p14:tracePt t="24191" x="7110413" y="4176713"/>
          <p14:tracePt t="24201" x="7116763" y="4165600"/>
          <p14:tracePt t="24211" x="7127875" y="4154488"/>
          <p14:tracePt t="24221" x="7143750" y="4137025"/>
          <p14:tracePt t="24231" x="7161213" y="4121150"/>
          <p14:tracePt t="24241" x="7183438" y="4103688"/>
          <p14:tracePt t="24251" x="7200900" y="4086225"/>
          <p14:tracePt t="24261" x="7223125" y="4070350"/>
          <p14:tracePt t="24271" x="7234238" y="4059238"/>
          <p14:tracePt t="24281" x="7245350" y="4041775"/>
          <p14:tracePt t="24291" x="7256463" y="4041775"/>
          <p14:tracePt t="24301" x="7262813" y="4035425"/>
          <p14:tracePt t="24311" x="7267575" y="4024313"/>
          <p14:tracePt t="24321" x="7278688" y="4019550"/>
          <p14:tracePt t="24331" x="7289800" y="4008438"/>
          <p14:tracePt t="24341" x="7307263" y="3997325"/>
          <p14:tracePt t="24351" x="7324725" y="3990975"/>
          <p14:tracePt t="24361" x="7335838" y="3979863"/>
          <p14:tracePt t="24371" x="7346950" y="3973513"/>
          <p14:tracePt t="24381" x="7358063" y="3968750"/>
          <p14:tracePt t="24391" x="7358063" y="3962400"/>
          <p14:tracePt t="24401" x="7362825" y="3957638"/>
          <p14:tracePt t="24411" x="7380288" y="3951288"/>
          <p14:tracePt t="24421" x="7397750" y="3940175"/>
          <p14:tracePt t="24431" x="7408863" y="3929063"/>
          <p14:tracePt t="24441" x="7431088" y="3924300"/>
          <p14:tracePt t="24451" x="7448550" y="3913188"/>
          <p14:tracePt t="24461" x="7475538" y="3900488"/>
          <p14:tracePt t="24471" x="7486650" y="3889375"/>
          <p14:tracePt t="24481" x="7510463" y="3884613"/>
          <p14:tracePt t="24491" x="7532688" y="3873500"/>
          <p14:tracePt t="24501" x="7566025" y="3856038"/>
          <p14:tracePt t="24511" x="7599363" y="3838575"/>
          <p14:tracePt t="24521" x="7627938" y="3827463"/>
          <p14:tracePt t="24531" x="7656513" y="3811588"/>
          <p14:tracePt t="24541" x="7689850" y="3794125"/>
          <p14:tracePt t="24551" x="7729538" y="3778250"/>
          <p14:tracePt t="24561" x="7773988" y="3765550"/>
          <p14:tracePt t="24571" x="7807325" y="3749675"/>
          <p14:tracePt t="24581" x="7835900" y="3738563"/>
          <p14:tracePt t="24591" x="7858125" y="3732213"/>
          <p14:tracePt t="24601" x="7880350" y="3727450"/>
          <p14:tracePt t="24611" x="7897813" y="3721100"/>
          <p14:tracePt t="24621" x="7913688" y="3716338"/>
          <p14:tracePt t="24631" x="7931150" y="3709988"/>
          <p14:tracePt t="24641" x="7959725" y="3709988"/>
          <p14:tracePt t="24651" x="7975600" y="3705225"/>
          <p14:tracePt t="24661" x="7999413" y="3705225"/>
          <p14:tracePt t="24671" x="8010525" y="3705225"/>
          <p14:tracePt t="24681" x="8021638" y="3705225"/>
          <p14:tracePt t="24691" x="8026400" y="3705225"/>
          <p14:tracePt t="24701" x="8037513" y="3705225"/>
          <p14:tracePt t="24711" x="8043863" y="3705225"/>
          <p14:tracePt t="24721" x="8061325" y="3716338"/>
          <p14:tracePt t="24731" x="8088313" y="3721100"/>
          <p14:tracePt t="24741" x="8121650" y="3743325"/>
          <p14:tracePt t="24751" x="8150225" y="3754438"/>
          <p14:tracePt t="24761" x="8194675" y="3778250"/>
          <p14:tracePt t="24771" x="8251825" y="3811588"/>
          <p14:tracePt t="24781" x="8302625" y="3838575"/>
          <p14:tracePt t="24791" x="8353425" y="3867150"/>
          <p14:tracePt t="24801" x="8397875" y="3895725"/>
          <p14:tracePt t="24811" x="8431213" y="3917950"/>
          <p14:tracePt t="24821" x="8459788" y="3929063"/>
          <p14:tracePt t="24831" x="8482013" y="3946525"/>
          <p14:tracePt t="24841" x="8504238" y="3957638"/>
          <p14:tracePt t="24851" x="8526463" y="3968750"/>
          <p14:tracePt t="24861" x="8537575" y="3973513"/>
          <p14:tracePt t="24871" x="8550275" y="3986213"/>
          <p14:tracePt t="24882" x="8566150" y="3990975"/>
          <p14:tracePt t="24891" x="8572500" y="3997325"/>
          <p14:tracePt t="24901" x="8583613" y="4002088"/>
          <p14:tracePt t="24911" x="8599488" y="4008438"/>
          <p14:tracePt t="24921" x="8612188" y="4019550"/>
          <p14:tracePt t="24931" x="8628063" y="4024313"/>
          <p14:tracePt t="24941" x="8645525" y="4035425"/>
          <p14:tracePt t="24951" x="8661400" y="4041775"/>
          <p14:tracePt t="24961" x="8685213" y="4052888"/>
          <p14:tracePt t="24971" x="8712200" y="4064000"/>
          <p14:tracePt t="24981" x="8729663" y="4070350"/>
          <p14:tracePt t="24991" x="8740775" y="4075113"/>
          <p14:tracePt t="25001" x="8758238" y="4081463"/>
          <p14:tracePt t="25011" x="8780463" y="4086225"/>
          <p14:tracePt t="25021" x="8820150" y="4097338"/>
          <p14:tracePt t="25031" x="8858250" y="4103688"/>
          <p14:tracePt t="25041" x="8904288" y="4114800"/>
          <p14:tracePt t="25051" x="8948738" y="4121150"/>
          <p14:tracePt t="25061" x="8993188" y="4125913"/>
          <p14:tracePt t="25071" x="9028113" y="4125913"/>
          <p14:tracePt t="25081" x="9050338" y="4125913"/>
          <p14:tracePt t="25091" x="9061450" y="4125913"/>
          <p14:tracePt t="25101" x="9072563" y="4132263"/>
          <p14:tracePt t="25111" x="9094788" y="4132263"/>
          <p14:tracePt t="25121" x="9134475" y="4137025"/>
          <p14:tracePt t="25131" x="9174163" y="4148138"/>
          <p14:tracePt t="25141" x="9223375" y="4148138"/>
          <p14:tracePt t="25151" x="9269413" y="4159250"/>
          <p14:tracePt t="25161" x="9309100" y="4165600"/>
          <p14:tracePt t="25171" x="9342438" y="4165600"/>
          <p14:tracePt t="25181" x="9364663" y="4170363"/>
          <p14:tracePt t="25191" x="9375775" y="4170363"/>
          <p14:tracePt t="25201" x="9386888" y="4170363"/>
          <p14:tracePt t="25211" x="9398000" y="4170363"/>
          <p14:tracePt t="25221" x="9415463" y="4170363"/>
          <p14:tracePt t="25231" x="9431338" y="4170363"/>
          <p14:tracePt t="25241" x="9455150" y="4170363"/>
          <p14:tracePt t="25251" x="9477375" y="4170363"/>
          <p14:tracePt t="25261" x="9499600" y="4170363"/>
          <p14:tracePt t="25271" x="9517063" y="4170363"/>
          <p14:tracePt t="25281" x="9539288" y="4176713"/>
          <p14:tracePt t="25291" x="9566275" y="4176713"/>
          <p14:tracePt t="25301" x="9594850" y="4181475"/>
          <p14:tracePt t="25311" x="9612313" y="4181475"/>
          <p14:tracePt t="25321" x="9628188" y="4181475"/>
          <p14:tracePt t="25331" x="9639300" y="4181475"/>
          <p14:tracePt t="25341" x="9645650" y="4181475"/>
          <p14:tracePt t="25358" x="9652000" y="4181475"/>
          <p14:tracePt t="25388" x="9656763" y="4181475"/>
          <p14:tracePt t="25394" x="9663113" y="4181475"/>
          <p14:tracePt t="25402" x="9667875" y="4181475"/>
          <p14:tracePt t="25404" x="9674225" y="4181475"/>
          <p14:tracePt t="25411" x="9685338" y="4181475"/>
          <p14:tracePt t="25421" x="9701213" y="4181475"/>
          <p14:tracePt t="25431" x="9718675" y="4181475"/>
          <p14:tracePt t="25441" x="9736138" y="4181475"/>
          <p14:tracePt t="25451" x="9740900" y="4181475"/>
          <p14:tracePt t="25461" x="9747250" y="4181475"/>
          <p14:tracePt t="25476" x="9752013" y="4181475"/>
          <p14:tracePt t="25934" x="9747250" y="4181475"/>
          <p14:tracePt t="25936" x="9740900" y="4181475"/>
          <p14:tracePt t="25942" x="9736138" y="4181475"/>
          <p14:tracePt t="25951" x="9725025" y="4181475"/>
          <p14:tracePt t="25961" x="9701213" y="4181475"/>
          <p14:tracePt t="25971" x="9674225" y="4181475"/>
          <p14:tracePt t="25981" x="9645650" y="4181475"/>
          <p14:tracePt t="25991" x="9617075" y="4181475"/>
          <p14:tracePt t="26001" x="9594850" y="4181475"/>
          <p14:tracePt t="26011" x="9555163" y="4181475"/>
          <p14:tracePt t="26021" x="9521825" y="4170363"/>
          <p14:tracePt t="26031" x="9488488" y="4159250"/>
          <p14:tracePt t="26041" x="9431338" y="4148138"/>
          <p14:tracePt t="26051" x="9386888" y="4137025"/>
          <p14:tracePt t="26061" x="9320213" y="4114800"/>
          <p14:tracePt t="26071" x="9251950" y="4092575"/>
          <p14:tracePt t="26081" x="9190038" y="4070350"/>
          <p14:tracePt t="26091" x="9145588" y="4052888"/>
          <p14:tracePt t="26101" x="9128125" y="4048125"/>
          <p14:tracePt t="26111" x="9112250" y="4035425"/>
          <p14:tracePt t="26121" x="9101138" y="4030663"/>
          <p14:tracePt t="26131" x="9094788" y="4024313"/>
          <p14:tracePt t="26141" x="9083675" y="4019550"/>
          <p14:tracePt t="26151" x="9077325" y="4013200"/>
          <p14:tracePt t="26161" x="9072563" y="4008438"/>
          <p14:tracePt t="26171" x="9066213" y="4002088"/>
          <p14:tracePt t="26181" x="9061450" y="3990975"/>
          <p14:tracePt t="26191" x="9055100" y="3990975"/>
          <p14:tracePt t="26201" x="9055100" y="3986213"/>
          <p14:tracePt t="26211" x="9055100" y="3979863"/>
          <p14:tracePt t="26221" x="9050338" y="3962400"/>
          <p14:tracePt t="26231" x="9043988" y="3951288"/>
          <p14:tracePt t="26241" x="9043988" y="3940175"/>
          <p14:tracePt t="26251" x="9039225" y="3924300"/>
          <p14:tracePt t="26261" x="9032875" y="3900488"/>
          <p14:tracePt t="26271" x="9032875" y="3878263"/>
          <p14:tracePt t="26281" x="9032875" y="3862388"/>
          <p14:tracePt t="26291" x="9032875" y="3844925"/>
          <p14:tracePt t="26301" x="9032875" y="3833813"/>
          <p14:tracePt t="26311" x="9032875" y="3822700"/>
          <p14:tracePt t="26321" x="9039225" y="3816350"/>
          <p14:tracePt t="26331" x="9043988" y="3811588"/>
          <p14:tracePt t="26341" x="9043988" y="3800475"/>
          <p14:tracePt t="26351" x="9050338" y="3789363"/>
          <p14:tracePt t="26361" x="9055100" y="3778250"/>
          <p14:tracePt t="26371" x="9061450" y="3765550"/>
          <p14:tracePt t="26381" x="9066213" y="3749675"/>
          <p14:tracePt t="26391" x="9083675" y="3732213"/>
          <p14:tracePt t="26401" x="9105900" y="3705225"/>
          <p14:tracePt t="26411" x="9123363" y="3681413"/>
          <p14:tracePt t="26421" x="9150350" y="3654425"/>
          <p14:tracePt t="26431" x="9185275" y="3625850"/>
          <p14:tracePt t="26441" x="9212263" y="3603625"/>
          <p14:tracePt t="26451" x="9240838" y="3592513"/>
          <p14:tracePt t="26461" x="9258300" y="3586163"/>
          <p14:tracePt t="26471" x="9269413" y="3581400"/>
          <p14:tracePt t="26481" x="9280525" y="3575050"/>
          <p14:tracePt t="26491" x="9296400" y="3575050"/>
          <p14:tracePt t="26501" x="9320213" y="3570288"/>
          <p14:tracePt t="26511" x="9347200" y="3570288"/>
          <p14:tracePt t="26521" x="9386888" y="3570288"/>
          <p14:tracePt t="26531" x="9420225" y="3570288"/>
          <p14:tracePt t="26541" x="9455150" y="3570288"/>
          <p14:tracePt t="26551" x="9493250" y="3570288"/>
          <p14:tracePt t="26561" x="9521825" y="3570288"/>
          <p14:tracePt t="26571" x="9532938" y="3570288"/>
          <p14:tracePt t="26581" x="9539288" y="3570288"/>
          <p14:tracePt t="26591" x="9550400" y="3575050"/>
          <p14:tracePt t="26601" x="9566275" y="3586163"/>
          <p14:tracePt t="26611" x="9601200" y="3603625"/>
          <p14:tracePt t="26621" x="9634538" y="3630613"/>
          <p14:tracePt t="26631" x="9663113" y="3665538"/>
          <p14:tracePt t="26641" x="9690100" y="3692525"/>
          <p14:tracePt t="26651" x="9725025" y="3721100"/>
          <p14:tracePt t="26661" x="9752013" y="3760788"/>
          <p14:tracePt t="26671" x="9780588" y="3794125"/>
          <p14:tracePt t="26681" x="9798050" y="3827463"/>
          <p14:tracePt t="26691" x="9809163" y="3851275"/>
          <p14:tracePt t="26701" x="9809163" y="3873500"/>
          <p14:tracePt t="26711" x="9813925" y="3889375"/>
          <p14:tracePt t="26721" x="9813925" y="3913188"/>
          <p14:tracePt t="26731" x="9813925" y="3935413"/>
          <p14:tracePt t="26741" x="9813925" y="3946525"/>
          <p14:tracePt t="26751" x="9813925" y="3962400"/>
          <p14:tracePt t="26761" x="9809163" y="3979863"/>
          <p14:tracePt t="26771" x="9802813" y="4002088"/>
          <p14:tracePt t="26781" x="9798050" y="4024313"/>
          <p14:tracePt t="26791" x="9786938" y="4052888"/>
          <p14:tracePt t="26801" x="9769475" y="4081463"/>
          <p14:tracePt t="26811" x="9758363" y="4108450"/>
          <p14:tracePt t="26821" x="9740900" y="4137025"/>
          <p14:tracePt t="26831" x="9736138" y="4165600"/>
          <p14:tracePt t="26841" x="9718675" y="4181475"/>
          <p14:tracePt t="26851" x="9713913" y="4198938"/>
          <p14:tracePt t="26861" x="9701213" y="4210050"/>
          <p14:tracePt t="26871" x="9690100" y="4221163"/>
          <p14:tracePt t="26881" x="9674225" y="4238625"/>
          <p14:tracePt t="26891" x="9663113" y="4256088"/>
          <p14:tracePt t="26901" x="9652000" y="4267200"/>
          <p14:tracePt t="26911" x="9639300" y="4271963"/>
          <p14:tracePt t="26921" x="9634538" y="4278313"/>
          <p14:tracePt t="26931" x="9628188" y="4278313"/>
          <p14:tracePt t="26941" x="9628188" y="4283075"/>
          <p14:tracePt t="26951" x="9623425" y="4283075"/>
          <p14:tracePt t="26964" x="9617075" y="4283075"/>
          <p14:tracePt t="26972" x="9612313" y="4283075"/>
          <p14:tracePt t="26981" x="9601200" y="4283075"/>
          <p14:tracePt t="26991" x="9561513" y="4271963"/>
          <p14:tracePt t="27001" x="9517063" y="4256088"/>
          <p14:tracePt t="27011" x="9455150" y="4227513"/>
          <p14:tracePt t="27021" x="9371013" y="4181475"/>
          <p14:tracePt t="27031" x="9251950" y="4125913"/>
          <p14:tracePt t="27041" x="9134475" y="4059238"/>
          <p14:tracePt t="27051" x="9039225" y="4013200"/>
          <p14:tracePt t="27061" x="8959850" y="3968750"/>
          <p14:tracePt t="27071" x="8909050" y="3935413"/>
          <p14:tracePt t="27081" x="8886825" y="3917950"/>
          <p14:tracePt t="27091" x="8875713" y="3913188"/>
          <p14:tracePt t="27101" x="8875713" y="3900488"/>
          <p14:tracePt t="27111" x="8864600" y="3889375"/>
          <p14:tracePt t="27121" x="8853488" y="3862388"/>
          <p14:tracePt t="27131" x="8842375" y="3833813"/>
          <p14:tracePt t="27141" x="8831263" y="3794125"/>
          <p14:tracePt t="27151" x="8824913" y="3760788"/>
          <p14:tracePt t="27161" x="8813800" y="3727450"/>
          <p14:tracePt t="27171" x="8813800" y="3698875"/>
          <p14:tracePt t="27181" x="8813800" y="3676650"/>
          <p14:tracePt t="27191" x="8813800" y="3659188"/>
          <p14:tracePt t="27201" x="8813800" y="3654425"/>
          <p14:tracePt t="27211" x="8824913" y="3643313"/>
          <p14:tracePt t="27221" x="8831263" y="3630613"/>
          <p14:tracePt t="27231" x="8842375" y="3619500"/>
          <p14:tracePt t="27241" x="8864600" y="3597275"/>
          <p14:tracePt t="27251" x="8893175" y="3575050"/>
          <p14:tracePt t="27261" x="8926513" y="3557588"/>
          <p14:tracePt t="27271" x="8966200" y="3546475"/>
          <p14:tracePt t="27281" x="9010650" y="3524250"/>
          <p14:tracePt t="27291" x="9050338" y="3513138"/>
          <p14:tracePt t="27301" x="9101138" y="3502025"/>
          <p14:tracePt t="27311" x="9145588" y="3484563"/>
          <p14:tracePt t="27321" x="9190038" y="3473450"/>
          <p14:tracePt t="27331" x="9223375" y="3457575"/>
          <p14:tracePt t="27341" x="9251950" y="3446463"/>
          <p14:tracePt t="27351" x="9274175" y="3440113"/>
          <p14:tracePt t="27361" x="9291638" y="3440113"/>
          <p14:tracePt t="27371" x="9302750" y="3440113"/>
          <p14:tracePt t="27381" x="9313863" y="3440113"/>
          <p14:tracePt t="27391" x="9324975" y="3440113"/>
          <p14:tracePt t="27401" x="9336088" y="3440113"/>
          <p14:tracePt t="27411" x="9347200" y="3440113"/>
          <p14:tracePt t="27421" x="9364663" y="3440113"/>
          <p14:tracePt t="27431" x="9382125" y="3440113"/>
          <p14:tracePt t="27441" x="9404350" y="3446463"/>
          <p14:tracePt t="27451" x="9437688" y="3457575"/>
          <p14:tracePt t="27461" x="9471025" y="3479800"/>
          <p14:tracePt t="27471" x="9499600" y="3508375"/>
          <p14:tracePt t="27481" x="9528175" y="3535363"/>
          <p14:tracePt t="27491" x="9550400" y="3570288"/>
          <p14:tracePt t="27501" x="9578975" y="3608388"/>
          <p14:tracePt t="27511" x="9605963" y="3659188"/>
          <p14:tracePt t="27521" x="9634538" y="3705225"/>
          <p14:tracePt t="27531" x="9663113" y="3749675"/>
          <p14:tracePt t="27541" x="9678988" y="3794125"/>
          <p14:tracePt t="27551" x="9696450" y="3827463"/>
          <p14:tracePt t="27561" x="9707563" y="3862388"/>
          <p14:tracePt t="27571" x="9725025" y="3889375"/>
          <p14:tracePt t="27581" x="9725025" y="3906838"/>
          <p14:tracePt t="27591" x="9736138" y="3929063"/>
          <p14:tracePt t="27601" x="9740900" y="3946525"/>
          <p14:tracePt t="27611" x="9747250" y="3973513"/>
          <p14:tracePt t="27621" x="9752013" y="3990975"/>
          <p14:tracePt t="27631" x="9758363" y="4002088"/>
          <p14:tracePt t="27641" x="9758363" y="4013200"/>
          <p14:tracePt t="27651" x="9758363" y="4030663"/>
          <p14:tracePt t="27661" x="9763125" y="4041775"/>
          <p14:tracePt t="27671" x="9763125" y="4052888"/>
          <p14:tracePt t="27681" x="9763125" y="4064000"/>
          <p14:tracePt t="27691" x="9763125" y="4070350"/>
          <p14:tracePt t="27701" x="9763125" y="4081463"/>
          <p14:tracePt t="27711" x="9763125" y="4092575"/>
          <p14:tracePt t="27721" x="9758363" y="4108450"/>
          <p14:tracePt t="27731" x="9752013" y="4125913"/>
          <p14:tracePt t="27741" x="9747250" y="4143375"/>
          <p14:tracePt t="27751" x="9736138" y="4154488"/>
          <p14:tracePt t="27761" x="9729788" y="4165600"/>
          <p14:tracePt t="27771" x="9725025" y="4181475"/>
          <p14:tracePt t="27781" x="9713913" y="4194175"/>
          <p14:tracePt t="27791" x="9696450" y="4205288"/>
          <p14:tracePt t="27801" x="9685338" y="4210050"/>
          <p14:tracePt t="27811" x="9674225" y="4210050"/>
          <p14:tracePt t="27830" x="9667875" y="4210050"/>
          <p14:tracePt t="27854" x="9663113" y="4210050"/>
          <p14:tracePt t="27857" x="9656763" y="4210050"/>
          <p14:tracePt t="27868" x="9652000" y="4210050"/>
          <p14:tracePt t="27872" x="9645650" y="4210050"/>
          <p14:tracePt t="27881" x="9634538" y="4210050"/>
          <p14:tracePt t="27891" x="9628188" y="4210050"/>
          <p14:tracePt t="27901" x="9623425" y="4210050"/>
          <p14:tracePt t="27911" x="9612313" y="4210050"/>
          <p14:tracePt t="27921" x="9605963" y="4210050"/>
          <p14:tracePt t="27931" x="9601200" y="4210050"/>
          <p14:tracePt t="27941" x="9594850" y="4210050"/>
          <p14:tracePt t="27952" x="9590088" y="4210050"/>
          <p14:tracePt t="28862" x="9583738" y="4205288"/>
          <p14:tracePt t="28864" x="9583738" y="4198938"/>
          <p14:tracePt t="28871" x="9561513" y="4194175"/>
          <p14:tracePt t="28881" x="9448800" y="4143375"/>
          <p14:tracePt t="28891" x="9364663" y="4108450"/>
          <p14:tracePt t="28901" x="9218613" y="4070350"/>
          <p14:tracePt t="28911" x="9004300" y="4019550"/>
          <p14:tracePt t="28921" x="8769350" y="3973513"/>
          <p14:tracePt t="28931" x="8470900" y="3940175"/>
          <p14:tracePt t="28941" x="8178800" y="3924300"/>
          <p14:tracePt t="28951" x="7897813" y="3924300"/>
          <p14:tracePt t="28961" x="7656513" y="3924300"/>
          <p14:tracePt t="28971" x="7459663" y="3935413"/>
          <p14:tracePt t="28981" x="7329488" y="3946525"/>
          <p14:tracePt t="28991" x="7256463" y="3962400"/>
          <p14:tracePt t="29001" x="7205663" y="3979863"/>
          <p14:tracePt t="29011" x="7189788" y="3986213"/>
          <p14:tracePt t="29021" x="7178675" y="3990975"/>
          <p14:tracePt t="29031" x="7172325" y="4002088"/>
          <p14:tracePt t="29041" x="7161213" y="4013200"/>
          <p14:tracePt t="29051" x="7154863" y="4048125"/>
          <p14:tracePt t="29061" x="7143750" y="4097338"/>
          <p14:tracePt t="29071" x="7138988" y="4154488"/>
          <p14:tracePt t="29081" x="7127875" y="4221163"/>
          <p14:tracePt t="29091" x="7116763" y="4289425"/>
          <p14:tracePt t="29101" x="7099300" y="4344988"/>
          <p14:tracePt t="29111" x="7088188" y="4384675"/>
          <p14:tracePt t="29121" x="7081838" y="4413250"/>
          <p14:tracePt t="29131" x="7077075" y="4418013"/>
          <p14:tracePt t="29144" x="7077075" y="4424363"/>
          <p14:tracePt t="29158" x="7070725" y="4424363"/>
          <p14:tracePt t="29164" x="7065963" y="4424363"/>
          <p14:tracePt t="29171" x="7065963" y="4429125"/>
          <p14:tracePt t="29181" x="7059613" y="4435475"/>
          <p14:tracePt t="29191" x="7048500" y="4440238"/>
          <p14:tracePt t="29201" x="7043738" y="4446588"/>
          <p14:tracePt t="29211" x="7037388" y="4451350"/>
          <p14:tracePt t="29221" x="7032625" y="4457700"/>
          <p14:tracePt t="29244" x="7032625" y="4464050"/>
          <p14:tracePt t="29266" x="7032625" y="4468813"/>
          <p14:tracePt t="29272" x="7032625" y="4475163"/>
          <p14:tracePt t="29278" x="7032625" y="4479925"/>
          <p14:tracePt t="29281" x="7032625" y="4486275"/>
          <p14:tracePt t="29291" x="7032625" y="4497388"/>
          <p14:tracePt t="29301" x="7032625" y="4508500"/>
          <p14:tracePt t="29311" x="7032625" y="4519613"/>
          <p14:tracePt t="29321" x="7032625" y="4524375"/>
          <p14:tracePt t="29331" x="7032625" y="4530725"/>
          <p14:tracePt t="29472" x="7032625" y="4537075"/>
          <p14:tracePt t="29480" x="7037388" y="4537075"/>
          <p14:tracePt t="29880" x="7043738" y="4537075"/>
          <p14:tracePt t="29910" x="7048500" y="4537075"/>
          <p14:tracePt t="29958" x="7043738" y="4537075"/>
          <p14:tracePt t="29962" x="7037388" y="4537075"/>
          <p14:tracePt t="29966" x="7032625" y="4537075"/>
          <p14:tracePt t="29972" x="7026275" y="4537075"/>
          <p14:tracePt t="29981" x="7015163" y="4537075"/>
          <p14:tracePt t="29991" x="6997700" y="4537075"/>
          <p14:tracePt t="30001" x="6986588" y="4537075"/>
          <p14:tracePt t="30022" x="6981825" y="4537075"/>
          <p14:tracePt t="30038" x="6975475" y="4537075"/>
          <p14:tracePt t="30052" x="6975475" y="4530725"/>
          <p14:tracePt t="30054" x="6970713" y="4530725"/>
          <p14:tracePt t="30068" x="6970713" y="4524375"/>
          <p14:tracePt t="30076" x="6964363" y="4524375"/>
          <p14:tracePt t="30106" x="6959600" y="4530725"/>
          <p14:tracePt t="30112" x="6953250" y="4537075"/>
          <p14:tracePt t="30116" x="6953250" y="4541838"/>
          <p14:tracePt t="30121" x="6946900" y="4552950"/>
          <p14:tracePt t="30131" x="6935788" y="4586288"/>
          <p14:tracePt t="30141" x="6919913" y="4625975"/>
          <p14:tracePt t="30151" x="6908800" y="4672013"/>
          <p14:tracePt t="30161" x="6897688" y="4710113"/>
          <p14:tracePt t="30171" x="6891338" y="4745038"/>
          <p14:tracePt t="30181" x="6884988" y="4760913"/>
          <p14:tracePt t="30194" x="6884988" y="4767263"/>
          <p14:tracePt t="30210" x="6884988" y="4772025"/>
          <p14:tracePt t="30220" x="6891338" y="4772025"/>
          <p14:tracePt t="30234" x="6897688" y="4772025"/>
          <p14:tracePt t="30254" x="6902450" y="4772025"/>
          <p14:tracePt t="30284" x="6908800" y="4772025"/>
          <p14:tracePt t="30300" x="6908800" y="4767263"/>
          <p14:tracePt t="30310" x="6908800" y="4760913"/>
          <p14:tracePt t="30318" x="6908800" y="4756150"/>
          <p14:tracePt t="30330" x="6908800" y="4749800"/>
          <p14:tracePt t="30334" x="6908800" y="4745038"/>
          <p14:tracePt t="30344" x="6908800" y="4738688"/>
          <p14:tracePt t="30351" x="6902450" y="4738688"/>
          <p14:tracePt t="30361" x="6902450" y="4733925"/>
          <p14:tracePt t="30371" x="6902450" y="4721225"/>
          <p14:tracePt t="30381" x="6902450" y="4716463"/>
          <p14:tracePt t="30391" x="6902450" y="4710113"/>
          <p14:tracePt t="30401" x="6902450" y="4699000"/>
          <p14:tracePt t="30411" x="6902450" y="4694238"/>
          <p14:tracePt t="30448" x="6902450" y="4687888"/>
          <p14:tracePt t="30514" x="6908800" y="4687888"/>
          <p14:tracePt t="30518" x="6913563" y="4687888"/>
          <p14:tracePt t="30522" x="6913563" y="4683125"/>
          <p14:tracePt t="30531" x="6924675" y="4672013"/>
          <p14:tracePt t="30541" x="6946900" y="4643438"/>
          <p14:tracePt t="30551" x="6964363" y="4598988"/>
          <p14:tracePt t="30561" x="6992938" y="4502150"/>
          <p14:tracePt t="30571" x="7008813" y="4413250"/>
          <p14:tracePt t="30581" x="7026275" y="4305300"/>
          <p14:tracePt t="30591" x="7032625" y="4205288"/>
          <p14:tracePt t="30601" x="7037388" y="4121150"/>
          <p14:tracePt t="30611" x="7037388" y="4064000"/>
          <p14:tracePt t="30621" x="7037388" y="4013200"/>
          <p14:tracePt t="30631" x="7037388" y="3968750"/>
          <p14:tracePt t="30641" x="7037388" y="3946525"/>
          <p14:tracePt t="30651" x="7037388" y="3917950"/>
          <p14:tracePt t="30661" x="7037388" y="3895725"/>
          <p14:tracePt t="30671" x="7037388" y="3878263"/>
          <p14:tracePt t="30681" x="7043738" y="3862388"/>
          <p14:tracePt t="30691" x="7048500" y="3844925"/>
          <p14:tracePt t="30701" x="7048500" y="3827463"/>
          <p14:tracePt t="30711" x="7048500" y="3805238"/>
          <p14:tracePt t="30721" x="7054850" y="3783013"/>
          <p14:tracePt t="30731" x="7059613" y="3760788"/>
          <p14:tracePt t="30741" x="7065963" y="3743325"/>
          <p14:tracePt t="30751" x="7065963" y="3732213"/>
          <p14:tracePt t="30761" x="7065963" y="3727450"/>
          <p14:tracePt t="30771" x="7070725" y="3716338"/>
          <p14:tracePt t="30781" x="7070725" y="3705225"/>
          <p14:tracePt t="30791" x="7077075" y="3698875"/>
          <p14:tracePt t="30801" x="7088188" y="3692525"/>
          <p14:tracePt t="30811" x="7092950" y="3681413"/>
          <p14:tracePt t="30821" x="7105650" y="3670300"/>
          <p14:tracePt t="30831" x="7116763" y="3659188"/>
          <p14:tracePt t="30841" x="7132638" y="3648075"/>
          <p14:tracePt t="30851" x="7143750" y="3636963"/>
          <p14:tracePt t="30861" x="7161213" y="3630613"/>
          <p14:tracePt t="30871" x="7194550" y="3619500"/>
          <p14:tracePt t="30881" x="7223125" y="3614738"/>
          <p14:tracePt t="30882" x="7234238" y="3614738"/>
          <p14:tracePt t="30891" x="7267575" y="3603625"/>
          <p14:tracePt t="30901" x="7307263" y="3592513"/>
          <p14:tracePt t="30911" x="7351713" y="3586163"/>
          <p14:tracePt t="30921" x="7386638" y="3575050"/>
          <p14:tracePt t="30931" x="7408863" y="3563938"/>
          <p14:tracePt t="30941" x="7419975" y="3557588"/>
          <p14:tracePt t="30951" x="7419975" y="3552825"/>
          <p14:tracePt t="30961" x="7424738" y="3552825"/>
          <p14:tracePt t="30986" x="7431088" y="3552825"/>
          <p14:tracePt t="31002" x="7435850" y="3546475"/>
          <p14:tracePt t="31004" x="7442200" y="3546475"/>
          <p14:tracePt t="31011" x="7448550" y="3546475"/>
          <p14:tracePt t="31021" x="7459663" y="3541713"/>
          <p14:tracePt t="31031" x="7475538" y="3541713"/>
          <p14:tracePt t="31041" x="7504113" y="3535363"/>
          <p14:tracePt t="31051" x="7548563" y="3535363"/>
          <p14:tracePt t="31061" x="7627938" y="3535363"/>
          <p14:tracePt t="31071" x="7712075" y="3541713"/>
          <p14:tracePt t="31081" x="7813675" y="3552825"/>
          <p14:tracePt t="31091" x="7931150" y="3563938"/>
          <p14:tracePt t="31101" x="8032750" y="3563938"/>
          <p14:tracePt t="31111" x="8134350" y="3563938"/>
          <p14:tracePt t="31121" x="8207375" y="3563938"/>
          <p14:tracePt t="31131" x="8245475" y="3563938"/>
          <p14:tracePt t="31141" x="8256588" y="3557588"/>
          <p14:tracePt t="31168" x="8262938" y="3557588"/>
          <p14:tracePt t="31284" x="8262938" y="3563938"/>
          <p14:tracePt t="31288" x="8262938" y="3570288"/>
          <p14:tracePt t="31292" x="8269288" y="3570288"/>
          <p14:tracePt t="31301" x="8269288" y="3575050"/>
          <p14:tracePt t="31311" x="8274050" y="3586163"/>
          <p14:tracePt t="31321" x="8280400" y="3597275"/>
          <p14:tracePt t="31331" x="8285163" y="3608388"/>
          <p14:tracePt t="31341" x="8296275" y="3619500"/>
          <p14:tracePt t="31351" x="8302625" y="3630613"/>
          <p14:tracePt t="31361" x="8307388" y="3643313"/>
          <p14:tracePt t="31371" x="8318500" y="3648075"/>
          <p14:tracePt t="31381" x="8329613" y="3659188"/>
          <p14:tracePt t="31391" x="8335963" y="3665538"/>
          <p14:tracePt t="31401" x="8347075" y="3676650"/>
          <p14:tracePt t="31411" x="8353425" y="3681413"/>
          <p14:tracePt t="31421" x="8358188" y="3687763"/>
          <p14:tracePt t="31431" x="8369300" y="3692525"/>
          <p14:tracePt t="31441" x="8369300" y="3698875"/>
          <p14:tracePt t="31451" x="8375650" y="3705225"/>
          <p14:tracePt t="31461" x="8391525" y="3716338"/>
          <p14:tracePt t="31471" x="8402638" y="3732213"/>
          <p14:tracePt t="31481" x="8415338" y="3738563"/>
          <p14:tracePt t="31491" x="8415338" y="3743325"/>
          <p14:tracePt t="31501" x="8420100" y="3743325"/>
          <p14:tracePt t="31520" x="8426450" y="3743325"/>
          <p14:tracePt t="31630" x="8420100" y="3743325"/>
          <p14:tracePt t="31634" x="8415338" y="3743325"/>
          <p14:tracePt t="31641" x="8408988" y="3743325"/>
          <p14:tracePt t="31651" x="8386763" y="3727450"/>
          <p14:tracePt t="31661" x="8380413" y="3721100"/>
          <p14:tracePt t="31671" x="8369300" y="3716338"/>
          <p14:tracePt t="31681" x="8353425" y="3705225"/>
          <p14:tracePt t="31691" x="8342313" y="3692525"/>
          <p14:tracePt t="31701" x="8324850" y="3687763"/>
          <p14:tracePt t="31711" x="8313738" y="3676650"/>
          <p14:tracePt t="31721" x="8296275" y="3670300"/>
          <p14:tracePt t="31731" x="8285163" y="3670300"/>
          <p14:tracePt t="31741" x="8280400" y="3665538"/>
          <p14:tracePt t="31751" x="8274050" y="3665538"/>
          <p14:tracePt t="31766" x="8269288" y="3665538"/>
          <p14:tracePt t="31774" x="8262938" y="3665538"/>
          <p14:tracePt t="31781" x="8251825" y="3665538"/>
          <p14:tracePt t="31791" x="8212138" y="3654425"/>
          <p14:tracePt t="31801" x="8167688" y="3643313"/>
          <p14:tracePt t="31811" x="8105775" y="3625850"/>
          <p14:tracePt t="31821" x="8021638" y="3603625"/>
          <p14:tracePt t="31831" x="7959725" y="3586163"/>
          <p14:tracePt t="31841" x="7908925" y="3581400"/>
          <p14:tracePt t="31851" x="7875588" y="3575050"/>
          <p14:tracePt t="31861" x="7853363" y="3570288"/>
          <p14:tracePt t="31871" x="7835900" y="3570288"/>
          <p14:tracePt t="31881" x="7829550" y="3563938"/>
          <p14:tracePt t="31891" x="7818438" y="3563938"/>
          <p14:tracePt t="31902" x="7813675" y="3563938"/>
          <p14:tracePt t="31916" x="7807325" y="3563938"/>
          <p14:tracePt t="31930" x="7802563" y="3563938"/>
          <p14:tracePt t="31934" x="7796213" y="3563938"/>
          <p14:tracePt t="31944" x="7791450" y="3563938"/>
          <p14:tracePt t="31951" x="7785100" y="3570288"/>
          <p14:tracePt t="31961" x="7767638" y="3570288"/>
          <p14:tracePt t="31971" x="7734300" y="3586163"/>
          <p14:tracePt t="31981" x="7700963" y="3608388"/>
          <p14:tracePt t="31991" x="7656513" y="3630613"/>
          <p14:tracePt t="32001" x="7610475" y="3659188"/>
          <p14:tracePt t="32011" x="7566025" y="3692525"/>
          <p14:tracePt t="32021" x="7526338" y="3721100"/>
          <p14:tracePt t="32031" x="7497763" y="3749675"/>
          <p14:tracePt t="32041" x="7481888" y="3771900"/>
          <p14:tracePt t="32051" x="7464425" y="3789363"/>
          <p14:tracePt t="32061" x="7453313" y="3811588"/>
          <p14:tracePt t="32071" x="7442200" y="3833813"/>
          <p14:tracePt t="32081" x="7431088" y="3856038"/>
          <p14:tracePt t="32091" x="7419975" y="3884613"/>
          <p14:tracePt t="32101" x="7402513" y="3913188"/>
          <p14:tracePt t="32111" x="7380288" y="3940175"/>
          <p14:tracePt t="32121" x="7362825" y="3968750"/>
          <p14:tracePt t="32131" x="7346950" y="3997325"/>
          <p14:tracePt t="32141" x="7329488" y="4024313"/>
          <p14:tracePt t="32151" x="7313613" y="4048125"/>
          <p14:tracePt t="32161" x="7296150" y="4075113"/>
          <p14:tracePt t="32171" x="7278688" y="4097338"/>
          <p14:tracePt t="32181" x="7262813" y="4121150"/>
          <p14:tracePt t="32191" x="7245350" y="4143375"/>
          <p14:tracePt t="32201" x="7227888" y="4165600"/>
          <p14:tracePt t="32211" x="7212013" y="4181475"/>
          <p14:tracePt t="32221" x="7194550" y="4198938"/>
          <p14:tracePt t="32231" x="7183438" y="4210050"/>
          <p14:tracePt t="32241" x="7172325" y="4227513"/>
          <p14:tracePt t="32251" x="7161213" y="4232275"/>
          <p14:tracePt t="32261" x="7143750" y="4249738"/>
          <p14:tracePt t="32271" x="7132638" y="4260850"/>
          <p14:tracePt t="32281" x="7121525" y="4271963"/>
          <p14:tracePt t="32291" x="7110413" y="4283075"/>
          <p14:tracePt t="32301" x="7088188" y="4300538"/>
          <p14:tracePt t="32311" x="7070725" y="4316413"/>
          <p14:tracePt t="32321" x="7054850" y="4333875"/>
          <p14:tracePt t="32331" x="7043738" y="4344988"/>
          <p14:tracePt t="32341" x="7026275" y="4362450"/>
          <p14:tracePt t="32351" x="7008813" y="4373563"/>
          <p14:tracePt t="32361" x="6992938" y="4384675"/>
          <p14:tracePt t="32371" x="6981825" y="4391025"/>
          <p14:tracePt t="32381" x="6964363" y="4406900"/>
          <p14:tracePt t="32391" x="6946900" y="4418013"/>
          <p14:tracePt t="32401" x="6935788" y="4429125"/>
          <p14:tracePt t="32411" x="6931025" y="4435475"/>
          <p14:tracePt t="32422" x="6924675" y="4435475"/>
          <p14:tracePt t="32431" x="6919913" y="4440238"/>
          <p14:tracePt t="32441" x="6919913" y="4446588"/>
          <p14:tracePt t="32451" x="6913563" y="4446588"/>
          <p14:tracePt t="32462" x="6908800" y="4451350"/>
          <p14:tracePt t="32472" x="6902450" y="4451350"/>
          <p14:tracePt t="32481" x="6897688" y="4451350"/>
          <p14:tracePt t="32491" x="6891338" y="4451350"/>
          <p14:tracePt t="32501" x="6884988" y="4457700"/>
          <p14:tracePt t="32511" x="6873875" y="4457700"/>
          <p14:tracePt t="32521" x="6862763" y="4457700"/>
          <p14:tracePt t="32531" x="6858000" y="4451350"/>
          <p14:tracePt t="32541" x="6851650" y="4451350"/>
          <p14:tracePt t="32551" x="6846888" y="4440238"/>
          <p14:tracePt t="32561" x="6840538" y="4435475"/>
          <p14:tracePt t="32571" x="6840538" y="4429125"/>
          <p14:tracePt t="32581" x="6829425" y="4418013"/>
          <p14:tracePt t="32591" x="6829425" y="4413250"/>
          <p14:tracePt t="32601" x="6824663" y="4406900"/>
          <p14:tracePt t="32611" x="6824663" y="4402138"/>
          <p14:tracePt t="32621" x="6818313" y="4395788"/>
          <p14:tracePt t="32631" x="6818313" y="4391025"/>
          <p14:tracePt t="32641" x="6818313" y="4384675"/>
          <p14:tracePt t="32652" x="6818313" y="4378325"/>
          <p14:tracePt t="32661" x="6818313" y="4373563"/>
          <p14:tracePt t="32678" x="6818313" y="4367213"/>
          <p14:tracePt t="32681" x="6824663" y="4367213"/>
          <p14:tracePt t="32692" x="6824663" y="4362450"/>
          <p14:tracePt t="32701" x="6829425" y="4356100"/>
          <p14:tracePt t="32711" x="6835775" y="4344988"/>
          <p14:tracePt t="32721" x="6840538" y="4329113"/>
          <p14:tracePt t="32731" x="6846888" y="4316413"/>
          <p14:tracePt t="32741" x="6858000" y="4300538"/>
          <p14:tracePt t="32751" x="6880225" y="4271963"/>
          <p14:tracePt t="32761" x="6897688" y="4249738"/>
          <p14:tracePt t="32771" x="6913563" y="4227513"/>
          <p14:tracePt t="32781" x="6931025" y="4210050"/>
          <p14:tracePt t="32791" x="6953250" y="4181475"/>
          <p14:tracePt t="32801" x="6981825" y="4143375"/>
          <p14:tracePt t="32811" x="7008813" y="4092575"/>
          <p14:tracePt t="32821" x="7043738" y="4041775"/>
          <p14:tracePt t="32831" x="7070725" y="3990975"/>
          <p14:tracePt t="32841" x="7099300" y="3940175"/>
          <p14:tracePt t="32851" x="7127875" y="3900488"/>
          <p14:tracePt t="32861" x="7150100" y="3867150"/>
          <p14:tracePt t="32871" x="7167563" y="3838575"/>
          <p14:tracePt t="32882" x="7205663" y="3805238"/>
          <p14:tracePt t="32891" x="7234238" y="3783013"/>
          <p14:tracePt t="32901" x="7267575" y="3760788"/>
          <p14:tracePt t="32911" x="7307263" y="3738563"/>
          <p14:tracePt t="32921" x="7335838" y="3727450"/>
          <p14:tracePt t="32931" x="7362825" y="3709988"/>
          <p14:tracePt t="32941" x="7391400" y="3692525"/>
          <p14:tracePt t="32951" x="7413625" y="3681413"/>
          <p14:tracePt t="32961" x="7431088" y="3665538"/>
          <p14:tracePt t="32971" x="7453313" y="3654425"/>
          <p14:tracePt t="32981" x="7481888" y="3636963"/>
          <p14:tracePt t="32991" x="7515225" y="3619500"/>
          <p14:tracePt t="33001" x="7543800" y="3603625"/>
          <p14:tracePt t="33011" x="7566025" y="3586163"/>
          <p14:tracePt t="33021" x="7588250" y="3581400"/>
          <p14:tracePt t="33031" x="7605713" y="3581400"/>
          <p14:tracePt t="33041" x="7616825" y="3581400"/>
          <p14:tracePt t="33051" x="7621588" y="3581400"/>
          <p14:tracePt t="33061" x="7627938" y="3581400"/>
          <p14:tracePt t="33071" x="7639050" y="3575050"/>
          <p14:tracePt t="33081" x="7661275" y="3570288"/>
          <p14:tracePt t="33091" x="7689850" y="3570288"/>
          <p14:tracePt t="33101" x="7718425" y="3570288"/>
          <p14:tracePt t="33111" x="7762875" y="3570288"/>
          <p14:tracePt t="33121" x="7796213" y="3575050"/>
          <p14:tracePt t="33131" x="7835900" y="3575050"/>
          <p14:tracePt t="33141" x="7875588" y="3586163"/>
          <p14:tracePt t="33151" x="7920038" y="3597275"/>
          <p14:tracePt t="33161" x="7964488" y="3614738"/>
          <p14:tracePt t="33171" x="8015288" y="3630613"/>
          <p14:tracePt t="33181" x="8072438" y="3648075"/>
          <p14:tracePt t="33191" x="8134350" y="3676650"/>
          <p14:tracePt t="33201" x="8183563" y="3692525"/>
          <p14:tracePt t="33211" x="8240713" y="3721100"/>
          <p14:tracePt t="33221" x="8296275" y="3749675"/>
          <p14:tracePt t="33231" x="8347075" y="3778250"/>
          <p14:tracePt t="33241" x="8426450" y="3822700"/>
          <p14:tracePt t="33251" x="8493125" y="3873500"/>
          <p14:tracePt t="33261" x="8561388" y="3917950"/>
          <p14:tracePt t="33271" x="8628063" y="3968750"/>
          <p14:tracePt t="33281" x="8707438" y="4013200"/>
          <p14:tracePt t="33291" x="8769350" y="4059238"/>
          <p14:tracePt t="33301" x="8820150" y="4086225"/>
          <p14:tracePt t="33311" x="8869363" y="4121150"/>
          <p14:tracePt t="33321" x="8909050" y="4154488"/>
          <p14:tracePt t="33331" x="8937625" y="4176713"/>
          <p14:tracePt t="33341" x="8959850" y="4194175"/>
          <p14:tracePt t="33351" x="8977313" y="4210050"/>
          <p14:tracePt t="33361" x="8999538" y="4221163"/>
          <p14:tracePt t="33371" x="9015413" y="4238625"/>
          <p14:tracePt t="33381" x="9032875" y="4256088"/>
          <p14:tracePt t="33391" x="9050338" y="4283075"/>
          <p14:tracePt t="33401" x="9072563" y="4305300"/>
          <p14:tracePt t="33411" x="9088438" y="4329113"/>
          <p14:tracePt t="33421" x="9105900" y="4344988"/>
          <p14:tracePt t="33431" x="9117013" y="4351338"/>
          <p14:tracePt t="33441" x="9128125" y="4356100"/>
          <p14:tracePt t="33451" x="9145588" y="4356100"/>
          <p14:tracePt t="33461" x="9174163" y="4362450"/>
          <p14:tracePt t="33471" x="9218613" y="4362450"/>
          <p14:tracePt t="33481" x="9269413" y="4362450"/>
          <p14:tracePt t="33491" x="9331325" y="4362450"/>
          <p14:tracePt t="33501" x="9420225" y="4362450"/>
          <p14:tracePt t="33511" x="9493250" y="4362450"/>
          <p14:tracePt t="33521" x="9561513" y="4356100"/>
          <p14:tracePt t="33531" x="9634538" y="4351338"/>
          <p14:tracePt t="33541" x="9685338" y="4340225"/>
          <p14:tracePt t="33551" x="9718675" y="4333875"/>
          <p14:tracePt t="33561" x="9747250" y="4322763"/>
          <p14:tracePt t="33571" x="9763125" y="4322763"/>
          <p14:tracePt t="33581" x="9780588" y="4316413"/>
          <p14:tracePt t="33591" x="9786938" y="4311650"/>
          <p14:tracePt t="33601" x="9791700" y="4311650"/>
          <p14:tracePt t="33611" x="9798050" y="4305300"/>
          <p14:tracePt t="33621" x="9802813" y="4300538"/>
          <p14:tracePt t="33631" x="9809163" y="4294188"/>
          <p14:tracePt t="33641" x="9820275" y="4278313"/>
          <p14:tracePt t="33651" x="9831388" y="4267200"/>
          <p14:tracePt t="33661" x="9842500" y="4249738"/>
          <p14:tracePt t="33671" x="9871075" y="4221163"/>
          <p14:tracePt t="33681" x="9893300" y="4198938"/>
          <p14:tracePt t="33691" x="9909175" y="4187825"/>
          <p14:tracePt t="33701" x="9926638" y="4176713"/>
          <p14:tracePt t="33711" x="9932988" y="4170363"/>
          <p14:tracePt t="33721" x="9937750" y="4159250"/>
          <p14:tracePt t="33731" x="9944100" y="4148138"/>
          <p14:tracePt t="33741" x="9955213" y="4143375"/>
          <p14:tracePt t="33751" x="9959975" y="4125913"/>
          <p14:tracePt t="33761" x="9966325" y="4108450"/>
          <p14:tracePt t="33771" x="9977438" y="4097338"/>
          <p14:tracePt t="33781" x="9988550" y="4081463"/>
          <p14:tracePt t="33791" x="9994900" y="4075113"/>
          <p14:tracePt t="33801" x="9999663" y="4064000"/>
          <p14:tracePt t="33811" x="10006013" y="4059238"/>
          <p14:tracePt t="33821" x="10006013" y="4052888"/>
          <p14:tracePt t="33834" x="10010775" y="4052888"/>
          <p14:tracePt t="33852" x="10010775" y="4048125"/>
          <p14:tracePt t="33902" x="10010775" y="4041775"/>
          <p14:tracePt t="33916" x="10006013" y="4041775"/>
          <p14:tracePt t="33918" x="9999663" y="4035425"/>
          <p14:tracePt t="33921" x="9988550" y="4035425"/>
          <p14:tracePt t="33931" x="9921875" y="3997325"/>
          <p14:tracePt t="33941" x="9791700" y="3935413"/>
          <p14:tracePt t="33951" x="9590088" y="3844925"/>
          <p14:tracePt t="33961" x="9431338" y="3783013"/>
          <p14:tracePt t="33971" x="9331325" y="3754438"/>
          <p14:tracePt t="33981" x="9291638" y="3749675"/>
          <p14:tracePt t="33991" x="9269413" y="3743325"/>
          <p14:tracePt t="34001" x="9258300" y="3743325"/>
          <p14:tracePt t="34011" x="9247188" y="3743325"/>
          <p14:tracePt t="34021" x="9240838" y="3743325"/>
          <p14:tracePt t="34031" x="9236075" y="3743325"/>
          <p14:tracePt t="34090" x="9229725" y="3749675"/>
          <p14:tracePt t="34092" x="9229725" y="3754438"/>
          <p14:tracePt t="34101" x="9218613" y="3778250"/>
          <p14:tracePt t="34111" x="9207500" y="3822700"/>
          <p14:tracePt t="34121" x="9190038" y="3884613"/>
          <p14:tracePt t="34131" x="9150350" y="3973513"/>
          <p14:tracePt t="34141" x="9128125" y="4052888"/>
          <p14:tracePt t="34151" x="9101138" y="4125913"/>
          <p14:tracePt t="34161" x="9083675" y="4187825"/>
          <p14:tracePt t="34171" x="9077325" y="4221163"/>
          <p14:tracePt t="34181" x="9077325" y="4238625"/>
          <p14:tracePt t="34191" x="9077325" y="4243388"/>
          <p14:tracePt t="34201" x="9077325" y="4256088"/>
          <p14:tracePt t="34242" x="9077325" y="4260850"/>
          <p14:tracePt t="34318" x="9077325" y="4256088"/>
          <p14:tracePt t="34324" x="9077325" y="4249738"/>
          <p14:tracePt t="34332" x="9083675" y="4249738"/>
          <p14:tracePt t="34334" x="9083675" y="4243388"/>
          <p14:tracePt t="34341" x="9088438" y="4232275"/>
          <p14:tracePt t="34351" x="9088438" y="4216400"/>
          <p14:tracePt t="34361" x="9094788" y="4198938"/>
          <p14:tracePt t="34371" x="9101138" y="4170363"/>
          <p14:tracePt t="34381" x="9094788" y="4125913"/>
          <p14:tracePt t="34391" x="9077325" y="4064000"/>
          <p14:tracePt t="34391" x="9072563" y="4052888"/>
          <p14:tracePt t="34401" x="9066213" y="4013200"/>
          <p14:tracePt t="34411" x="9055100" y="3990975"/>
          <p14:tracePt t="34421" x="9032875" y="3990975"/>
          <p14:tracePt t="34431" x="8953500" y="4041775"/>
          <p14:tracePt t="34441" x="8836025" y="4121150"/>
          <p14:tracePt t="34451" x="8813800" y="4132263"/>
          <p14:tracePt t="34592" x="8813800" y="4137025"/>
          <p14:tracePt t="35726" x="8813800" y="4132263"/>
          <p14:tracePt t="35736" x="8807450" y="4132263"/>
          <p14:tracePt t="35738" x="8807450" y="4125913"/>
          <p14:tracePt t="35741" x="8802688" y="4125913"/>
          <p14:tracePt t="35751" x="8796338" y="4125913"/>
          <p14:tracePt t="35761" x="8785225" y="4125913"/>
          <p14:tracePt t="35771" x="8780463" y="4125913"/>
          <p14:tracePt t="35781" x="8774113" y="4125913"/>
          <p14:tracePt t="35792" x="8769350" y="4125913"/>
          <p14:tracePt t="35801" x="8769350" y="4121150"/>
          <p14:tracePt t="35811" x="8763000" y="4121150"/>
          <p14:tracePt t="35821" x="8758238" y="4121150"/>
          <p14:tracePt t="35864" x="8758238" y="4114800"/>
          <p14:tracePt t="40744" x="8763000" y="4108450"/>
          <p14:tracePt t="40746" x="8769350" y="4108450"/>
          <p14:tracePt t="40751" x="8785225" y="4097338"/>
          <p14:tracePt t="40761" x="8831263" y="4081463"/>
          <p14:tracePt t="40771" x="8847138" y="4075113"/>
          <p14:tracePt t="40781" x="8836025" y="4081463"/>
          <p14:tracePt t="40791" x="8802688" y="4092575"/>
          <p14:tracePt t="40801" x="8769350" y="4097338"/>
          <p14:tracePt t="40811" x="8763000" y="4097338"/>
          <p14:tracePt t="40824" x="8758238" y="4097338"/>
          <p14:tracePt t="41802" x="8763000" y="4097338"/>
          <p14:tracePt t="41804" x="8769350" y="4097338"/>
          <p14:tracePt t="41811" x="8796338" y="4103688"/>
          <p14:tracePt t="41821" x="8880475" y="4114800"/>
          <p14:tracePt t="41831" x="8970963" y="4125913"/>
          <p14:tracePt t="41841" x="9094788" y="4154488"/>
          <p14:tracePt t="41851" x="9274175" y="4181475"/>
          <p14:tracePt t="41861" x="9477375" y="4227513"/>
          <p14:tracePt t="41871" x="9628188" y="4249738"/>
          <p14:tracePt t="41882" x="9707563" y="4256088"/>
          <p14:tracePt t="41891" x="9725025" y="4256088"/>
          <p14:tracePt t="41902" x="9729788" y="4256088"/>
          <p14:tracePt t="41966" x="9736138" y="4256088"/>
          <p14:tracePt t="41970" x="9740900" y="4249738"/>
          <p14:tracePt t="41974" x="9740900" y="4243388"/>
          <p14:tracePt t="41981" x="9747250" y="4238625"/>
          <p14:tracePt t="41991" x="9752013" y="4227513"/>
          <p14:tracePt t="42001" x="9763125" y="4210050"/>
          <p14:tracePt t="42011" x="9769475" y="4205288"/>
          <p14:tracePt t="42026" x="9769475" y="4198938"/>
          <p14:tracePt t="42044" x="9774238" y="4198938"/>
          <p14:tracePt t="42056" x="9774238" y="4194175"/>
          <p14:tracePt t="42184" x="9780588" y="4198938"/>
          <p14:tracePt t="42190" x="9786938" y="4205288"/>
          <p14:tracePt t="42196" x="9786938" y="4210050"/>
          <p14:tracePt t="42201" x="9791700" y="4216400"/>
          <p14:tracePt t="42211" x="9813925" y="4249738"/>
          <p14:tracePt t="42221" x="9836150" y="4283075"/>
          <p14:tracePt t="42231" x="9859963" y="4322763"/>
          <p14:tracePt t="42241" x="9898063" y="4367213"/>
          <p14:tracePt t="42251" x="9932988" y="4406900"/>
          <p14:tracePt t="42261" x="9944100" y="4424363"/>
          <p14:tracePt t="42271" x="9948863" y="4424363"/>
          <p14:tracePt t="42281" x="9948863" y="4429125"/>
          <p14:tracePt t="42332" x="9955213" y="4429125"/>
          <p14:tracePt t="42338" x="9955213" y="4424363"/>
          <p14:tracePt t="42344" x="9955213" y="4418013"/>
          <p14:tracePt t="42351" x="9959975" y="4413250"/>
          <p14:tracePt t="42361" x="9959975" y="4402138"/>
          <p14:tracePt t="42371" x="9966325" y="4395788"/>
          <p14:tracePt t="42381" x="9966325" y="4391025"/>
          <p14:tracePt t="42391" x="9966325" y="4384675"/>
          <p14:tracePt t="42401" x="9966325" y="4373563"/>
          <p14:tracePt t="42411" x="9966325" y="4362450"/>
          <p14:tracePt t="42421" x="9966325" y="4351338"/>
          <p14:tracePt t="42431" x="9966325" y="4340225"/>
          <p14:tracePt t="42442" x="9971088" y="4340225"/>
          <p14:tracePt t="42451" x="9971088" y="4333875"/>
          <p14:tracePt t="42562" x="9971088" y="4329113"/>
          <p14:tracePt t="42634" x="9971088" y="4322763"/>
          <p14:tracePt t="42641" x="9971088" y="4316413"/>
          <p14:tracePt t="42648" x="9966325" y="4311650"/>
          <p14:tracePt t="42654" x="9959975" y="4305300"/>
          <p14:tracePt t="42661" x="9944100" y="4294188"/>
          <p14:tracePt t="42671" x="9909175" y="4271963"/>
          <p14:tracePt t="42681" x="9836150" y="4232275"/>
          <p14:tracePt t="42691" x="9752013" y="4187825"/>
          <p14:tracePt t="42701" x="9652000" y="4137025"/>
          <p14:tracePt t="42711" x="9550400" y="4081463"/>
          <p14:tracePt t="42721" x="9448800" y="4019550"/>
          <p14:tracePt t="42731" x="9371013" y="3973513"/>
          <p14:tracePt t="42741" x="9313863" y="3940175"/>
          <p14:tracePt t="42751" x="9280525" y="3917950"/>
          <p14:tracePt t="42761" x="9269413" y="3906838"/>
          <p14:tracePt t="42771" x="9263063" y="3906838"/>
          <p14:tracePt t="42786" x="9263063" y="3900488"/>
          <p14:tracePt t="42792" x="9258300" y="3900488"/>
          <p14:tracePt t="42906" x="9258300" y="3895725"/>
          <p14:tracePt t="42914" x="9263063" y="3889375"/>
          <p14:tracePt t="42918" x="9263063" y="3878263"/>
          <p14:tracePt t="42921" x="9269413" y="3873500"/>
          <p14:tracePt t="42931" x="9280525" y="3838575"/>
          <p14:tracePt t="42941" x="9285288" y="3789363"/>
          <p14:tracePt t="42951" x="9296400" y="3727450"/>
          <p14:tracePt t="42961" x="9296400" y="3665538"/>
          <p14:tracePt t="42971" x="9285288" y="3608388"/>
          <p14:tracePt t="42981" x="9269413" y="3563938"/>
          <p14:tracePt t="42991" x="9258300" y="3535363"/>
          <p14:tracePt t="43001" x="9236075" y="3519488"/>
          <p14:tracePt t="43011" x="9212263" y="3508375"/>
          <p14:tracePt t="43021" x="9178925" y="3495675"/>
          <p14:tracePt t="43031" x="9150350" y="3490913"/>
          <p14:tracePt t="43041" x="9128125" y="3484563"/>
          <p14:tracePt t="43051" x="9112250" y="3484563"/>
          <p14:tracePt t="43061" x="9094788" y="3484563"/>
          <p14:tracePt t="43071" x="9083675" y="3484563"/>
          <p14:tracePt t="43081" x="9066213" y="3495675"/>
          <p14:tracePt t="43091" x="9055100" y="3495675"/>
          <p14:tracePt t="43101" x="9043988" y="3502025"/>
          <p14:tracePt t="43111" x="9039225" y="3508375"/>
          <p14:tracePt t="43121" x="9032875" y="3519488"/>
          <p14:tracePt t="43131" x="9028113" y="3524250"/>
          <p14:tracePt t="43141" x="9015413" y="3541713"/>
          <p14:tracePt t="43151" x="8999538" y="3575050"/>
          <p14:tracePt t="43161" x="8982075" y="3608388"/>
          <p14:tracePt t="43171" x="8970963" y="3636963"/>
          <p14:tracePt t="43181" x="8959850" y="3654425"/>
          <p14:tracePt t="43191" x="8959850" y="3665538"/>
          <p14:tracePt t="43201" x="8953500" y="3670300"/>
          <p14:tracePt t="43211" x="8948738" y="3676650"/>
          <p14:tracePt t="43221" x="8948738" y="3681413"/>
          <p14:tracePt t="43231" x="8948738" y="3687763"/>
          <p14:tracePt t="43246" x="8942388" y="3687763"/>
          <p14:tracePt t="43251" x="8942388" y="3692525"/>
          <p14:tracePt t="43266" x="8942388" y="3698875"/>
          <p14:tracePt t="43316" x="8942388" y="3705225"/>
          <p14:tracePt t="43358" x="8937625" y="3705225"/>
          <p14:tracePt t="43708" x="8937625" y="3709988"/>
          <p14:tracePt t="43728" x="8937625" y="3716338"/>
          <p14:tracePt t="43732" x="8937625" y="3721100"/>
          <p14:tracePt t="43738" x="8937625" y="3727450"/>
          <p14:tracePt t="43742" x="8937625" y="3732213"/>
          <p14:tracePt t="43751" x="8931275" y="3743325"/>
          <p14:tracePt t="43761" x="8926513" y="3760788"/>
          <p14:tracePt t="43771" x="8926513" y="3778250"/>
          <p14:tracePt t="43781" x="8926513" y="3783013"/>
          <p14:tracePt t="43791" x="8926513" y="3789363"/>
          <p14:tracePt t="43808" x="8926513" y="3794125"/>
          <p14:tracePt t="43832" x="8926513" y="3800475"/>
          <p14:tracePt t="43837" x="8920163" y="3800475"/>
          <p14:tracePt t="43844" x="8920163" y="3805238"/>
          <p14:tracePt t="43956" x="8920163" y="3800475"/>
          <p14:tracePt t="44090" x="8926513" y="3800475"/>
          <p14:tracePt t="44096" x="8926513" y="3794125"/>
          <p14:tracePt t="44101" x="8931275" y="3794125"/>
          <p14:tracePt t="44118" x="8937625" y="3794125"/>
          <p14:tracePt t="44130" x="8942388" y="3794125"/>
          <p14:tracePt t="44132" x="8942388" y="3789363"/>
          <p14:tracePt t="44142" x="8948738" y="3789363"/>
          <p14:tracePt t="44151" x="8953500" y="3789363"/>
          <p14:tracePt t="44162" x="8959850" y="3789363"/>
          <p14:tracePt t="44171" x="8959850" y="3783013"/>
          <p14:tracePt t="44181" x="8966200" y="3783013"/>
          <p14:tracePt t="44191" x="8977313" y="3778250"/>
          <p14:tracePt t="44201" x="8982075" y="3771900"/>
          <p14:tracePt t="44211" x="8988425" y="3765550"/>
          <p14:tracePt t="44221" x="8999538" y="3760788"/>
          <p14:tracePt t="44231" x="9004300" y="3754438"/>
          <p14:tracePt t="44241" x="9015413" y="3749675"/>
          <p14:tracePt t="44251" x="9032875" y="3738563"/>
          <p14:tracePt t="44261" x="9050338" y="3732213"/>
          <p14:tracePt t="44271" x="9077325" y="3721100"/>
          <p14:tracePt t="44281" x="9117013" y="3709988"/>
          <p14:tracePt t="44291" x="9145588" y="3705225"/>
          <p14:tracePt t="44301" x="9174163" y="3698875"/>
          <p14:tracePt t="44311" x="9201150" y="3687763"/>
          <p14:tracePt t="44321" x="9212263" y="3687763"/>
          <p14:tracePt t="44331" x="9229725" y="3681413"/>
          <p14:tracePt t="44341" x="9240838" y="3681413"/>
          <p14:tracePt t="44351" x="9251950" y="3676650"/>
          <p14:tracePt t="44361" x="9258300" y="3670300"/>
          <p14:tracePt t="44371" x="9274175" y="3665538"/>
          <p14:tracePt t="44381" x="9302750" y="3659188"/>
          <p14:tracePt t="44391" x="9336088" y="3643313"/>
          <p14:tracePt t="44401" x="9371013" y="3625850"/>
          <p14:tracePt t="44411" x="9398000" y="3614738"/>
          <p14:tracePt t="44421" x="9420225" y="3603625"/>
          <p14:tracePt t="44431" x="9426575" y="3597275"/>
          <p14:tracePt t="44441" x="9431338" y="3592513"/>
          <p14:tracePt t="44451" x="9431338" y="3581400"/>
          <p14:tracePt t="44461" x="9437688" y="3575050"/>
          <p14:tracePt t="44471" x="9448800" y="3557588"/>
          <p14:tracePt t="44481" x="9466263" y="3530600"/>
          <p14:tracePt t="44491" x="9482138" y="3495675"/>
          <p14:tracePt t="44501" x="9499600" y="3462338"/>
          <p14:tracePt t="44511" x="9517063" y="3435350"/>
          <p14:tracePt t="44521" x="9528175" y="3411538"/>
          <p14:tracePt t="44531" x="9539288" y="3384550"/>
          <p14:tracePt t="44541" x="9544050" y="3349625"/>
          <p14:tracePt t="44551" x="9555163" y="3316288"/>
          <p14:tracePt t="44561" x="9561513" y="3282950"/>
          <p14:tracePt t="44571" x="9566275" y="3243263"/>
          <p14:tracePt t="44581" x="9566275" y="3203575"/>
          <p14:tracePt t="44591" x="9566275" y="3165475"/>
          <p14:tracePt t="44601" x="9566275" y="3130550"/>
          <p14:tracePt t="44611" x="9566275" y="3097213"/>
          <p14:tracePt t="44621" x="9561513" y="3063875"/>
          <p14:tracePt t="44631" x="9555163" y="3024188"/>
          <p14:tracePt t="44641" x="9544050" y="2984500"/>
          <p14:tracePt t="44651" x="9532938" y="2944813"/>
          <p14:tracePt t="44661" x="9517063" y="2906713"/>
          <p14:tracePt t="44671" x="9499600" y="2867025"/>
          <p14:tracePt t="44681" x="9482138" y="2838450"/>
          <p14:tracePt t="44691" x="9471025" y="2809875"/>
          <p14:tracePt t="44701" x="9455150" y="2794000"/>
          <p14:tracePt t="44711" x="9437688" y="2771775"/>
          <p14:tracePt t="44721" x="9415463" y="2743200"/>
          <p14:tracePt t="44731" x="9386888" y="2714625"/>
          <p14:tracePt t="44741" x="9358313" y="2687638"/>
          <p14:tracePt t="44751" x="9331325" y="2663825"/>
          <p14:tracePt t="44761" x="9302750" y="2641600"/>
          <p14:tracePt t="44771" x="9274175" y="2619375"/>
          <p14:tracePt t="44781" x="9258300" y="2608263"/>
          <p14:tracePt t="44791" x="9240838" y="2601913"/>
          <p14:tracePt t="44801" x="9229725" y="2590800"/>
          <p14:tracePt t="44811" x="9218613" y="2586038"/>
          <p14:tracePt t="44821" x="9201150" y="2579688"/>
          <p14:tracePt t="44831" x="9185275" y="2574925"/>
          <p14:tracePt t="44841" x="9167813" y="2568575"/>
          <p14:tracePt t="44851" x="9150350" y="2563813"/>
          <p14:tracePt t="44861" x="9139238" y="2557463"/>
          <p14:tracePt t="44871" x="9123363" y="2557463"/>
          <p14:tracePt t="44882" x="9101138" y="2552700"/>
          <p14:tracePt t="44891" x="9083675" y="2552700"/>
          <p14:tracePt t="44901" x="9032875" y="2552700"/>
          <p14:tracePt t="44911" x="8982075" y="2568575"/>
          <p14:tracePt t="44921" x="8893175" y="2586038"/>
          <p14:tracePt t="44931" x="8813800" y="2608263"/>
          <p14:tracePt t="44941" x="8723313" y="2630488"/>
          <p14:tracePt t="44951" x="8645525" y="2670175"/>
          <p14:tracePt t="44961" x="8577263" y="2698750"/>
          <p14:tracePt t="44971" x="8521700" y="2732088"/>
          <p14:tracePt t="44981" x="8470900" y="2765425"/>
          <p14:tracePt t="44991" x="8426450" y="2794000"/>
          <p14:tracePt t="45001" x="8391525" y="2827338"/>
          <p14:tracePt t="45011" x="8364538" y="2849563"/>
          <p14:tracePt t="45021" x="8347075" y="2867025"/>
          <p14:tracePt t="45031" x="8342313" y="2871788"/>
          <p14:tracePt t="45041" x="8335963" y="2884488"/>
          <p14:tracePt t="45051" x="8329613" y="2895600"/>
          <p14:tracePt t="45061" x="8324850" y="2917825"/>
          <p14:tracePt t="45071" x="8324850" y="2940050"/>
          <p14:tracePt t="45081" x="8324850" y="2984500"/>
          <p14:tracePt t="45091" x="8324850" y="3024188"/>
          <p14:tracePt t="45101" x="8324850" y="3068638"/>
          <p14:tracePt t="45111" x="8324850" y="3103563"/>
          <p14:tracePt t="45121" x="8324850" y="3141663"/>
          <p14:tracePt t="45131" x="8329613" y="3176588"/>
          <p14:tracePt t="45141" x="8342313" y="3214688"/>
          <p14:tracePt t="45151" x="8358188" y="3249613"/>
          <p14:tracePt t="45161" x="8375650" y="3282950"/>
          <p14:tracePt t="45171" x="8391525" y="3311525"/>
          <p14:tracePt t="45181" x="8402638" y="3344863"/>
          <p14:tracePt t="45191" x="8415338" y="3367088"/>
          <p14:tracePt t="45201" x="8420100" y="3389313"/>
          <p14:tracePt t="45211" x="8431213" y="3411538"/>
          <p14:tracePt t="45221" x="8442325" y="3429000"/>
          <p14:tracePt t="45231" x="8448675" y="3446463"/>
          <p14:tracePt t="45241" x="8448675" y="3462338"/>
          <p14:tracePt t="45251" x="8448675" y="3468688"/>
          <p14:tracePt t="45261" x="8448675" y="3479800"/>
          <p14:tracePt t="45271" x="8448675" y="3490913"/>
          <p14:tracePt t="45281" x="8448675" y="3502025"/>
          <p14:tracePt t="45291" x="8448675" y="3513138"/>
          <p14:tracePt t="45301" x="8448675" y="3535363"/>
          <p14:tracePt t="45311" x="8448675" y="3557588"/>
          <p14:tracePt t="45321" x="8448675" y="3581400"/>
          <p14:tracePt t="45331" x="8448675" y="3614738"/>
          <p14:tracePt t="45341" x="8448675" y="3643313"/>
          <p14:tracePt t="45351" x="8448675" y="3681413"/>
          <p14:tracePt t="45361" x="8448675" y="3721100"/>
          <p14:tracePt t="45371" x="8453438" y="3765550"/>
          <p14:tracePt t="45381" x="8464550" y="3811588"/>
          <p14:tracePt t="45391" x="8464550" y="3844925"/>
          <p14:tracePt t="45401" x="8477250" y="3873500"/>
          <p14:tracePt t="45411" x="8477250" y="3878263"/>
          <p14:tracePt t="45421" x="8482013" y="3884613"/>
          <p14:tracePt t="45431" x="8488363" y="3884613"/>
          <p14:tracePt t="45441" x="8499475" y="3884613"/>
          <p14:tracePt t="45451" x="8526463" y="3884613"/>
          <p14:tracePt t="45461" x="8583613" y="3884613"/>
          <p14:tracePt t="45471" x="8689975" y="3884613"/>
          <p14:tracePt t="45481" x="8774113" y="3867150"/>
          <p14:tracePt t="45491" x="8880475" y="3844925"/>
          <p14:tracePt t="45501" x="8999538" y="3805238"/>
          <p14:tracePt t="45511" x="9117013" y="3760788"/>
          <p14:tracePt t="45521" x="9218613" y="3716338"/>
          <p14:tracePt t="45531" x="9285288" y="3676650"/>
          <p14:tracePt t="45541" x="9320213" y="3648075"/>
          <p14:tracePt t="45542" x="9324975" y="3636963"/>
          <p14:tracePt t="45551" x="9331325" y="3630613"/>
          <p14:tracePt t="45561" x="9342438" y="3608388"/>
          <p14:tracePt t="45571" x="9353550" y="3592513"/>
          <p14:tracePt t="45581" x="9358313" y="3570288"/>
          <p14:tracePt t="45591" x="9371013" y="3546475"/>
          <p14:tracePt t="45601" x="9382125" y="3513138"/>
          <p14:tracePt t="45611" x="9398000" y="3473450"/>
          <p14:tracePt t="45611" x="9398000" y="3462338"/>
          <p14:tracePt t="45621" x="9409113" y="3429000"/>
          <p14:tracePt t="45631" x="9426575" y="3378200"/>
          <p14:tracePt t="45641" x="9437688" y="3327400"/>
          <p14:tracePt t="45651" x="9448800" y="3282950"/>
          <p14:tracePt t="45661" x="9455150" y="3243263"/>
          <p14:tracePt t="45671" x="9459913" y="3198813"/>
          <p14:tracePt t="45681" x="9459913" y="3165475"/>
          <p14:tracePt t="45691" x="9459913" y="3119438"/>
          <p14:tracePt t="45701" x="9466263" y="3074988"/>
          <p14:tracePt t="45711" x="9471025" y="3030538"/>
          <p14:tracePt t="45721" x="9471025" y="2995613"/>
          <p14:tracePt t="45731" x="9471025" y="2973388"/>
          <p14:tracePt t="45741" x="9471025" y="2951163"/>
          <p14:tracePt t="45751" x="9471025" y="2933700"/>
          <p14:tracePt t="45761" x="9471025" y="2922588"/>
          <p14:tracePt t="45771" x="9471025" y="2911475"/>
          <p14:tracePt t="45781" x="9471025" y="2906713"/>
          <p14:tracePt t="45791" x="9471025" y="2900363"/>
          <p14:tracePt t="45826" x="9471025" y="2895600"/>
          <p14:tracePt t="56208" x="9477375" y="2895600"/>
          <p14:tracePt t="56211" x="9482138" y="2900363"/>
          <p14:tracePt t="56214" x="9482138" y="2906713"/>
          <p14:tracePt t="56221" x="9488488" y="2917825"/>
          <p14:tracePt t="56231" x="9510713" y="2951163"/>
          <p14:tracePt t="56232" x="9510713" y="2962275"/>
          <p14:tracePt t="56241" x="9550400" y="3001963"/>
          <p14:tracePt t="56251" x="9601200" y="3046413"/>
          <p14:tracePt t="56261" x="9605963" y="3052763"/>
          <p14:tracePt t="56276" x="9612313" y="3052763"/>
          <p14:tracePt t="56664" x="9612313" y="3057525"/>
          <p14:tracePt t="56668" x="9612313" y="3063875"/>
          <p14:tracePt t="56671" x="9605963" y="3063875"/>
          <p14:tracePt t="56681" x="9578975" y="3092450"/>
          <p14:tracePt t="56691" x="9550400" y="3097213"/>
          <p14:tracePt t="56701" x="9482138" y="3097213"/>
          <p14:tracePt t="56711" x="9358313" y="3108325"/>
          <p14:tracePt t="56721" x="9112250" y="3130550"/>
          <p14:tracePt t="56721" x="9061450" y="3136900"/>
          <p14:tracePt t="56731" x="8813800" y="3165475"/>
          <p14:tracePt t="56741" x="8437563" y="3203575"/>
          <p14:tracePt t="56751" x="7920038" y="3232150"/>
          <p14:tracePt t="56761" x="7267575" y="3271838"/>
          <p14:tracePt t="56771" x="6464300" y="3300413"/>
          <p14:tracePt t="56781" x="5626100" y="3327400"/>
          <p14:tracePt t="56791" x="4716463" y="3355975"/>
          <p14:tracePt t="56801" x="3862388" y="3362325"/>
          <p14:tracePt t="56811" x="3046413" y="3362325"/>
          <p14:tracePt t="56821" x="2338388" y="3362325"/>
          <p14:tracePt t="56831" x="1697038" y="3327400"/>
          <p14:tracePt t="56841" x="1196975" y="3294063"/>
          <p14:tracePt t="56851" x="776288" y="3238500"/>
          <p14:tracePt t="56861" x="433388" y="3203575"/>
          <p14:tracePt t="56871" x="168275" y="3181350"/>
          <p14:tracePt t="57068" x="50800" y="3209925"/>
          <p14:tracePt t="57071" x="95250" y="3214688"/>
          <p14:tracePt t="57081" x="387350" y="3238500"/>
          <p14:tracePt t="57091" x="725488" y="3249613"/>
          <p14:tracePt t="57101" x="1062038" y="3249613"/>
          <p14:tracePt t="57111" x="1393825" y="3238500"/>
          <p14:tracePt t="57121" x="1719263" y="3227388"/>
          <p14:tracePt t="57131" x="2017713" y="3227388"/>
          <p14:tracePt t="57141" x="2265363" y="3227388"/>
          <p14:tracePt t="57151" x="2422525" y="3227388"/>
          <p14:tracePt t="57161" x="2462213" y="3227388"/>
          <p14:tracePt t="57171" x="2466975" y="3227388"/>
          <p14:tracePt t="57204" x="2466975" y="3232150"/>
          <p14:tracePt t="57214" x="2462213" y="3232150"/>
          <p14:tracePt t="57229" x="2455863" y="3238500"/>
          <p14:tracePt t="57247" x="2455863" y="3243263"/>
          <p14:tracePt t="57263" x="2455863" y="3249613"/>
          <p14:tracePt t="57277" x="2455863" y="3254375"/>
          <p14:tracePt t="57314" x="2455863" y="3260725"/>
          <p14:tracePt t="57317" x="2466975" y="3265488"/>
          <p14:tracePt t="57321" x="2466975" y="3271838"/>
          <p14:tracePt t="57331" x="2506663" y="3311525"/>
          <p14:tracePt t="57341" x="2579688" y="3384550"/>
          <p14:tracePt t="57351" x="2674938" y="3473450"/>
          <p14:tracePt t="57361" x="2794000" y="3570288"/>
          <p14:tracePt t="57371" x="2928938" y="3659188"/>
          <p14:tracePt t="57381" x="3024188" y="3721100"/>
          <p14:tracePt t="57391" x="3063875" y="3749675"/>
          <p14:tracePt t="57401" x="3074988" y="3754438"/>
          <p14:tracePt t="57411" x="3079750" y="3754438"/>
          <p14:tracePt t="57421" x="3090863" y="3765550"/>
          <p14:tracePt t="57431" x="3119438" y="3783013"/>
          <p14:tracePt t="57441" x="3170238" y="3800475"/>
          <p14:tracePt t="57451" x="3203575" y="3805238"/>
          <p14:tracePt t="57461" x="3221038" y="3805238"/>
          <p14:tracePt t="57492" x="3225800" y="3805238"/>
          <p14:tracePt t="57512" x="3225800" y="3800475"/>
          <p14:tracePt t="57517" x="3225800" y="3794125"/>
          <p14:tracePt t="57521" x="3221038" y="3794125"/>
          <p14:tracePt t="57531" x="3214688" y="3778250"/>
          <p14:tracePt t="57541" x="3203575" y="3760788"/>
          <p14:tracePt t="57551" x="3192463" y="3738563"/>
          <p14:tracePt t="57561" x="3176588" y="3721100"/>
          <p14:tracePt t="57571" x="3159125" y="3698875"/>
          <p14:tracePt t="57581" x="3152775" y="3692525"/>
          <p14:tracePt t="57591" x="3152775" y="3687763"/>
          <p14:tracePt t="57620" x="3148013" y="3687763"/>
          <p14:tracePt t="57636" x="3148013" y="3681413"/>
          <p14:tracePt t="57728" x="3141663" y="3681413"/>
          <p14:tracePt t="57734" x="3141663" y="3687763"/>
          <p14:tracePt t="57735" x="3136900" y="3687763"/>
          <p14:tracePt t="57746" x="3136900" y="3692525"/>
          <p14:tracePt t="57751" x="3130550" y="3692525"/>
          <p14:tracePt t="57761" x="3130550" y="3698875"/>
          <p14:tracePt t="57771" x="3125788" y="3705225"/>
          <p14:tracePt t="57781" x="3114675" y="3709988"/>
          <p14:tracePt t="57791" x="3108325" y="3716338"/>
          <p14:tracePt t="57801" x="3108325" y="3721100"/>
          <p14:tracePt t="57811" x="3103563" y="3721100"/>
          <p14:tracePt t="57846" x="3103563" y="3727450"/>
          <p14:tracePt t="57856" x="3103563" y="3732213"/>
          <p14:tracePt t="57861" x="3103563" y="3738563"/>
          <p14:tracePt t="57867" x="3103563" y="3743325"/>
          <p14:tracePt t="57871" x="3103563" y="3749675"/>
          <p14:tracePt t="57881" x="3103563" y="3754438"/>
          <p14:tracePt t="57891" x="3103563" y="3771900"/>
          <p14:tracePt t="57901" x="3108325" y="3778250"/>
          <p14:tracePt t="57911" x="3114675" y="3789363"/>
          <p14:tracePt t="57921" x="3119438" y="3794125"/>
          <p14:tracePt t="57931" x="3130550" y="3800475"/>
          <p14:tracePt t="57941" x="3152775" y="3811588"/>
          <p14:tracePt t="57951" x="3187700" y="3827463"/>
          <p14:tracePt t="57961" x="3225800" y="3838575"/>
          <p14:tracePt t="57971" x="3276600" y="3851275"/>
          <p14:tracePt t="57981" x="3384550" y="3867150"/>
          <p14:tracePt t="57991" x="3519488" y="3895725"/>
          <p14:tracePt t="58001" x="3670300" y="3917950"/>
          <p14:tracePt t="58011" x="3811588" y="3935413"/>
          <p14:tracePt t="58021" x="3911600" y="3946525"/>
          <p14:tracePt t="58031" x="3968750" y="3946525"/>
          <p14:tracePt t="58041" x="3990975" y="3946525"/>
          <p14:tracePt t="58051" x="4002088" y="3946525"/>
          <p14:tracePt t="58061" x="4002088" y="3940175"/>
          <p14:tracePt t="58072" x="4008438" y="3940175"/>
          <p14:tracePt t="58081" x="4013200" y="3935413"/>
          <p14:tracePt t="58091" x="4035425" y="3917950"/>
          <p14:tracePt t="58101" x="4081463" y="3900488"/>
          <p14:tracePt t="58111" x="4165600" y="3873500"/>
          <p14:tracePt t="58121" x="4249738" y="3851275"/>
          <p14:tracePt t="58131" x="4327525" y="3833813"/>
          <p14:tracePt t="58141" x="4378325" y="3816350"/>
          <p14:tracePt t="58151" x="4413250" y="3794125"/>
          <p14:tracePt t="58161" x="4429125" y="3783013"/>
          <p14:tracePt t="58171" x="4446588" y="3778250"/>
          <p14:tracePt t="58181" x="4457700" y="3765550"/>
          <p14:tracePt t="58191" x="4468813" y="3760788"/>
          <p14:tracePt t="58201" x="4473575" y="3760788"/>
          <p14:tracePt t="58211" x="4479925" y="3754438"/>
          <p14:tracePt t="58221" x="4479925" y="3749675"/>
          <p14:tracePt t="58231" x="4486275" y="3743325"/>
          <p14:tracePt t="58241" x="4491038" y="3738563"/>
          <p14:tracePt t="58251" x="4497388" y="3721100"/>
          <p14:tracePt t="58261" x="4502150" y="3705225"/>
          <p14:tracePt t="58271" x="4502150" y="3681413"/>
          <p14:tracePt t="58281" x="4513263" y="3648075"/>
          <p14:tracePt t="58291" x="4524375" y="3614738"/>
          <p14:tracePt t="58301" x="4535488" y="3581400"/>
          <p14:tracePt t="58311" x="4535488" y="3552825"/>
          <p14:tracePt t="58321" x="4541838" y="3524250"/>
          <p14:tracePt t="58331" x="4541838" y="3502025"/>
          <p14:tracePt t="58341" x="4541838" y="3473450"/>
          <p14:tracePt t="58351" x="4548188" y="3440113"/>
          <p14:tracePt t="58361" x="4548188" y="3411538"/>
          <p14:tracePt t="58371" x="4548188" y="3378200"/>
          <p14:tracePt t="58381" x="4548188" y="3327400"/>
          <p14:tracePt t="58391" x="4535488" y="3276600"/>
          <p14:tracePt t="58401" x="4530725" y="3227388"/>
          <p14:tracePt t="58411" x="4519613" y="3187700"/>
          <p14:tracePt t="58421" x="4513263" y="3148013"/>
          <p14:tracePt t="58431" x="4508500" y="3125788"/>
          <p14:tracePt t="58441" x="4497388" y="3103563"/>
          <p14:tracePt t="58451" x="4491038" y="3086100"/>
          <p14:tracePt t="58461" x="4486275" y="3068638"/>
          <p14:tracePt t="58471" x="4473575" y="3046413"/>
          <p14:tracePt t="58481" x="4457700" y="3019425"/>
          <p14:tracePt t="58491" x="4435475" y="2990850"/>
          <p14:tracePt t="58501" x="4413250" y="2957513"/>
          <p14:tracePt t="58511" x="4389438" y="2928938"/>
          <p14:tracePt t="58521" x="4362450" y="2900363"/>
          <p14:tracePt t="58531" x="4344988" y="2889250"/>
          <p14:tracePt t="58541" x="4327525" y="2878138"/>
          <p14:tracePt t="58551" x="4305300" y="2867025"/>
          <p14:tracePt t="58561" x="4289425" y="2860675"/>
          <p14:tracePt t="58571" x="4271963" y="2849563"/>
          <p14:tracePt t="58581" x="4254500" y="2844800"/>
          <p14:tracePt t="58591" x="4238625" y="2833688"/>
          <p14:tracePt t="58601" x="4221163" y="2827338"/>
          <p14:tracePt t="58611" x="4210050" y="2822575"/>
          <p14:tracePt t="58621" x="4187825" y="2809875"/>
          <p14:tracePt t="58631" x="4159250" y="2798763"/>
          <p14:tracePt t="58641" x="4125913" y="2787650"/>
          <p14:tracePt t="58651" x="4086225" y="2776538"/>
          <p14:tracePt t="58661" x="4030663" y="2754313"/>
          <p14:tracePt t="58671" x="3997325" y="2749550"/>
          <p14:tracePt t="58681" x="3962400" y="2736850"/>
          <p14:tracePt t="58691" x="3940175" y="2732088"/>
          <p14:tracePt t="58701" x="3929063" y="2732088"/>
          <p14:tracePt t="58711" x="3911600" y="2725738"/>
          <p14:tracePt t="58722" x="3906838" y="2725738"/>
          <p14:tracePt t="58736" x="3900488" y="2725738"/>
          <p14:tracePt t="58742" x="3895725" y="2725738"/>
          <p14:tracePt t="58751" x="3889375" y="2725738"/>
          <p14:tracePt t="58761" x="3867150" y="2725738"/>
          <p14:tracePt t="58771" x="3844925" y="2720975"/>
          <p14:tracePt t="58781" x="3816350" y="2720975"/>
          <p14:tracePt t="58791" x="3765550" y="2720975"/>
          <p14:tracePt t="58801" x="3727450" y="2720975"/>
          <p14:tracePt t="58811" x="3692525" y="2720975"/>
          <p14:tracePt t="58821" x="3641725" y="2725738"/>
          <p14:tracePt t="58831" x="3614738" y="2736850"/>
          <p14:tracePt t="58841" x="3592513" y="2749550"/>
          <p14:tracePt t="58851" x="3575050" y="2760663"/>
          <p14:tracePt t="58861" x="3557588" y="2771775"/>
          <p14:tracePt t="58871" x="3552825" y="2776538"/>
          <p14:tracePt t="58882" x="3535363" y="2794000"/>
          <p14:tracePt t="58891" x="3524250" y="2798763"/>
          <p14:tracePt t="58901" x="3506788" y="2809875"/>
          <p14:tracePt t="58911" x="3495675" y="2822575"/>
          <p14:tracePt t="58921" x="3473450" y="2833688"/>
          <p14:tracePt t="58931" x="3451225" y="2849563"/>
          <p14:tracePt t="58941" x="3422650" y="2860675"/>
          <p14:tracePt t="58951" x="3400425" y="2871788"/>
          <p14:tracePt t="58961" x="3378200" y="2889250"/>
          <p14:tracePt t="58971" x="3367088" y="2895600"/>
          <p14:tracePt t="58982" x="3367088" y="2900363"/>
          <p14:tracePt t="58991" x="3360738" y="2906713"/>
          <p14:tracePt t="59002" x="3360738" y="2911475"/>
          <p14:tracePt t="59011" x="3355975" y="2911475"/>
          <p14:tracePt t="59021" x="3349625" y="2922588"/>
          <p14:tracePt t="59031" x="3344863" y="2933700"/>
          <p14:tracePt t="59041" x="3338513" y="2951163"/>
          <p14:tracePt t="59051" x="3327400" y="2957513"/>
          <p14:tracePt t="59061" x="3316288" y="2973388"/>
          <p14:tracePt t="59071" x="3305175" y="2984500"/>
          <p14:tracePt t="59081" x="3294063" y="2995613"/>
          <p14:tracePt t="59091" x="3282950" y="3006725"/>
          <p14:tracePt t="59101" x="3271838" y="3019425"/>
          <p14:tracePt t="59111" x="3265488" y="3030538"/>
          <p14:tracePt t="59121" x="3254375" y="3035300"/>
          <p14:tracePt t="59131" x="3249613" y="3052763"/>
          <p14:tracePt t="59141" x="3243263" y="3057525"/>
          <p14:tracePt t="59151" x="3232150" y="3074988"/>
          <p14:tracePt t="59161" x="3232150" y="3092450"/>
          <p14:tracePt t="59171" x="3225800" y="3103563"/>
          <p14:tracePt t="59181" x="3221038" y="3125788"/>
          <p14:tracePt t="59191" x="3221038" y="3141663"/>
          <p14:tracePt t="59201" x="3214688" y="3165475"/>
          <p14:tracePt t="59211" x="3209925" y="3181350"/>
          <p14:tracePt t="59221" x="3203575" y="3198813"/>
          <p14:tracePt t="59231" x="3203575" y="3214688"/>
          <p14:tracePt t="59241" x="3203575" y="3227388"/>
          <p14:tracePt t="59251" x="3198813" y="3232150"/>
          <p14:tracePt t="59261" x="3198813" y="3238500"/>
          <p14:tracePt t="59271" x="3198813" y="3243263"/>
          <p14:tracePt t="59281" x="3198813" y="3249613"/>
          <p14:tracePt t="59291" x="3198813" y="3260725"/>
          <p14:tracePt t="59301" x="3192463" y="3265488"/>
          <p14:tracePt t="59311" x="3192463" y="3271838"/>
          <p14:tracePt t="59321" x="3187700" y="3282950"/>
          <p14:tracePt t="59331" x="3187700" y="3294063"/>
          <p14:tracePt t="59341" x="3187700" y="3305175"/>
          <p14:tracePt t="59351" x="3181350" y="3311525"/>
          <p14:tracePt t="59361" x="3181350" y="3322638"/>
          <p14:tracePt t="59371" x="3176588" y="3327400"/>
          <p14:tracePt t="59381" x="3170238" y="3333750"/>
          <p14:tracePt t="59391" x="3170238" y="3338513"/>
          <p14:tracePt t="59401" x="3170238" y="3349625"/>
          <p14:tracePt t="59411" x="3170238" y="3355975"/>
          <p14:tracePt t="59421" x="3170238" y="3362325"/>
          <p14:tracePt t="59431" x="3170238" y="3378200"/>
          <p14:tracePt t="59441" x="3170238" y="3395663"/>
          <p14:tracePt t="59451" x="3170238" y="3406775"/>
          <p14:tracePt t="59461" x="3170238" y="3422650"/>
          <p14:tracePt t="59471" x="3170238" y="3440113"/>
          <p14:tracePt t="59481" x="3163888" y="3451225"/>
          <p14:tracePt t="59491" x="3163888" y="3457575"/>
          <p14:tracePt t="59501" x="3163888" y="3468688"/>
          <p14:tracePt t="59511" x="3163888" y="3479800"/>
          <p14:tracePt t="59521" x="3163888" y="3490913"/>
          <p14:tracePt t="59531" x="3163888" y="3502025"/>
          <p14:tracePt t="59541" x="3163888" y="3513138"/>
          <p14:tracePt t="59551" x="3163888" y="3530600"/>
          <p14:tracePt t="59561" x="3163888" y="3546475"/>
          <p14:tracePt t="59571" x="3159125" y="3563938"/>
          <p14:tracePt t="59571" x="3159125" y="3570288"/>
          <p14:tracePt t="59581" x="3159125" y="3586163"/>
          <p14:tracePt t="59591" x="3159125" y="3630613"/>
          <p14:tracePt t="59601" x="3159125" y="3676650"/>
          <p14:tracePt t="59611" x="3159125" y="3721100"/>
          <p14:tracePt t="59621" x="3159125" y="3765550"/>
          <p14:tracePt t="59631" x="3159125" y="3800475"/>
          <p14:tracePt t="59641" x="3159125" y="3805238"/>
          <p14:tracePt t="59652" x="3159125" y="3811588"/>
          <p14:tracePt t="59682" x="3159125" y="3816350"/>
          <p14:tracePt t="59720" x="3159125" y="3811588"/>
          <p14:tracePt t="59742" x="3159125" y="3805238"/>
          <p14:tracePt t="59788" x="3159125" y="3800475"/>
          <p14:tracePt t="59846" x="3163888" y="3800475"/>
          <p14:tracePt t="59926" x="3163888" y="3794125"/>
          <p14:tracePt t="59932" x="3170238" y="3789363"/>
          <p14:tracePt t="59942" x="3176588" y="3789363"/>
          <p14:tracePt t="59946" x="3176588" y="3783013"/>
          <p14:tracePt t="59962" x="3181350" y="3778250"/>
          <p14:tracePt t="59982" x="3187700" y="3778250"/>
          <p14:tracePt t="59998" x="3192463" y="3778250"/>
          <p14:tracePt t="60000" x="3192463" y="3771900"/>
          <p14:tracePt t="60006" x="3198813" y="3771900"/>
          <p14:tracePt t="60012" x="3198813" y="3765550"/>
          <p14:tracePt t="60021" x="3203575" y="3765550"/>
          <p14:tracePt t="60031" x="3209925" y="3760788"/>
          <p14:tracePt t="60041" x="3221038" y="3754438"/>
          <p14:tracePt t="60051" x="3238500" y="3749675"/>
          <p14:tracePt t="60061" x="3249613" y="3743325"/>
          <p14:tracePt t="60071" x="3265488" y="3738563"/>
          <p14:tracePt t="60081" x="3276600" y="3732213"/>
          <p14:tracePt t="60091" x="3294063" y="3727450"/>
          <p14:tracePt t="60101" x="3316288" y="3716338"/>
          <p14:tracePt t="60111" x="3344863" y="3705225"/>
          <p14:tracePt t="60121" x="3389313" y="3692525"/>
          <p14:tracePt t="60131" x="3422650" y="3681413"/>
          <p14:tracePt t="60141" x="3446463" y="3676650"/>
          <p14:tracePt t="60151" x="3479800" y="3676650"/>
          <p14:tracePt t="60161" x="3524250" y="3676650"/>
          <p14:tracePt t="60171" x="3579813" y="3676650"/>
          <p14:tracePt t="60181" x="3636963" y="3681413"/>
          <p14:tracePt t="60191" x="3670300" y="3681413"/>
          <p14:tracePt t="60201" x="3692525" y="3681413"/>
          <p14:tracePt t="60211" x="3714750" y="3670300"/>
          <p14:tracePt t="60221" x="3749675" y="3659188"/>
          <p14:tracePt t="60231" x="3783013" y="3648075"/>
          <p14:tracePt t="60241" x="3805238" y="3636963"/>
          <p14:tracePt t="60251" x="3822700" y="3630613"/>
          <p14:tracePt t="60261" x="3827463" y="3625850"/>
          <p14:tracePt t="60274" x="3833813" y="3625850"/>
          <p14:tracePt t="60296" x="3838575" y="3625850"/>
          <p14:tracePt t="60300" x="3838575" y="3619500"/>
          <p14:tracePt t="69440" x="3838575" y="3614738"/>
          <p14:tracePt t="69441" x="3838575" y="3608388"/>
          <p14:tracePt t="69451" x="3838575" y="3546475"/>
          <p14:tracePt t="69461" x="3816350" y="3367088"/>
          <p14:tracePt t="69471" x="3765550" y="3165475"/>
          <p14:tracePt t="69481" x="3676650" y="2968625"/>
          <p14:tracePt t="69491" x="3579813" y="2816225"/>
          <p14:tracePt t="69501" x="3519488" y="2736850"/>
          <p14:tracePt t="69511" x="3502025" y="2709863"/>
          <p14:tracePt t="69521" x="3495675" y="2709863"/>
          <p14:tracePt t="69531" x="3495675" y="2703513"/>
          <p14:tracePt t="69656" x="3495675" y="2709863"/>
          <p14:tracePt t="69660" x="3490913" y="2714625"/>
          <p14:tracePt t="69664" x="3490913" y="2720975"/>
          <p14:tracePt t="69671" x="3490913" y="2732088"/>
          <p14:tracePt t="69681" x="3490913" y="2743200"/>
          <p14:tracePt t="69691" x="3490913" y="2760663"/>
          <p14:tracePt t="69701" x="3490913" y="2771775"/>
          <p14:tracePt t="69711" x="3490913" y="2782888"/>
          <p14:tracePt t="69721" x="3490913" y="2798763"/>
          <p14:tracePt t="69731" x="3490913" y="2838450"/>
          <p14:tracePt t="69741" x="3502025" y="2878138"/>
          <p14:tracePt t="69751" x="3519488" y="2933700"/>
          <p14:tracePt t="69761" x="3530600" y="2995613"/>
          <p14:tracePt t="69771" x="3541713" y="3052763"/>
          <p14:tracePt t="69781" x="3557588" y="3108325"/>
          <p14:tracePt t="69791" x="3563938" y="3159125"/>
          <p14:tracePt t="69801" x="3568700" y="3203575"/>
          <p14:tracePt t="69811" x="3579813" y="3243263"/>
          <p14:tracePt t="69821" x="3579813" y="3271838"/>
          <p14:tracePt t="69831" x="3592513" y="3294063"/>
          <p14:tracePt t="69841" x="3592513" y="3305175"/>
          <p14:tracePt t="69851" x="3592513" y="3311525"/>
          <p14:tracePt t="69861" x="3592513" y="3316288"/>
          <p14:tracePt t="69871" x="3597275" y="3316288"/>
          <p14:tracePt t="69916" x="3603625" y="3316288"/>
          <p14:tracePt t="69921" x="3603625" y="3311525"/>
          <p14:tracePt t="69929" x="3603625" y="3305175"/>
          <p14:tracePt t="69963" x="3603625" y="3300413"/>
          <p14:tracePt t="69987" x="3603625" y="3294063"/>
          <p14:tracePt t="69999" x="3608388" y="3294063"/>
          <p14:tracePt t="70001" x="3608388" y="3287713"/>
          <p14:tracePt t="70011" x="3614738" y="3282950"/>
          <p14:tracePt t="70021" x="3619500" y="3276600"/>
          <p14:tracePt t="70031" x="3625850" y="3265488"/>
          <p14:tracePt t="70041" x="3641725" y="3254375"/>
          <p14:tracePt t="70051" x="3648075" y="3238500"/>
          <p14:tracePt t="70061" x="3659188" y="3232150"/>
          <p14:tracePt t="70071" x="3659188" y="3221038"/>
          <p14:tracePt t="70081" x="3659188" y="3209925"/>
          <p14:tracePt t="70091" x="3659188" y="3203575"/>
          <p14:tracePt t="70101" x="3659188" y="3187700"/>
          <p14:tracePt t="70111" x="3659188" y="3181350"/>
          <p14:tracePt t="70121" x="3659188" y="3176588"/>
          <p14:tracePt t="70140" x="3659188" y="3170238"/>
          <p14:tracePt t="70172" x="3659188" y="3165475"/>
          <p14:tracePt t="71818" x="3659188" y="3170238"/>
          <p14:tracePt t="71822" x="3659188" y="3176588"/>
          <p14:tracePt t="71826" x="3659188" y="3181350"/>
          <p14:tracePt t="71831" x="3659188" y="3192463"/>
          <p14:tracePt t="71841" x="3654425" y="3232150"/>
          <p14:tracePt t="71851" x="3641725" y="3265488"/>
          <p14:tracePt t="71861" x="3630613" y="3311525"/>
          <p14:tracePt t="71861" x="3625850" y="3322638"/>
          <p14:tracePt t="71871" x="3619500" y="3362325"/>
          <p14:tracePt t="71882" x="3619500" y="3417888"/>
          <p14:tracePt t="71891" x="3619500" y="3451225"/>
          <p14:tracePt t="71901" x="3630613" y="3484563"/>
          <p14:tracePt t="71911" x="3641725" y="3508375"/>
          <p14:tracePt t="71921" x="3648075" y="3519488"/>
          <p14:tracePt t="71931" x="3648075" y="3524250"/>
          <p14:tracePt t="71964" x="3648075" y="3530600"/>
          <p14:tracePt t="72064" x="3641725" y="3530600"/>
          <p14:tracePt t="72071" x="3636963" y="3530600"/>
          <p14:tracePt t="72076" x="3630613" y="3530600"/>
          <p14:tracePt t="72084" x="3625850" y="3530600"/>
          <p14:tracePt t="72092" x="3619500" y="3530600"/>
          <p14:tracePt t="72101" x="3614738" y="3530600"/>
          <p14:tracePt t="72111" x="3608388" y="3535363"/>
          <p14:tracePt t="72121" x="3597275" y="3541713"/>
          <p14:tracePt t="72131" x="3592513" y="3541713"/>
          <p14:tracePt t="72141" x="3586163" y="3546475"/>
          <p14:tracePt t="72151" x="3579813" y="3546475"/>
          <p14:tracePt t="72161" x="3575050" y="3552825"/>
          <p14:tracePt t="72171" x="3568700" y="3552825"/>
          <p14:tracePt t="72181" x="3563938" y="3557588"/>
          <p14:tracePt t="72196" x="3563938" y="3563938"/>
          <p14:tracePt t="72214" x="3557588" y="3563938"/>
          <p14:tracePt t="72215" x="3557588" y="3570288"/>
          <p14:tracePt t="72225" x="3557588" y="3575050"/>
          <p14:tracePt t="72231" x="3557588" y="3581400"/>
          <p14:tracePt t="72241" x="3557588" y="3586163"/>
          <p14:tracePt t="72251" x="3557588" y="3597275"/>
          <p14:tracePt t="72261" x="3557588" y="3608388"/>
          <p14:tracePt t="72271" x="3557588" y="3619500"/>
          <p14:tracePt t="72281" x="3552825" y="3636963"/>
          <p14:tracePt t="72291" x="3552825" y="3648075"/>
          <p14:tracePt t="72301" x="3552825" y="3665538"/>
          <p14:tracePt t="72311" x="3552825" y="3698875"/>
          <p14:tracePt t="72321" x="3552825" y="3743325"/>
          <p14:tracePt t="72331" x="3552825" y="3783013"/>
          <p14:tracePt t="72341" x="3552825" y="3822700"/>
          <p14:tracePt t="72351" x="3546475" y="3856038"/>
          <p14:tracePt t="72361" x="3541713" y="3873500"/>
          <p14:tracePt t="72371" x="3535363" y="3878263"/>
          <p14:tracePt t="72383" x="3535363" y="3884613"/>
          <p14:tracePt t="72391" x="3530600" y="3884613"/>
          <p14:tracePt t="72416" x="3530600" y="3889375"/>
          <p14:tracePt t="72456" x="3524250" y="3889375"/>
          <p14:tracePt t="72463" x="3519488" y="3889375"/>
          <p14:tracePt t="72477" x="3513138" y="3889375"/>
          <p14:tracePt t="72493" x="3506788" y="3889375"/>
          <p14:tracePt t="72523" x="3502025" y="3889375"/>
          <p14:tracePt t="72529" x="3495675" y="3889375"/>
          <p14:tracePt t="72539" x="3490913" y="3889375"/>
          <p14:tracePt t="72547" x="3484563" y="3889375"/>
          <p14:tracePt t="72555" x="3479800" y="3889375"/>
          <p14:tracePt t="72561" x="3473450" y="3889375"/>
          <p14:tracePt t="72571" x="3468688" y="3889375"/>
          <p14:tracePt t="72581" x="3462338" y="3889375"/>
          <p14:tracePt t="72591" x="3457575" y="3889375"/>
          <p14:tracePt t="72601" x="3451225" y="3889375"/>
          <p14:tracePt t="72619" x="3446463" y="3889375"/>
          <p14:tracePt t="72643" x="3440113" y="3889375"/>
          <p14:tracePt t="72665" x="3433763" y="3889375"/>
          <p14:tracePt t="72667" x="3433763" y="3895725"/>
          <p14:tracePt t="72672" x="3429000" y="3895725"/>
          <p14:tracePt t="72682" x="3422650" y="3895725"/>
          <p14:tracePt t="72691" x="3417888" y="3900488"/>
          <p14:tracePt t="72701" x="3406775" y="3900488"/>
          <p14:tracePt t="72711" x="3395663" y="3906838"/>
          <p14:tracePt t="72722" x="3389313" y="3906838"/>
          <p14:tracePt t="72732" x="3384550" y="3906838"/>
          <p14:tracePt t="72741" x="3384550" y="3913188"/>
          <p14:tracePt t="72770" x="3378200" y="3913188"/>
          <p14:tracePt t="72787" x="3371850" y="3913188"/>
          <p14:tracePt t="72791" x="3367088" y="3913188"/>
          <p14:tracePt t="72795" x="3360738" y="3913188"/>
          <p14:tracePt t="72801" x="3355975" y="3917950"/>
          <p14:tracePt t="72811" x="3333750" y="3917950"/>
          <p14:tracePt t="72821" x="3311525" y="3929063"/>
          <p14:tracePt t="72831" x="3294063" y="3935413"/>
          <p14:tracePt t="72841" x="3276600" y="3940175"/>
          <p14:tracePt t="72851" x="3265488" y="3940175"/>
          <p14:tracePt t="72861" x="3260725" y="3946525"/>
          <p14:tracePt t="72871" x="3254375" y="3946525"/>
          <p14:tracePt t="72892" x="3254375" y="3951288"/>
          <p14:tracePt t="72893" x="3249613" y="3951288"/>
          <p14:tracePt t="72992" x="3243263" y="3951288"/>
          <p14:tracePt t="73009" x="3238500" y="3951288"/>
          <p14:tracePt t="73013" x="3232150" y="3951288"/>
          <p14:tracePt t="73021" x="3225800" y="3951288"/>
          <p14:tracePt t="73034" x="3221038" y="3951288"/>
          <p14:tracePt t="73041" x="3214688" y="3951288"/>
          <p14:tracePt t="73051" x="3203575" y="3946525"/>
          <p14:tracePt t="73061" x="3192463" y="3946525"/>
          <p14:tracePt t="73071" x="3176588" y="3946525"/>
          <p14:tracePt t="73081" x="3163888" y="3946525"/>
          <p14:tracePt t="73091" x="3152775" y="3946525"/>
          <p14:tracePt t="73101" x="3136900" y="3946525"/>
          <p14:tracePt t="73111" x="3119438" y="3940175"/>
          <p14:tracePt t="73121" x="3114675" y="3940175"/>
          <p14:tracePt t="73131" x="3108325" y="3935413"/>
          <p14:tracePt t="73141" x="3103563" y="3935413"/>
          <p14:tracePt t="73151" x="3097213" y="3935413"/>
          <p14:tracePt t="73161" x="3090863" y="3929063"/>
          <p14:tracePt t="73171" x="3086100" y="3924300"/>
          <p14:tracePt t="73181" x="3079750" y="3924300"/>
          <p14:tracePt t="73194" x="3074988" y="3924300"/>
          <p14:tracePt t="73202" x="3068638" y="3924300"/>
          <p14:tracePt t="73211" x="3068638" y="3917950"/>
          <p14:tracePt t="73221" x="3063875" y="3917950"/>
          <p14:tracePt t="73239" x="3057525" y="3917950"/>
          <p14:tracePt t="73360" x="3052763" y="3917950"/>
          <p14:tracePt t="73365" x="3046413" y="3917950"/>
          <p14:tracePt t="73371" x="3041650" y="3917950"/>
          <p14:tracePt t="73381" x="3028950" y="3917950"/>
          <p14:tracePt t="73391" x="3006725" y="3917950"/>
          <p14:tracePt t="73401" x="2995613" y="3917950"/>
          <p14:tracePt t="73411" x="2990850" y="3917950"/>
          <p14:tracePt t="73421" x="2979738" y="3917950"/>
          <p14:tracePt t="73431" x="2973388" y="3917950"/>
          <p14:tracePt t="73441" x="2955925" y="3917950"/>
          <p14:tracePt t="73451" x="2940050" y="3917950"/>
          <p14:tracePt t="73461" x="2917825" y="3924300"/>
          <p14:tracePt t="73471" x="2906713" y="3929063"/>
          <p14:tracePt t="73481" x="2882900" y="3935413"/>
          <p14:tracePt t="73491" x="2871788" y="3935413"/>
          <p14:tracePt t="73501" x="2867025" y="3935413"/>
          <p14:tracePt t="73511" x="2860675" y="3935413"/>
          <p14:tracePt t="73540" x="2855913" y="3935413"/>
          <p14:tracePt t="73760" x="2860675" y="3935413"/>
          <p14:tracePt t="73772" x="2867025" y="3935413"/>
          <p14:tracePt t="73810" x="2871788" y="3935413"/>
          <p14:tracePt t="74060" x="2871788" y="3929063"/>
          <p14:tracePt t="74068" x="2871788" y="3924300"/>
          <p14:tracePt t="74084" x="2871788" y="3917950"/>
          <p14:tracePt t="74096" x="2867025" y="3917950"/>
          <p14:tracePt t="74101" x="2867025" y="3913188"/>
          <p14:tracePt t="74196" x="2860675" y="3913188"/>
          <p14:tracePt t="74200" x="2855913" y="3913188"/>
          <p14:tracePt t="74206" x="2849563" y="3913188"/>
          <p14:tracePt t="74211" x="2844800" y="3917950"/>
          <p14:tracePt t="74221" x="2827338" y="3929063"/>
          <p14:tracePt t="74231" x="2805113" y="3935413"/>
          <p14:tracePt t="74241" x="2771775" y="3951288"/>
          <p14:tracePt t="74251" x="2732088" y="3957638"/>
          <p14:tracePt t="74261" x="2698750" y="3962400"/>
          <p14:tracePt t="74271" x="2663825" y="3962400"/>
          <p14:tracePt t="74281" x="2630488" y="3968750"/>
          <p14:tracePt t="74291" x="2601913" y="3968750"/>
          <p14:tracePt t="74301" x="2574925" y="3968750"/>
          <p14:tracePt t="74311" x="2552700" y="3968750"/>
          <p14:tracePt t="74321" x="2546350" y="3968750"/>
          <p14:tracePt t="74331" x="2535238" y="3968750"/>
          <p14:tracePt t="74341" x="2528888" y="3962400"/>
          <p14:tracePt t="74357" x="2524125" y="3962400"/>
          <p14:tracePt t="74363" x="2524125" y="3957638"/>
          <p14:tracePt t="74379" x="2517775" y="3957638"/>
          <p14:tracePt t="74382" x="2517775" y="3951288"/>
          <p14:tracePt t="74391" x="2513013" y="3951288"/>
          <p14:tracePt t="74401" x="2506663" y="3946525"/>
          <p14:tracePt t="74411" x="2490788" y="3935413"/>
          <p14:tracePt t="74421" x="2478088" y="3929063"/>
          <p14:tracePt t="74431" x="2473325" y="3924300"/>
          <p14:tracePt t="74441" x="2462213" y="3924300"/>
          <p14:tracePt t="74451" x="2455863" y="3917950"/>
          <p14:tracePt t="74461" x="2451100" y="3913188"/>
          <p14:tracePt t="74492" x="2444750" y="3913188"/>
          <p14:tracePt t="74662" x="2444750" y="3917950"/>
          <p14:tracePt t="74668" x="2451100" y="3924300"/>
          <p14:tracePt t="74672" x="2451100" y="3929063"/>
          <p14:tracePt t="74681" x="2462213" y="3940175"/>
          <p14:tracePt t="74691" x="2466975" y="3962400"/>
          <p14:tracePt t="74701" x="2473325" y="3973513"/>
          <p14:tracePt t="74711" x="2478088" y="3986213"/>
          <p14:tracePt t="74721" x="2484438" y="3997325"/>
          <p14:tracePt t="74731" x="2484438" y="4008438"/>
          <p14:tracePt t="74741" x="2484438" y="4019550"/>
          <p14:tracePt t="74751" x="2490788" y="4024313"/>
          <p14:tracePt t="74761" x="2490788" y="4035425"/>
          <p14:tracePt t="74771" x="2495550" y="4048125"/>
          <p14:tracePt t="74781" x="2506663" y="4070350"/>
          <p14:tracePt t="74791" x="2528888" y="4097338"/>
          <p14:tracePt t="74801" x="2563813" y="4143375"/>
          <p14:tracePt t="74811" x="2619375" y="4198938"/>
          <p14:tracePt t="74821" x="2663825" y="4243388"/>
          <p14:tracePt t="74831" x="2709863" y="4289425"/>
          <p14:tracePt t="74841" x="2732088" y="4311650"/>
          <p14:tracePt t="74851" x="2760663" y="4333875"/>
          <p14:tracePt t="74861" x="2787650" y="4356100"/>
          <p14:tracePt t="74871" x="2827338" y="4373563"/>
          <p14:tracePt t="74882" x="2878138" y="4391025"/>
          <p14:tracePt t="74891" x="2900363" y="4395788"/>
          <p14:tracePt t="74901" x="2911475" y="4395788"/>
          <p14:tracePt t="74911" x="2917825" y="4395788"/>
          <p14:tracePt t="74921" x="2922588" y="4395788"/>
          <p14:tracePt t="74931" x="2928938" y="4384675"/>
          <p14:tracePt t="74941" x="2933700" y="4373563"/>
          <p14:tracePt t="74951" x="2933700" y="4351338"/>
          <p14:tracePt t="74961" x="2933700" y="4329113"/>
          <p14:tracePt t="74971" x="2933700" y="4305300"/>
          <p14:tracePt t="74981" x="2933700" y="4283075"/>
          <p14:tracePt t="74991" x="2922588" y="4267200"/>
          <p14:tracePt t="75001" x="2900363" y="4238625"/>
          <p14:tracePt t="75011" x="2867025" y="4205288"/>
          <p14:tracePt t="75021" x="2820988" y="4176713"/>
          <p14:tracePt t="75031" x="2776538" y="4148138"/>
          <p14:tracePt t="75041" x="2743200" y="4125913"/>
          <p14:tracePt t="75051" x="2736850" y="4125913"/>
          <p14:tracePt t="75061" x="2732088" y="4125913"/>
          <p14:tracePt t="75071" x="2725738" y="4121150"/>
          <p14:tracePt t="75118" x="2720975" y="4121150"/>
          <p14:tracePt t="75272" x="2714625" y="4121150"/>
          <p14:tracePt t="75276" x="2709863" y="4121150"/>
          <p14:tracePt t="75281" x="2703513" y="4121150"/>
          <p14:tracePt t="75291" x="2681288" y="4125913"/>
          <p14:tracePt t="75292" x="2674938" y="4125913"/>
          <p14:tracePt t="75301" x="2641600" y="4125913"/>
          <p14:tracePt t="75311" x="2597150" y="4137025"/>
          <p14:tracePt t="75311" x="2590800" y="4137025"/>
          <p14:tracePt t="75321" x="2552700" y="4148138"/>
          <p14:tracePt t="75331" x="2501900" y="4165600"/>
          <p14:tracePt t="75341" x="2455863" y="4181475"/>
          <p14:tracePt t="75351" x="2405063" y="4205288"/>
          <p14:tracePt t="75361" x="2366963" y="4221163"/>
          <p14:tracePt t="75371" x="2338388" y="4238625"/>
          <p14:tracePt t="75381" x="2309813" y="4243388"/>
          <p14:tracePt t="75391" x="2305050" y="4256088"/>
          <p14:tracePt t="75401" x="2298700" y="4256088"/>
          <p14:tracePt t="75411" x="2293938" y="4260850"/>
          <p14:tracePt t="75424" x="2287588" y="4260850"/>
          <p14:tracePt t="75431" x="2282825" y="4267200"/>
          <p14:tracePt t="75441" x="2276475" y="4267200"/>
          <p14:tracePt t="75451" x="2276475" y="4278313"/>
          <p14:tracePt t="75461" x="2270125" y="4278313"/>
          <p14:tracePt t="75471" x="2259013" y="4283075"/>
          <p14:tracePt t="75481" x="2254250" y="4289425"/>
          <p14:tracePt t="75491" x="2247900" y="4300538"/>
          <p14:tracePt t="75501" x="2236788" y="4311650"/>
          <p14:tracePt t="75511" x="2225675" y="4329113"/>
          <p14:tracePt t="75521" x="2209800" y="4340225"/>
          <p14:tracePt t="75531" x="2203450" y="4356100"/>
          <p14:tracePt t="75541" x="2192338" y="4373563"/>
          <p14:tracePt t="75551" x="2185988" y="4395788"/>
          <p14:tracePt t="75561" x="2181225" y="4413250"/>
          <p14:tracePt t="75571" x="2181225" y="4424363"/>
          <p14:tracePt t="75581" x="2181225" y="4446588"/>
          <p14:tracePt t="75591" x="2181225" y="4468813"/>
          <p14:tracePt t="75601" x="2181225" y="4486275"/>
          <p14:tracePt t="75611" x="2181225" y="4508500"/>
          <p14:tracePt t="75621" x="2181225" y="4524375"/>
          <p14:tracePt t="75631" x="2174875" y="4541838"/>
          <p14:tracePt t="75641" x="2174875" y="4552950"/>
          <p14:tracePt t="75651" x="2174875" y="4564063"/>
          <p14:tracePt t="75661" x="2174875" y="4575175"/>
          <p14:tracePt t="75671" x="2174875" y="4586288"/>
          <p14:tracePt t="75681" x="2174875" y="4592638"/>
          <p14:tracePt t="75691" x="2181225" y="4610100"/>
          <p14:tracePt t="75701" x="2185988" y="4621213"/>
          <p14:tracePt t="75711" x="2185988" y="4632325"/>
          <p14:tracePt t="75721" x="2192338" y="4643438"/>
          <p14:tracePt t="75731" x="2197100" y="4654550"/>
          <p14:tracePt t="75741" x="2197100" y="4659313"/>
          <p14:tracePt t="75751" x="2203450" y="4665663"/>
          <p14:tracePt t="75761" x="2209800" y="4672013"/>
          <p14:tracePt t="75771" x="2214563" y="4683125"/>
          <p14:tracePt t="75781" x="2225675" y="4699000"/>
          <p14:tracePt t="75791" x="2236788" y="4710113"/>
          <p14:tracePt t="75801" x="2247900" y="4727575"/>
          <p14:tracePt t="75811" x="2254250" y="4733925"/>
          <p14:tracePt t="75821" x="2270125" y="4745038"/>
          <p14:tracePt t="75831" x="2293938" y="4760913"/>
          <p14:tracePt t="75841" x="2338388" y="4783138"/>
          <p14:tracePt t="75851" x="2433638" y="4800600"/>
          <p14:tracePt t="75861" x="2540000" y="4811713"/>
          <p14:tracePt t="75871" x="2663825" y="4818063"/>
          <p14:tracePt t="75882" x="2805113" y="4818063"/>
          <p14:tracePt t="75891" x="2878138" y="4811713"/>
          <p14:tracePt t="75901" x="2940050" y="4800600"/>
          <p14:tracePt t="75902" x="2944813" y="4800600"/>
          <p14:tracePt t="75911" x="2962275" y="4800600"/>
          <p14:tracePt t="75921" x="2973388" y="4794250"/>
          <p14:tracePt t="75943" x="2979738" y="4794250"/>
          <p14:tracePt t="75971" x="2979738" y="4789488"/>
          <p14:tracePt t="75975" x="2979738" y="4783138"/>
          <p14:tracePt t="75981" x="2984500" y="4783138"/>
          <p14:tracePt t="75991" x="2995613" y="4760913"/>
          <p14:tracePt t="76001" x="3024188" y="4733925"/>
          <p14:tracePt t="76001" x="3028950" y="4721225"/>
          <p14:tracePt t="76011" x="3068638" y="4699000"/>
          <p14:tracePt t="76021" x="3119438" y="4665663"/>
          <p14:tracePt t="76031" x="3181350" y="4637088"/>
          <p14:tracePt t="76041" x="3243263" y="4614863"/>
          <p14:tracePt t="76051" x="3298825" y="4592638"/>
          <p14:tracePt t="76061" x="3344863" y="4575175"/>
          <p14:tracePt t="76071" x="3378200" y="4570413"/>
          <p14:tracePt t="76081" x="3400425" y="4564063"/>
          <p14:tracePt t="76091" x="3400425" y="4559300"/>
          <p14:tracePt t="76102" x="3406775" y="4559300"/>
          <p14:tracePt t="76111" x="3406775" y="4552950"/>
          <p14:tracePt t="76121" x="3406775" y="4537075"/>
          <p14:tracePt t="76131" x="3417888" y="4508500"/>
          <p14:tracePt t="76141" x="3422650" y="4475163"/>
          <p14:tracePt t="76151" x="3440113" y="4446588"/>
          <p14:tracePt t="76161" x="3451225" y="4429125"/>
          <p14:tracePt t="76171" x="3457575" y="4413250"/>
          <p14:tracePt t="76181" x="3468688" y="4402138"/>
          <p14:tracePt t="76191" x="3473450" y="4391025"/>
          <p14:tracePt t="76201" x="3479800" y="4378325"/>
          <p14:tracePt t="76211" x="3479800" y="4373563"/>
          <p14:tracePt t="76221" x="3490913" y="4356100"/>
          <p14:tracePt t="76231" x="3495675" y="4344988"/>
          <p14:tracePt t="76241" x="3502025" y="4333875"/>
          <p14:tracePt t="76251" x="3502025" y="4316413"/>
          <p14:tracePt t="76261" x="3513138" y="4305300"/>
          <p14:tracePt t="76271" x="3513138" y="4289425"/>
          <p14:tracePt t="76281" x="3519488" y="4278313"/>
          <p14:tracePt t="76291" x="3519488" y="4260850"/>
          <p14:tracePt t="76301" x="3519488" y="4249738"/>
          <p14:tracePt t="76311" x="3524250" y="4238625"/>
          <p14:tracePt t="76311" x="3524250" y="4232275"/>
          <p14:tracePt t="76321" x="3524250" y="4221163"/>
          <p14:tracePt t="76321" x="3524250" y="4216400"/>
          <p14:tracePt t="76331" x="3524250" y="4198938"/>
          <p14:tracePt t="76341" x="3530600" y="4165600"/>
          <p14:tracePt t="76351" x="3530600" y="4137025"/>
          <p14:tracePt t="76361" x="3535363" y="4114800"/>
          <p14:tracePt t="76371" x="3535363" y="4097338"/>
          <p14:tracePt t="76381" x="3535363" y="4086225"/>
          <p14:tracePt t="76391" x="3535363" y="4081463"/>
          <p14:tracePt t="76401" x="3535363" y="4075113"/>
          <p14:tracePt t="76428" x="3535363" y="4070350"/>
          <p14:tracePt t="76460" x="3535363" y="4064000"/>
          <p14:tracePt t="76542" x="3535363" y="4059238"/>
          <p14:tracePt t="76549" x="3530600" y="4059238"/>
          <p14:tracePt t="76551" x="3524250" y="4052888"/>
          <p14:tracePt t="76561" x="3519488" y="4048125"/>
          <p14:tracePt t="76571" x="3502025" y="4035425"/>
          <p14:tracePt t="76581" x="3479800" y="4024313"/>
          <p14:tracePt t="76591" x="3457575" y="4013200"/>
          <p14:tracePt t="76601" x="3429000" y="4002088"/>
          <p14:tracePt t="76611" x="3400425" y="3990975"/>
          <p14:tracePt t="76621" x="3367088" y="3979863"/>
          <p14:tracePt t="76631" x="3327400" y="3968750"/>
          <p14:tracePt t="76641" x="3294063" y="3957638"/>
          <p14:tracePt t="76651" x="3260725" y="3946525"/>
          <p14:tracePt t="76661" x="3232150" y="3940175"/>
          <p14:tracePt t="76671" x="3214688" y="3929063"/>
          <p14:tracePt t="76681" x="3192463" y="3929063"/>
          <p14:tracePt t="76691" x="3176588" y="3924300"/>
          <p14:tracePt t="76701" x="3152775" y="3924300"/>
          <p14:tracePt t="76711" x="3130550" y="3924300"/>
          <p14:tracePt t="76721" x="3103563" y="3924300"/>
          <p14:tracePt t="76731" x="3074988" y="3924300"/>
          <p14:tracePt t="76731" x="3068638" y="3924300"/>
          <p14:tracePt t="76741" x="3041650" y="3924300"/>
          <p14:tracePt t="76751" x="2995613" y="3924300"/>
          <p14:tracePt t="76761" x="2944813" y="3924300"/>
          <p14:tracePt t="76771" x="2895600" y="3924300"/>
          <p14:tracePt t="76781" x="2844800" y="3924300"/>
          <p14:tracePt t="76791" x="2787650" y="3924300"/>
          <p14:tracePt t="76801" x="2736850" y="3929063"/>
          <p14:tracePt t="76811" x="2687638" y="3935413"/>
          <p14:tracePt t="76821" x="2636838" y="3935413"/>
          <p14:tracePt t="76831" x="2590800" y="3935413"/>
          <p14:tracePt t="76841" x="2557463" y="3935413"/>
          <p14:tracePt t="76851" x="2528888" y="3935413"/>
          <p14:tracePt t="76861" x="2506663" y="3940175"/>
          <p14:tracePt t="76871" x="2501900" y="3940175"/>
          <p14:tracePt t="76882" x="2484438" y="3940175"/>
          <p14:tracePt t="76891" x="2478088" y="3946525"/>
          <p14:tracePt t="76901" x="2466975" y="3951288"/>
          <p14:tracePt t="76911" x="2455863" y="3951288"/>
          <p14:tracePt t="76921" x="2444750" y="3957638"/>
          <p14:tracePt t="76931" x="2428875" y="3962400"/>
          <p14:tracePt t="76941" x="2411413" y="3968750"/>
          <p14:tracePt t="76951" x="2400300" y="3979863"/>
          <p14:tracePt t="76961" x="2382838" y="3986213"/>
          <p14:tracePt t="76971" x="2371725" y="3990975"/>
          <p14:tracePt t="76981" x="2360613" y="4002088"/>
          <p14:tracePt t="76991" x="2349500" y="4013200"/>
          <p14:tracePt t="77001" x="2338388" y="4024313"/>
          <p14:tracePt t="77011" x="2332038" y="4030663"/>
          <p14:tracePt t="77021" x="2327275" y="4041775"/>
          <p14:tracePt t="77031" x="2320925" y="4052888"/>
          <p14:tracePt t="77041" x="2316163" y="4064000"/>
          <p14:tracePt t="77051" x="2309813" y="4081463"/>
          <p14:tracePt t="77061" x="2298700" y="4097338"/>
          <p14:tracePt t="77071" x="2293938" y="4114800"/>
          <p14:tracePt t="77081" x="2282825" y="4132263"/>
          <p14:tracePt t="77091" x="2270125" y="4154488"/>
          <p14:tracePt t="77101" x="2259013" y="4170363"/>
          <p14:tracePt t="77111" x="2254250" y="4187825"/>
          <p14:tracePt t="77121" x="2243138" y="4205288"/>
          <p14:tracePt t="77131" x="2232025" y="4232275"/>
          <p14:tracePt t="77141" x="2220913" y="4271963"/>
          <p14:tracePt t="77151" x="2214563" y="4311650"/>
          <p14:tracePt t="77161" x="2209800" y="4367213"/>
          <p14:tracePt t="77171" x="2203450" y="4429125"/>
          <p14:tracePt t="77181" x="2203450" y="4497388"/>
          <p14:tracePt t="77191" x="2197100" y="4559300"/>
          <p14:tracePt t="77201" x="2197100" y="4614863"/>
          <p14:tracePt t="77211" x="2197100" y="4665663"/>
          <p14:tracePt t="77221" x="2197100" y="4705350"/>
          <p14:tracePt t="77231" x="2197100" y="4738688"/>
          <p14:tracePt t="77241" x="2209800" y="4760913"/>
          <p14:tracePt t="77251" x="2209800" y="4778375"/>
          <p14:tracePt t="77264" x="2209800" y="4783138"/>
          <p14:tracePt t="77370" x="2214563" y="4783138"/>
          <p14:tracePt t="77378" x="2214563" y="4789488"/>
          <p14:tracePt t="77381" x="2220913" y="4789488"/>
          <p14:tracePt t="77391" x="2232025" y="4794250"/>
          <p14:tracePt t="77401" x="2247900" y="4794250"/>
          <p14:tracePt t="77411" x="2270125" y="4800600"/>
          <p14:tracePt t="77421" x="2293938" y="4800600"/>
          <p14:tracePt t="77431" x="2320925" y="4800600"/>
          <p14:tracePt t="77441" x="2344738" y="4800600"/>
          <p14:tracePt t="77451" x="2366963" y="4800600"/>
          <p14:tracePt t="77461" x="2382838" y="4800600"/>
          <p14:tracePt t="77471" x="2411413" y="4811713"/>
          <p14:tracePt t="77481" x="2444750" y="4822825"/>
          <p14:tracePt t="77491" x="2490788" y="4840288"/>
          <p14:tracePt t="77501" x="2535238" y="4862513"/>
          <p14:tracePt t="77501" x="2546350" y="4867275"/>
          <p14:tracePt t="77511" x="2579688" y="4891088"/>
          <p14:tracePt t="77521" x="2625725" y="4906963"/>
          <p14:tracePt t="77531" x="2663825" y="4929188"/>
          <p14:tracePt t="77541" x="2698750" y="4946650"/>
          <p14:tracePt t="77551" x="2725738" y="4957763"/>
          <p14:tracePt t="77561" x="2743200" y="4964113"/>
          <p14:tracePt t="77571" x="2747963" y="4964113"/>
          <p14:tracePt t="77618" x="2754313" y="4964113"/>
          <p14:tracePt t="77634" x="2760663" y="4964113"/>
          <p14:tracePt t="77635" x="2760663" y="4957763"/>
          <p14:tracePt t="77641" x="2765425" y="4957763"/>
          <p14:tracePt t="77651" x="2776538" y="4941888"/>
          <p14:tracePt t="77661" x="2794000" y="4935538"/>
          <p14:tracePt t="77671" x="2805113" y="4924425"/>
          <p14:tracePt t="77681" x="2816225" y="4918075"/>
          <p14:tracePt t="77691" x="2820988" y="4913313"/>
          <p14:tracePt t="77701" x="2820988" y="4902200"/>
          <p14:tracePt t="77711" x="2827338" y="4895850"/>
          <p14:tracePt t="77721" x="2844800" y="4879975"/>
          <p14:tracePt t="77721" x="2849563" y="4873625"/>
          <p14:tracePt t="77731" x="2882900" y="4851400"/>
          <p14:tracePt t="77741" x="2922588" y="4829175"/>
          <p14:tracePt t="77751" x="2979738" y="4794250"/>
          <p14:tracePt t="77761" x="3024188" y="4760913"/>
          <p14:tracePt t="77771" x="3074988" y="4733925"/>
          <p14:tracePt t="77781" x="3114675" y="4705350"/>
          <p14:tracePt t="77791" x="3141663" y="4683125"/>
          <p14:tracePt t="77801" x="3163888" y="4659313"/>
          <p14:tracePt t="77811" x="3170238" y="4648200"/>
          <p14:tracePt t="77821" x="3176588" y="4648200"/>
          <p14:tracePt t="77831" x="3176588" y="4643438"/>
          <p14:tracePt t="78012" x="3176588" y="4637088"/>
          <p14:tracePt t="95174" x="3181350" y="4637088"/>
          <p14:tracePt t="95242" x="3181350" y="4632325"/>
          <p14:tracePt t="95243" x="3176588" y="4632325"/>
          <p14:tracePt t="95251" x="3163888" y="4625975"/>
          <p14:tracePt t="95261" x="3148013" y="4610100"/>
          <p14:tracePt t="95271" x="3125788" y="4586288"/>
          <p14:tracePt t="95281" x="3097213" y="4559300"/>
          <p14:tracePt t="95291" x="3057525" y="4530725"/>
          <p14:tracePt t="95301" x="2984500" y="4468813"/>
          <p14:tracePt t="95311" x="2900363" y="4418013"/>
          <p14:tracePt t="95321" x="2776538" y="4367213"/>
          <p14:tracePt t="95331" x="2625725" y="4305300"/>
          <p14:tracePt t="95332" x="2601913" y="4294188"/>
          <p14:tracePt t="95341" x="2478088" y="4256088"/>
          <p14:tracePt t="95351" x="2338388" y="4198938"/>
          <p14:tracePt t="95361" x="2209800" y="4143375"/>
          <p14:tracePt t="95371" x="2097088" y="4081463"/>
          <p14:tracePt t="95381" x="1978025" y="4019550"/>
          <p14:tracePt t="95391" x="1882775" y="3968750"/>
          <p14:tracePt t="95401" x="1809750" y="3924300"/>
          <p14:tracePt t="95411" x="1758950" y="3906838"/>
          <p14:tracePt t="95421" x="1747838" y="3895725"/>
          <p14:tracePt t="95431" x="1743075" y="3895725"/>
          <p14:tracePt t="95441" x="1736725" y="3895725"/>
          <p14:tracePt t="95546" x="1736725" y="3900488"/>
          <p14:tracePt t="95549" x="1736725" y="3906838"/>
          <p14:tracePt t="95552" x="1731963" y="3906838"/>
          <p14:tracePt t="95561" x="1731963" y="3940175"/>
          <p14:tracePt t="95571" x="1736725" y="3973513"/>
          <p14:tracePt t="95581" x="1743075" y="4019550"/>
          <p14:tracePt t="95591" x="1754188" y="4070350"/>
          <p14:tracePt t="95601" x="1770063" y="4121150"/>
          <p14:tracePt t="95611" x="1793875" y="4170363"/>
          <p14:tracePt t="95621" x="1827213" y="4256088"/>
          <p14:tracePt t="95631" x="1871663" y="4340225"/>
          <p14:tracePt t="95641" x="1944688" y="4440238"/>
          <p14:tracePt t="95651" x="2028825" y="4530725"/>
          <p14:tracePt t="95661" x="2108200" y="4603750"/>
          <p14:tracePt t="95671" x="2174875" y="4665663"/>
          <p14:tracePt t="95681" x="2232025" y="4710113"/>
          <p14:tracePt t="95691" x="2270125" y="4738688"/>
          <p14:tracePt t="95701" x="2305050" y="4767263"/>
          <p14:tracePt t="95711" x="2327275" y="4783138"/>
          <p14:tracePt t="95721" x="2349500" y="4800600"/>
          <p14:tracePt t="95731" x="2366963" y="4811713"/>
          <p14:tracePt t="95741" x="2371725" y="4818063"/>
          <p14:tracePt t="95751" x="2371725" y="4822825"/>
          <p14:tracePt t="95761" x="2378075" y="4829175"/>
          <p14:tracePt t="95896" x="2378075" y="4822825"/>
          <p14:tracePt t="95899" x="2371725" y="4818063"/>
          <p14:tracePt t="95904" x="2371725" y="4811713"/>
          <p14:tracePt t="95911" x="2355850" y="4800600"/>
          <p14:tracePt t="95921" x="2327275" y="4767263"/>
          <p14:tracePt t="95931" x="2293938" y="4733925"/>
          <p14:tracePt t="95941" x="2243138" y="4694238"/>
          <p14:tracePt t="95951" x="2203450" y="4648200"/>
          <p14:tracePt t="95961" x="2174875" y="4614863"/>
          <p14:tracePt t="95971" x="2159000" y="4586288"/>
          <p14:tracePt t="95981" x="2152650" y="4570413"/>
          <p14:tracePt t="95991" x="2152650" y="4564063"/>
          <p14:tracePt t="96007" x="2152650" y="4559300"/>
          <p14:tracePt t="96013" x="2152650" y="4552950"/>
          <p14:tracePt t="96021" x="2152650" y="4541838"/>
          <p14:tracePt t="96031" x="2152650" y="4530725"/>
          <p14:tracePt t="96041" x="2159000" y="4519613"/>
          <p14:tracePt t="96051" x="2163763" y="4508500"/>
          <p14:tracePt t="96061" x="2170113" y="4497388"/>
          <p14:tracePt t="96071" x="2174875" y="4497388"/>
          <p14:tracePt t="96081" x="2174875" y="4491038"/>
          <p14:tracePt t="96109" x="2181225" y="4491038"/>
          <p14:tracePt t="96125" x="2181225" y="4486275"/>
          <p14:tracePt t="96260" x="2181225" y="4491038"/>
          <p14:tracePt t="96274" x="2185988" y="4491038"/>
          <p14:tracePt t="96288" x="2192338" y="4491038"/>
          <p14:tracePt t="96292" x="2197100" y="4491038"/>
          <p14:tracePt t="96297" x="2197100" y="4497388"/>
          <p14:tracePt t="96301" x="2203450" y="4497388"/>
          <p14:tracePt t="96311" x="2209800" y="4497388"/>
          <p14:tracePt t="96321" x="2214563" y="4497388"/>
          <p14:tracePt t="96331" x="2220913" y="4491038"/>
          <p14:tracePt t="96341" x="2220913" y="4486275"/>
          <p14:tracePt t="96351" x="2225675" y="4479925"/>
          <p14:tracePt t="96361" x="2232025" y="4468813"/>
          <p14:tracePt t="96371" x="2243138" y="4446588"/>
          <p14:tracePt t="96381" x="2247900" y="4429125"/>
          <p14:tracePt t="96391" x="2265363" y="4395788"/>
          <p14:tracePt t="96401" x="2276475" y="4367213"/>
          <p14:tracePt t="96411" x="2293938" y="4340225"/>
          <p14:tracePt t="96421" x="2298700" y="4329113"/>
          <p14:tracePt t="96431" x="2309813" y="4311650"/>
          <p14:tracePt t="96441" x="2316163" y="4311650"/>
          <p14:tracePt t="96451" x="2316163" y="4305300"/>
          <p14:tracePt t="96461" x="2320925" y="4305300"/>
          <p14:tracePt t="96471" x="2332038" y="4300538"/>
          <p14:tracePt t="96481" x="2360613" y="4289425"/>
          <p14:tracePt t="96491" x="2444750" y="4271963"/>
          <p14:tracePt t="96501" x="2563813" y="4260850"/>
          <p14:tracePt t="96511" x="2732088" y="4249738"/>
          <p14:tracePt t="96521" x="2911475" y="4232275"/>
          <p14:tracePt t="96531" x="3057525" y="4210050"/>
          <p14:tracePt t="96532" x="3090863" y="4205288"/>
          <p14:tracePt t="96541" x="3187700" y="4187825"/>
          <p14:tracePt t="96551" x="3287713" y="4176713"/>
          <p14:tracePt t="96561" x="3360738" y="4170363"/>
          <p14:tracePt t="96561" x="3371850" y="4170363"/>
          <p14:tracePt t="96571" x="3411538" y="4159250"/>
          <p14:tracePt t="96581" x="3457575" y="4159250"/>
          <p14:tracePt t="96591" x="3473450" y="4154488"/>
          <p14:tracePt t="96601" x="3484563" y="4148138"/>
          <p14:tracePt t="96611" x="3495675" y="4148138"/>
          <p14:tracePt t="96621" x="3502025" y="4143375"/>
          <p14:tracePt t="96631" x="3519488" y="4137025"/>
          <p14:tracePt t="96641" x="3535363" y="4125913"/>
          <p14:tracePt t="96651" x="3568700" y="4114800"/>
          <p14:tracePt t="96661" x="3603625" y="4097338"/>
          <p14:tracePt t="96671" x="3630613" y="4086225"/>
          <p14:tracePt t="96681" x="3659188" y="4081463"/>
          <p14:tracePt t="96691" x="3676650" y="4075113"/>
          <p14:tracePt t="96701" x="3692525" y="4075113"/>
          <p14:tracePt t="96711" x="3709988" y="4070350"/>
          <p14:tracePt t="96721" x="3714750" y="4070350"/>
          <p14:tracePt t="96721" x="3721100" y="4070350"/>
          <p14:tracePt t="96731" x="3732213" y="4070350"/>
          <p14:tracePt t="96741" x="3738563" y="4070350"/>
          <p14:tracePt t="96753" x="3743325" y="4070350"/>
          <p14:tracePt t="96765" x="3749675" y="4070350"/>
          <p14:tracePt t="96772" x="3749675" y="4075113"/>
          <p14:tracePt t="96781" x="3749675" y="4081463"/>
          <p14:tracePt t="96791" x="3749675" y="4103688"/>
          <p14:tracePt t="96801" x="3749675" y="4132263"/>
          <p14:tracePt t="96811" x="3749675" y="4159250"/>
          <p14:tracePt t="96821" x="3743325" y="4187825"/>
          <p14:tracePt t="96822" x="3743325" y="4194175"/>
          <p14:tracePt t="96831" x="3738563" y="4221163"/>
          <p14:tracePt t="96841" x="3732213" y="4256088"/>
          <p14:tracePt t="96851" x="3727450" y="4283075"/>
          <p14:tracePt t="96861" x="3714750" y="4305300"/>
          <p14:tracePt t="96871" x="3709988" y="4333875"/>
          <p14:tracePt t="96882" x="3698875" y="4356100"/>
          <p14:tracePt t="96891" x="3687763" y="4373563"/>
          <p14:tracePt t="96901" x="3676650" y="4384675"/>
          <p14:tracePt t="96911" x="3665538" y="4402138"/>
          <p14:tracePt t="96921" x="3648075" y="4418013"/>
          <p14:tracePt t="96931" x="3641725" y="4435475"/>
          <p14:tracePt t="96941" x="3625850" y="4451350"/>
          <p14:tracePt t="96951" x="3608388" y="4468813"/>
          <p14:tracePt t="96961" x="3592513" y="4479925"/>
          <p14:tracePt t="96971" x="3575050" y="4497388"/>
          <p14:tracePt t="96981" x="3546475" y="4524375"/>
          <p14:tracePt t="96991" x="3519488" y="4541838"/>
          <p14:tracePt t="97001" x="3484563" y="4564063"/>
          <p14:tracePt t="97011" x="3457575" y="4586288"/>
          <p14:tracePt t="97021" x="3417888" y="4610100"/>
          <p14:tracePt t="97031" x="3378200" y="4632325"/>
          <p14:tracePt t="97041" x="3338513" y="4654550"/>
          <p14:tracePt t="97051" x="3294063" y="4672013"/>
          <p14:tracePt t="97061" x="3254375" y="4687888"/>
          <p14:tracePt t="97071" x="3209925" y="4699000"/>
          <p14:tracePt t="97081" x="3176588" y="4705350"/>
          <p14:tracePt t="97091" x="3152775" y="4705350"/>
          <p14:tracePt t="97101" x="3125788" y="4710113"/>
          <p14:tracePt t="97111" x="3086100" y="4710113"/>
          <p14:tracePt t="97121" x="3024188" y="4699000"/>
          <p14:tracePt t="97131" x="2944813" y="4676775"/>
          <p14:tracePt t="97141" x="2855913" y="4648200"/>
          <p14:tracePt t="97151" x="2765425" y="4610100"/>
          <p14:tracePt t="97161" x="2670175" y="4581525"/>
          <p14:tracePt t="97171" x="2590800" y="4559300"/>
          <p14:tracePt t="97181" x="2517775" y="4537075"/>
          <p14:tracePt t="97191" x="2473325" y="4530725"/>
          <p14:tracePt t="97201" x="2455863" y="4524375"/>
          <p14:tracePt t="97211" x="2451100" y="4524375"/>
          <p14:tracePt t="97247" x="2444750" y="4524375"/>
          <p14:tracePt t="97296" x="2439988" y="4524375"/>
          <p14:tracePt t="97299" x="2433638" y="4524375"/>
          <p14:tracePt t="97303" x="2428875" y="4524375"/>
          <p14:tracePt t="97311" x="2422525" y="4519613"/>
          <p14:tracePt t="97321" x="2360613" y="4497388"/>
          <p14:tracePt t="97331" x="2298700" y="4464050"/>
          <p14:tracePt t="97341" x="2220913" y="4429125"/>
          <p14:tracePt t="97342" x="2209800" y="4424363"/>
          <p14:tracePt t="97351" x="2141538" y="4384675"/>
          <p14:tracePt t="97361" x="2039938" y="4329113"/>
          <p14:tracePt t="97371" x="1951038" y="4267200"/>
          <p14:tracePt t="97381" x="1882775" y="4216400"/>
          <p14:tracePt t="97391" x="1860550" y="4194175"/>
          <p14:tracePt t="97401" x="1854200" y="4187825"/>
          <p14:tracePt t="97411" x="1854200" y="4181475"/>
          <p14:tracePt t="97421" x="1854200" y="4176713"/>
          <p14:tracePt t="97431" x="1854200" y="4165600"/>
          <p14:tracePt t="97441" x="1866900" y="4154488"/>
          <p14:tracePt t="97451" x="1882775" y="4143375"/>
          <p14:tracePt t="97461" x="1922463" y="4125913"/>
          <p14:tracePt t="97471" x="1973263" y="4108450"/>
          <p14:tracePt t="97481" x="2079625" y="4092575"/>
          <p14:tracePt t="97491" x="2209800" y="4081463"/>
          <p14:tracePt t="97501" x="2349500" y="4081463"/>
          <p14:tracePt t="97511" x="2517775" y="4081463"/>
          <p14:tracePt t="97521" x="2674938" y="4081463"/>
          <p14:tracePt t="97531" x="2827338" y="4081463"/>
          <p14:tracePt t="97541" x="2979738" y="4081463"/>
          <p14:tracePt t="97551" x="3136900" y="4081463"/>
          <p14:tracePt t="97561" x="3276600" y="4092575"/>
          <p14:tracePt t="97571" x="3395663" y="4103688"/>
          <p14:tracePt t="97581" x="3473450" y="4103688"/>
          <p14:tracePt t="97591" x="3530600" y="4103688"/>
          <p14:tracePt t="97601" x="3552825" y="4103688"/>
          <p14:tracePt t="97611" x="3575050" y="4103688"/>
          <p14:tracePt t="97621" x="3592513" y="4103688"/>
          <p14:tracePt t="97631" x="3597275" y="4097338"/>
          <p14:tracePt t="97641" x="3603625" y="4097338"/>
          <p14:tracePt t="97651" x="3608388" y="4092575"/>
          <p14:tracePt t="97661" x="3608388" y="4086225"/>
          <p14:tracePt t="97671" x="3614738" y="4081463"/>
          <p14:tracePt t="97689" x="3614738" y="4075113"/>
          <p14:tracePt t="97776" x="3614738" y="4081463"/>
          <p14:tracePt t="97777" x="3614738" y="4086225"/>
          <p14:tracePt t="97783" x="3614738" y="4092575"/>
          <p14:tracePt t="97791" x="3608388" y="4097338"/>
          <p14:tracePt t="97801" x="3603625" y="4121150"/>
          <p14:tracePt t="97811" x="3603625" y="4137025"/>
          <p14:tracePt t="97821" x="3597275" y="4165600"/>
          <p14:tracePt t="97831" x="3597275" y="4187825"/>
          <p14:tracePt t="97841" x="3597275" y="4210050"/>
          <p14:tracePt t="97851" x="3597275" y="4227513"/>
          <p14:tracePt t="97861" x="3597275" y="4243388"/>
          <p14:tracePt t="97871" x="3597275" y="4256088"/>
          <p14:tracePt t="97882" x="3597275" y="4260850"/>
          <p14:tracePt t="97891" x="3597275" y="4267200"/>
          <p14:tracePt t="97901" x="3592513" y="4267200"/>
          <p14:tracePt t="98454" x="3586163" y="4267200"/>
          <p14:tracePt t="99444" x="3586163" y="4260850"/>
          <p14:tracePt t="99447" x="3579813" y="4256088"/>
          <p14:tracePt t="99451" x="3575050" y="4256088"/>
          <p14:tracePt t="99461" x="3513138" y="4227513"/>
          <p14:tracePt t="99471" x="3395663" y="4198938"/>
          <p14:tracePt t="99481" x="3163888" y="4143375"/>
          <p14:tracePt t="99491" x="2917825" y="4075113"/>
          <p14:tracePt t="99501" x="2687638" y="4013200"/>
          <p14:tracePt t="99511" x="2652713" y="4002088"/>
          <p14:tracePt t="100348" x="2659063" y="3997325"/>
          <p14:tracePt t="100349" x="2663825" y="3997325"/>
          <p14:tracePt t="100352" x="2674938" y="3997325"/>
          <p14:tracePt t="100361" x="2687638" y="3990975"/>
          <p14:tracePt t="100371" x="2692400" y="3986213"/>
          <p14:tracePt t="100381" x="2692400" y="3979863"/>
          <p14:tracePt t="100382" x="2692400" y="3973513"/>
          <p14:tracePt t="100391" x="2692400" y="3962400"/>
          <p14:tracePt t="100401" x="2692400" y="3951288"/>
          <p14:tracePt t="100411" x="2692400" y="3929063"/>
          <p14:tracePt t="100421" x="2692400" y="3924300"/>
          <p14:tracePt t="100431" x="2692400" y="3917950"/>
          <p14:tracePt t="100441" x="2681288" y="3906838"/>
          <p14:tracePt t="100451" x="2674938" y="3900488"/>
          <p14:tracePt t="100465" x="2670175" y="3900488"/>
          <p14:tracePt t="100479" x="2670175" y="3895725"/>
          <p14:tracePt t="100491" x="2663825" y="3895725"/>
          <p14:tracePt t="100662" x="2670175" y="3895725"/>
          <p14:tracePt t="100663" x="2674938" y="3895725"/>
          <p14:tracePt t="100672" x="2681288" y="3895725"/>
          <p14:tracePt t="100681" x="2692400" y="3900488"/>
          <p14:tracePt t="100691" x="2703513" y="3900488"/>
          <p14:tracePt t="100701" x="2714625" y="3913188"/>
          <p14:tracePt t="100711" x="2720975" y="3917950"/>
          <p14:tracePt t="100721" x="2732088" y="3924300"/>
          <p14:tracePt t="100731" x="2736850" y="3935413"/>
          <p14:tracePt t="100741" x="2747963" y="3946525"/>
          <p14:tracePt t="100751" x="2754313" y="3957638"/>
          <p14:tracePt t="100761" x="2760663" y="3962400"/>
          <p14:tracePt t="100771" x="2760663" y="3968750"/>
          <p14:tracePt t="100781" x="2765425" y="3973513"/>
          <p14:tracePt t="100791" x="2765425" y="3979863"/>
          <p14:tracePt t="100801" x="2765425" y="3986213"/>
          <p14:tracePt t="100811" x="2765425" y="3990975"/>
          <p14:tracePt t="100821" x="2765425" y="3997325"/>
          <p14:tracePt t="100831" x="2765425" y="4002088"/>
          <p14:tracePt t="100841" x="2765425" y="4008438"/>
          <p14:tracePt t="100874" x="2765425" y="4013200"/>
          <p14:tracePt t="100940" x="2765425" y="4019550"/>
          <p14:tracePt t="100970" x="2765425" y="4024313"/>
          <p14:tracePt t="101008" x="2760663" y="4024313"/>
          <p14:tracePt t="101019" x="2760663" y="4030663"/>
          <p14:tracePt t="101051" x="2760663" y="4035425"/>
          <p14:tracePt t="101066" x="2760663" y="4041775"/>
          <p14:tracePt t="101067" x="2754313" y="4041775"/>
          <p14:tracePt t="101075" x="2747963" y="4048125"/>
          <p14:tracePt t="101081" x="2747963" y="4052888"/>
          <p14:tracePt t="101091" x="2736850" y="4064000"/>
          <p14:tracePt t="101101" x="2720975" y="4075113"/>
          <p14:tracePt t="101111" x="2703513" y="4086225"/>
          <p14:tracePt t="101121" x="2687638" y="4103688"/>
          <p14:tracePt t="101131" x="2659063" y="4125913"/>
          <p14:tracePt t="101132" x="2647950" y="4125913"/>
          <p14:tracePt t="101141" x="2630488" y="4143375"/>
          <p14:tracePt t="101151" x="2597150" y="4154488"/>
          <p14:tracePt t="101161" x="2563813" y="4176713"/>
          <p14:tracePt t="101171" x="2524125" y="4187825"/>
          <p14:tracePt t="101181" x="2490788" y="4198938"/>
          <p14:tracePt t="101191" x="2451100" y="4210050"/>
          <p14:tracePt t="101201" x="2417763" y="4221163"/>
          <p14:tracePt t="101211" x="2382838" y="4232275"/>
          <p14:tracePt t="101221" x="2349500" y="4243388"/>
          <p14:tracePt t="101231" x="2305050" y="4267200"/>
          <p14:tracePt t="101241" x="2259013" y="4283075"/>
          <p14:tracePt t="101251" x="2214563" y="4305300"/>
          <p14:tracePt t="101261" x="2170113" y="4333875"/>
          <p14:tracePt t="101271" x="2141538" y="4344988"/>
          <p14:tracePt t="101281" x="2119313" y="4356100"/>
          <p14:tracePt t="101291" x="2097088" y="4356100"/>
          <p14:tracePt t="101301" x="2085975" y="4356100"/>
          <p14:tracePt t="101311" x="2074863" y="4356100"/>
          <p14:tracePt t="101321" x="2062163" y="4356100"/>
          <p14:tracePt t="101331" x="2051050" y="4356100"/>
          <p14:tracePt t="101341" x="2039938" y="4356100"/>
          <p14:tracePt t="101351" x="2024063" y="4356100"/>
          <p14:tracePt t="101361" x="1989138" y="4351338"/>
          <p14:tracePt t="101371" x="1944688" y="4340225"/>
          <p14:tracePt t="101381" x="1905000" y="4322763"/>
          <p14:tracePt t="101391" x="1860550" y="4311650"/>
          <p14:tracePt t="101401" x="1804988" y="4294188"/>
          <p14:tracePt t="101411" x="1725613" y="4271963"/>
          <p14:tracePt t="101421" x="1663700" y="4256088"/>
          <p14:tracePt t="101431" x="1608138" y="4232275"/>
          <p14:tracePt t="101441" x="1546225" y="4210050"/>
          <p14:tracePt t="101451" x="1495425" y="4194175"/>
          <p14:tracePt t="101461" x="1444625" y="4165600"/>
          <p14:tracePt t="101471" x="1411288" y="4148138"/>
          <p14:tracePt t="101471" x="1404938" y="4143375"/>
          <p14:tracePt t="101481" x="1382713" y="4125913"/>
          <p14:tracePt t="101491" x="1354138" y="4097338"/>
          <p14:tracePt t="101501" x="1327150" y="4070350"/>
          <p14:tracePt t="101511" x="1303338" y="4041775"/>
          <p14:tracePt t="101521" x="1281113" y="4019550"/>
          <p14:tracePt t="101531" x="1243013" y="3986213"/>
          <p14:tracePt t="101541" x="1208088" y="3951288"/>
          <p14:tracePt t="101551" x="1174750" y="3917950"/>
          <p14:tracePt t="101561" x="1141413" y="3884613"/>
          <p14:tracePt t="101571" x="1119188" y="3856038"/>
          <p14:tracePt t="101581" x="1101725" y="3833813"/>
          <p14:tracePt t="101591" x="1084263" y="3805238"/>
          <p14:tracePt t="101601" x="1073150" y="3778250"/>
          <p14:tracePt t="101611" x="1062038" y="3754438"/>
          <p14:tracePt t="101621" x="1057275" y="3732213"/>
          <p14:tracePt t="101631" x="1046163" y="3698875"/>
          <p14:tracePt t="101641" x="1035050" y="3659188"/>
          <p14:tracePt t="101651" x="1028700" y="3614738"/>
          <p14:tracePt t="101661" x="1022350" y="3570288"/>
          <p14:tracePt t="101671" x="1011238" y="3519488"/>
          <p14:tracePt t="101671" x="1006475" y="3508375"/>
          <p14:tracePt t="101681" x="1006475" y="3473450"/>
          <p14:tracePt t="101691" x="995363" y="3429000"/>
          <p14:tracePt t="101701" x="989013" y="3389313"/>
          <p14:tracePt t="101711" x="984250" y="3355975"/>
          <p14:tracePt t="101721" x="984250" y="3327400"/>
          <p14:tracePt t="101731" x="984250" y="3300413"/>
          <p14:tracePt t="101741" x="984250" y="3271838"/>
          <p14:tracePt t="101751" x="984250" y="3243263"/>
          <p14:tracePt t="101761" x="984250" y="3221038"/>
          <p14:tracePt t="101771" x="984250" y="3198813"/>
          <p14:tracePt t="101781" x="989013" y="3181350"/>
          <p14:tracePt t="101791" x="995363" y="3165475"/>
          <p14:tracePt t="101801" x="1000125" y="3148013"/>
          <p14:tracePt t="101811" x="1006475" y="3136900"/>
          <p14:tracePt t="101821" x="1011238" y="3125788"/>
          <p14:tracePt t="101831" x="1022350" y="3108325"/>
          <p14:tracePt t="101841" x="1028700" y="3097213"/>
          <p14:tracePt t="101851" x="1046163" y="3074988"/>
          <p14:tracePt t="101861" x="1057275" y="3057525"/>
          <p14:tracePt t="101871" x="1079500" y="3041650"/>
          <p14:tracePt t="101882" x="1108075" y="3013075"/>
          <p14:tracePt t="101891" x="1130300" y="2995613"/>
          <p14:tracePt t="101901" x="1157288" y="2979738"/>
          <p14:tracePt t="101911" x="1185863" y="2957513"/>
          <p14:tracePt t="101921" x="1214438" y="2933700"/>
          <p14:tracePt t="101931" x="1243013" y="2911475"/>
          <p14:tracePt t="101941" x="1281113" y="2878138"/>
          <p14:tracePt t="101951" x="1320800" y="2849563"/>
          <p14:tracePt t="101961" x="1360488" y="2822575"/>
          <p14:tracePt t="101971" x="1400175" y="2794000"/>
          <p14:tracePt t="101981" x="1444625" y="2760663"/>
          <p14:tracePt t="101991" x="1484313" y="2736850"/>
          <p14:tracePt t="102001" x="1528763" y="2714625"/>
          <p14:tracePt t="102011" x="1568450" y="2692400"/>
          <p14:tracePt t="102021" x="1608138" y="2676525"/>
          <p14:tracePt t="102031" x="1652588" y="2659063"/>
          <p14:tracePt t="102041" x="1703388" y="2647950"/>
          <p14:tracePt t="102051" x="1747838" y="2636838"/>
          <p14:tracePt t="102061" x="1798638" y="2625725"/>
          <p14:tracePt t="102071" x="1849438" y="2614613"/>
          <p14:tracePt t="102081" x="1905000" y="2601913"/>
          <p14:tracePt t="102091" x="1962150" y="2590800"/>
          <p14:tracePt t="102101" x="2024063" y="2579688"/>
          <p14:tracePt t="102111" x="2074863" y="2568575"/>
          <p14:tracePt t="102121" x="2124075" y="2557463"/>
          <p14:tracePt t="102131" x="2152650" y="2552700"/>
          <p14:tracePt t="102141" x="2181225" y="2546350"/>
          <p14:tracePt t="102151" x="2197100" y="2541588"/>
          <p14:tracePt t="102161" x="2220913" y="2541588"/>
          <p14:tracePt t="102171" x="2236788" y="2535238"/>
          <p14:tracePt t="102181" x="2259013" y="2535238"/>
          <p14:tracePt t="102191" x="2282825" y="2535238"/>
          <p14:tracePt t="102201" x="2305050" y="2535238"/>
          <p14:tracePt t="102211" x="2338388" y="2535238"/>
          <p14:tracePt t="102221" x="2371725" y="2535238"/>
          <p14:tracePt t="102231" x="2400300" y="2535238"/>
          <p14:tracePt t="102241" x="2428875" y="2535238"/>
          <p14:tracePt t="102251" x="2433638" y="2541588"/>
          <p14:tracePt t="102261" x="2439988" y="2541588"/>
          <p14:tracePt t="102271" x="2451100" y="2541588"/>
          <p14:tracePt t="102281" x="2455863" y="2541588"/>
          <p14:tracePt t="102291" x="2484438" y="2552700"/>
          <p14:tracePt t="102301" x="2524125" y="2563813"/>
          <p14:tracePt t="102311" x="2568575" y="2568575"/>
          <p14:tracePt t="102321" x="2619375" y="2579688"/>
          <p14:tracePt t="102331" x="2687638" y="2590800"/>
          <p14:tracePt t="102332" x="2698750" y="2590800"/>
          <p14:tracePt t="102341" x="2760663" y="2601913"/>
          <p14:tracePt t="102351" x="2827338" y="2614613"/>
          <p14:tracePt t="102361" x="2895600" y="2625725"/>
          <p14:tracePt t="102371" x="2955925" y="2630488"/>
          <p14:tracePt t="102381" x="3013075" y="2641600"/>
          <p14:tracePt t="102391" x="3068638" y="2652713"/>
          <p14:tracePt t="102401" x="3097213" y="2659063"/>
          <p14:tracePt t="102411" x="3108325" y="2663825"/>
          <p14:tracePt t="102446" x="3114675" y="2663825"/>
          <p14:tracePt t="102452" x="3114675" y="2670175"/>
          <p14:tracePt t="102459" x="3114675" y="2676525"/>
          <p14:tracePt t="102461" x="3119438" y="2676525"/>
          <p14:tracePt t="102471" x="3125788" y="2692400"/>
          <p14:tracePt t="102471" x="3130550" y="2698750"/>
          <p14:tracePt t="102481" x="3141663" y="2725738"/>
          <p14:tracePt t="102491" x="3152775" y="2771775"/>
          <p14:tracePt t="102501" x="3176588" y="2833688"/>
          <p14:tracePt t="102511" x="3203575" y="2911475"/>
          <p14:tracePt t="102521" x="3221038" y="2995613"/>
          <p14:tracePt t="102531" x="3243263" y="3079750"/>
          <p14:tracePt t="102541" x="3254375" y="3176588"/>
          <p14:tracePt t="102551" x="3271838" y="3265488"/>
          <p14:tracePt t="102561" x="3282950" y="3349625"/>
          <p14:tracePt t="102571" x="3298825" y="3429000"/>
          <p14:tracePt t="102581" x="3316288" y="3513138"/>
          <p14:tracePt t="102591" x="3327400" y="3586163"/>
          <p14:tracePt t="102601" x="3338513" y="3643313"/>
          <p14:tracePt t="102611" x="3344863" y="3665538"/>
          <p14:tracePt t="102621" x="3344863" y="3676650"/>
          <p14:tracePt t="102639" x="3344863" y="3681413"/>
          <p14:tracePt t="102641" x="3349625" y="3681413"/>
          <p14:tracePt t="102653" x="3355975" y="3681413"/>
          <p14:tracePt t="102661" x="3360738" y="3676650"/>
          <p14:tracePt t="102671" x="3411538" y="3659188"/>
          <p14:tracePt t="102672" x="3422650" y="3654425"/>
          <p14:tracePt t="102681" x="3473450" y="3636963"/>
          <p14:tracePt t="102691" x="3568700" y="3614738"/>
          <p14:tracePt t="102692" x="3592513" y="3603625"/>
          <p14:tracePt t="102701" x="3692525" y="3586163"/>
          <p14:tracePt t="102711" x="3867150" y="3552825"/>
          <p14:tracePt t="102721" x="4052888" y="3524250"/>
          <p14:tracePt t="102731" x="4243388" y="3508375"/>
          <p14:tracePt t="102741" x="4451350" y="3502025"/>
          <p14:tracePt t="102751" x="4727575" y="3502025"/>
          <p14:tracePt t="102761" x="5019675" y="3502025"/>
          <p14:tracePt t="102771" x="5384800" y="3530600"/>
          <p14:tracePt t="102781" x="5778500" y="3546475"/>
          <p14:tracePt t="102791" x="6183313" y="3557588"/>
          <p14:tracePt t="102801" x="6581775" y="3557588"/>
          <p14:tracePt t="102811" x="6942138" y="3557588"/>
          <p14:tracePt t="102821" x="7267575" y="3552825"/>
          <p14:tracePt t="102831" x="7510463" y="3535363"/>
          <p14:tracePt t="102841" x="7639050" y="3519488"/>
          <p14:tracePt t="102842" x="7650163" y="3519488"/>
          <p14:tracePt t="102851" x="7667625" y="3519488"/>
          <p14:tracePt t="102861" x="7672388" y="3513138"/>
          <p14:tracePt t="102895" x="7678738" y="3513138"/>
          <p14:tracePt t="102960" x="7678738" y="3508375"/>
          <p14:tracePt t="102961" x="7672388" y="3508375"/>
          <p14:tracePt t="103000" x="7672388" y="3513138"/>
          <p14:tracePt t="103005" x="7672388" y="3519488"/>
          <p14:tracePt t="103011" x="7672388" y="3524250"/>
          <p14:tracePt t="103021" x="7672388" y="3535363"/>
          <p14:tracePt t="103031" x="7667625" y="3557588"/>
          <p14:tracePt t="103041" x="7661275" y="3597275"/>
          <p14:tracePt t="103051" x="7656513" y="3643313"/>
          <p14:tracePt t="103061" x="7650163" y="3692525"/>
          <p14:tracePt t="103071" x="7632700" y="3738563"/>
          <p14:tracePt t="103081" x="7610475" y="3771900"/>
          <p14:tracePt t="103091" x="7588250" y="3800475"/>
          <p14:tracePt t="103101" x="7566025" y="3811588"/>
          <p14:tracePt t="103111" x="7554913" y="3816350"/>
          <p14:tracePt t="103121" x="7543800" y="3816350"/>
          <p14:tracePt t="103131" x="7532688" y="3822700"/>
          <p14:tracePt t="103141" x="7521575" y="3822700"/>
          <p14:tracePt t="103151" x="7510463" y="3822700"/>
          <p14:tracePt t="103161" x="7497763" y="3822700"/>
          <p14:tracePt t="103171" x="7486650" y="3822700"/>
          <p14:tracePt t="103183" x="7481888" y="3822700"/>
          <p14:tracePt t="103193" x="7475538" y="3822700"/>
          <p14:tracePt t="103202" x="7470775" y="3822700"/>
          <p14:tracePt t="103211" x="7459663" y="3822700"/>
          <p14:tracePt t="103221" x="7448550" y="3822700"/>
          <p14:tracePt t="103231" x="7442200" y="3822700"/>
          <p14:tracePt t="103245" x="7442200" y="3816350"/>
          <p14:tracePt t="103281" x="7435850" y="3816350"/>
          <p14:tracePt t="103292" x="7435850" y="3811588"/>
          <p14:tracePt t="103325" x="7431088" y="3811588"/>
          <p14:tracePt t="103413" x="7431088" y="3816350"/>
          <p14:tracePt t="103424" x="7431088" y="3822700"/>
          <p14:tracePt t="103429" x="7431088" y="3827463"/>
          <p14:tracePt t="103433" x="7431088" y="3833813"/>
          <p14:tracePt t="103441" x="7431088" y="3844925"/>
          <p14:tracePt t="103451" x="7431088" y="3856038"/>
          <p14:tracePt t="103461" x="7431088" y="3867150"/>
          <p14:tracePt t="103471" x="7435850" y="3884613"/>
          <p14:tracePt t="103481" x="7442200" y="3906838"/>
          <p14:tracePt t="103491" x="7448550" y="3940175"/>
          <p14:tracePt t="103501" x="7464425" y="3973513"/>
          <p14:tracePt t="103511" x="7470775" y="4002088"/>
          <p14:tracePt t="103521" x="7481888" y="4035425"/>
          <p14:tracePt t="103531" x="7486650" y="4070350"/>
          <p14:tracePt t="103541" x="7497763" y="4092575"/>
          <p14:tracePt t="103542" x="7497763" y="4097338"/>
          <p14:tracePt t="103551" x="7504113" y="4121150"/>
          <p14:tracePt t="103561" x="7504113" y="4137025"/>
          <p14:tracePt t="103571" x="7515225" y="4159250"/>
          <p14:tracePt t="103581" x="7515225" y="4181475"/>
          <p14:tracePt t="103591" x="7515225" y="4205288"/>
          <p14:tracePt t="103601" x="7521575" y="4221163"/>
          <p14:tracePt t="103611" x="7521575" y="4238625"/>
          <p14:tracePt t="103621" x="7521575" y="4249738"/>
          <p14:tracePt t="103631" x="7521575" y="4260850"/>
          <p14:tracePt t="103641" x="7515225" y="4271963"/>
          <p14:tracePt t="103651" x="7510463" y="4283075"/>
          <p14:tracePt t="103661" x="7504113" y="4294188"/>
          <p14:tracePt t="103671" x="7497763" y="4311650"/>
          <p14:tracePt t="103681" x="7486650" y="4329113"/>
          <p14:tracePt t="103691" x="7475538" y="4351338"/>
          <p14:tracePt t="103701" x="7459663" y="4373563"/>
          <p14:tracePt t="103711" x="7442200" y="4391025"/>
          <p14:tracePt t="103721" x="7431088" y="4402138"/>
          <p14:tracePt t="103731" x="7419975" y="4413250"/>
          <p14:tracePt t="103741" x="7408863" y="4418013"/>
          <p14:tracePt t="103751" x="7397750" y="4429125"/>
          <p14:tracePt t="103761" x="7380288" y="4435475"/>
          <p14:tracePt t="103771" x="7362825" y="4440238"/>
          <p14:tracePt t="103781" x="7346950" y="4451350"/>
          <p14:tracePt t="103791" x="7324725" y="4457700"/>
          <p14:tracePt t="103801" x="7302500" y="4468813"/>
          <p14:tracePt t="103811" x="7267575" y="4475163"/>
          <p14:tracePt t="103821" x="7234238" y="4475163"/>
          <p14:tracePt t="103831" x="7205663" y="4475163"/>
          <p14:tracePt t="103841" x="7167563" y="4475163"/>
          <p14:tracePt t="103851" x="7110413" y="4475163"/>
          <p14:tracePt t="103861" x="7037388" y="4468813"/>
          <p14:tracePt t="103871" x="6959600" y="4464050"/>
          <p14:tracePt t="103881" x="6880225" y="4457700"/>
          <p14:tracePt t="103891" x="6796088" y="4446588"/>
          <p14:tracePt t="103901" x="6711950" y="4446588"/>
          <p14:tracePt t="103911" x="6621463" y="4440238"/>
          <p14:tracePt t="103921" x="6542088" y="4429125"/>
          <p14:tracePt t="103931" x="6486525" y="4418013"/>
          <p14:tracePt t="103941" x="6464300" y="4413250"/>
          <p14:tracePt t="103942" x="6457950" y="4406900"/>
          <p14:tracePt t="103951" x="6442075" y="4402138"/>
          <p14:tracePt t="103961" x="6424613" y="4391025"/>
          <p14:tracePt t="103971" x="6408738" y="4378325"/>
          <p14:tracePt t="103981" x="6396038" y="4367213"/>
          <p14:tracePt t="103991" x="6384925" y="4356100"/>
          <p14:tracePt t="104001" x="6380163" y="4344988"/>
          <p14:tracePt t="104011" x="6369050" y="4333875"/>
          <p14:tracePt t="104021" x="6362700" y="4316413"/>
          <p14:tracePt t="104031" x="6357938" y="4300538"/>
          <p14:tracePt t="104041" x="6351588" y="4278313"/>
          <p14:tracePt t="104051" x="6346825" y="4260850"/>
          <p14:tracePt t="104061" x="6346825" y="4238625"/>
          <p14:tracePt t="104071" x="6346825" y="4216400"/>
          <p14:tracePt t="104081" x="6346825" y="4187825"/>
          <p14:tracePt t="104091" x="6346825" y="4159250"/>
          <p14:tracePt t="104091" x="6346825" y="4154488"/>
          <p14:tracePt t="104101" x="6346825" y="4114800"/>
          <p14:tracePt t="104111" x="6346825" y="4070350"/>
          <p14:tracePt t="104111" x="6346825" y="4064000"/>
          <p14:tracePt t="104121" x="6346825" y="4030663"/>
          <p14:tracePt t="104122" x="6346825" y="4013200"/>
          <p14:tracePt t="104131" x="6346825" y="3979863"/>
          <p14:tracePt t="104141" x="6340475" y="3935413"/>
          <p14:tracePt t="104151" x="6340475" y="3895725"/>
          <p14:tracePt t="104161" x="6334125" y="3851275"/>
          <p14:tracePt t="104171" x="6334125" y="3805238"/>
          <p14:tracePt t="104181" x="6329363" y="3765550"/>
          <p14:tracePt t="104191" x="6329363" y="3727450"/>
          <p14:tracePt t="104201" x="6329363" y="3687763"/>
          <p14:tracePt t="104211" x="6323013" y="3654425"/>
          <p14:tracePt t="104221" x="6323013" y="3619500"/>
          <p14:tracePt t="104231" x="6323013" y="3586163"/>
          <p14:tracePt t="104241" x="6323013" y="3552825"/>
          <p14:tracePt t="104251" x="6323013" y="3513138"/>
          <p14:tracePt t="104261" x="6323013" y="3473450"/>
          <p14:tracePt t="104271" x="6323013" y="3435350"/>
          <p14:tracePt t="104281" x="6323013" y="3389313"/>
          <p14:tracePt t="104291" x="6329363" y="3355975"/>
          <p14:tracePt t="104301" x="6340475" y="3316288"/>
          <p14:tracePt t="104311" x="6346825" y="3282950"/>
          <p14:tracePt t="104321" x="6357938" y="3254375"/>
          <p14:tracePt t="104331" x="6369050" y="3221038"/>
          <p14:tracePt t="104341" x="6380163" y="3192463"/>
          <p14:tracePt t="104351" x="6396038" y="3159125"/>
          <p14:tracePt t="104361" x="6413500" y="3125788"/>
          <p14:tracePt t="104371" x="6430963" y="3097213"/>
          <p14:tracePt t="104381" x="6446838" y="3074988"/>
          <p14:tracePt t="104391" x="6464300" y="3052763"/>
          <p14:tracePt t="104401" x="6481763" y="3030538"/>
          <p14:tracePt t="104411" x="6497638" y="3013075"/>
          <p14:tracePt t="104421" x="6515100" y="2995613"/>
          <p14:tracePt t="104431" x="6530975" y="2984500"/>
          <p14:tracePt t="104441" x="6554788" y="2968625"/>
          <p14:tracePt t="104451" x="6570663" y="2951163"/>
          <p14:tracePt t="104461" x="6599238" y="2933700"/>
          <p14:tracePt t="104471" x="6627813" y="2911475"/>
          <p14:tracePt t="104481" x="6650038" y="2889250"/>
          <p14:tracePt t="104491" x="6672263" y="2878138"/>
          <p14:tracePt t="104501" x="6683375" y="2860675"/>
          <p14:tracePt t="104511" x="6689725" y="2855913"/>
          <p14:tracePt t="104521" x="6694488" y="2855913"/>
          <p14:tracePt t="104537" x="6700838" y="2849563"/>
          <p14:tracePt t="104608" x="6700838" y="2844800"/>
          <p14:tracePt t="104611" x="6705600" y="2844800"/>
          <p14:tracePt t="104629" x="6705600" y="2838450"/>
          <p14:tracePt t="104631" x="6711950" y="2838450"/>
          <p14:tracePt t="104635" x="6716713" y="2833688"/>
          <p14:tracePt t="104641" x="6723063" y="2833688"/>
          <p14:tracePt t="104651" x="6767513" y="2816225"/>
          <p14:tracePt t="104661" x="6851650" y="2798763"/>
          <p14:tracePt t="104671" x="6981825" y="2776538"/>
          <p14:tracePt t="104681" x="7132638" y="2754313"/>
          <p14:tracePt t="104691" x="7289800" y="2714625"/>
          <p14:tracePt t="104701" x="7448550" y="2687638"/>
          <p14:tracePt t="104711" x="7577138" y="2652713"/>
          <p14:tracePt t="104721" x="7667625" y="2625725"/>
          <p14:tracePt t="104731" x="7734300" y="2608263"/>
          <p14:tracePt t="104731" x="7745413" y="2601913"/>
          <p14:tracePt t="104741" x="7767638" y="2597150"/>
          <p14:tracePt t="104751" x="7773988" y="2590800"/>
          <p14:tracePt t="104761" x="7778750" y="2586038"/>
          <p14:tracePt t="104775" x="7785100" y="2586038"/>
          <p14:tracePt t="104878" x="7791450" y="2586038"/>
          <p14:tracePt t="104882" x="7796213" y="2586038"/>
          <p14:tracePt t="104885" x="7802563" y="2590800"/>
          <p14:tracePt t="104891" x="7813675" y="2590800"/>
          <p14:tracePt t="104901" x="7835900" y="2601913"/>
          <p14:tracePt t="104911" x="7875588" y="2619375"/>
          <p14:tracePt t="104921" x="7902575" y="2636838"/>
          <p14:tracePt t="104931" x="7931150" y="2652713"/>
          <p14:tracePt t="104931" x="7931150" y="2659063"/>
          <p14:tracePt t="104941" x="7970838" y="2681288"/>
          <p14:tracePt t="104951" x="8043863" y="2725738"/>
          <p14:tracePt t="104961" x="8099425" y="2776538"/>
          <p14:tracePt t="104971" x="8161338" y="2822575"/>
          <p14:tracePt t="104981" x="8212138" y="2867025"/>
          <p14:tracePt t="104991" x="8245475" y="2900363"/>
          <p14:tracePt t="105001" x="8269288" y="2928938"/>
          <p14:tracePt t="105011" x="8285163" y="2944813"/>
          <p14:tracePt t="105021" x="8296275" y="2962275"/>
          <p14:tracePt t="105031" x="8307388" y="2984500"/>
          <p14:tracePt t="105041" x="8313738" y="3006725"/>
          <p14:tracePt t="105051" x="8324850" y="3019425"/>
          <p14:tracePt t="105061" x="8329613" y="3041650"/>
          <p14:tracePt t="105062" x="8335963" y="3041650"/>
          <p14:tracePt t="105071" x="8335963" y="3057525"/>
          <p14:tracePt t="105081" x="8347075" y="3068638"/>
          <p14:tracePt t="105091" x="8347075" y="3079750"/>
          <p14:tracePt t="105101" x="8347075" y="3086100"/>
          <p14:tracePt t="105111" x="8347075" y="3092450"/>
          <p14:tracePt t="105121" x="8353425" y="3097213"/>
          <p14:tracePt t="105131" x="8353425" y="3103563"/>
          <p14:tracePt t="105141" x="8358188" y="3114675"/>
          <p14:tracePt t="105151" x="8358188" y="3125788"/>
          <p14:tracePt t="105161" x="8364538" y="3141663"/>
          <p14:tracePt t="105171" x="8364538" y="3152775"/>
          <p14:tracePt t="105181" x="8369300" y="3159125"/>
          <p14:tracePt t="105191" x="8369300" y="3165475"/>
          <p14:tracePt t="105201" x="8369300" y="3170238"/>
          <p14:tracePt t="105264" x="8369300" y="3165475"/>
          <p14:tracePt t="105267" x="8369300" y="3159125"/>
          <p14:tracePt t="105271" x="8364538" y="3159125"/>
          <p14:tracePt t="105281" x="8347075" y="3130550"/>
          <p14:tracePt t="105291" x="8318500" y="3086100"/>
          <p14:tracePt t="105301" x="8262938" y="3006725"/>
          <p14:tracePt t="105311" x="8178800" y="2917825"/>
          <p14:tracePt t="105321" x="8110538" y="2844800"/>
          <p14:tracePt t="105331" x="8066088" y="2805113"/>
          <p14:tracePt t="105341" x="8037513" y="2771775"/>
          <p14:tracePt t="105341" x="8032750" y="2771775"/>
          <p14:tracePt t="105351" x="8021638" y="2760663"/>
          <p14:tracePt t="105361" x="7999413" y="2749550"/>
          <p14:tracePt t="105371" x="7953375" y="2725738"/>
          <p14:tracePt t="105371" x="7948613" y="2720975"/>
          <p14:tracePt t="105381" x="7902575" y="2703513"/>
          <p14:tracePt t="105391" x="7847013" y="2687638"/>
          <p14:tracePt t="105401" x="7791450" y="2681288"/>
          <p14:tracePt t="105401" x="7778750" y="2676525"/>
          <p14:tracePt t="105411" x="7745413" y="2670175"/>
          <p14:tracePt t="105421" x="7712075" y="2670175"/>
          <p14:tracePt t="105431" x="7689850" y="2676525"/>
          <p14:tracePt t="105441" x="7667625" y="2687638"/>
          <p14:tracePt t="105451" x="7639050" y="2709863"/>
          <p14:tracePt t="105461" x="7605713" y="2743200"/>
          <p14:tracePt t="105471" x="7570788" y="2782888"/>
          <p14:tracePt t="105481" x="7515225" y="2844800"/>
          <p14:tracePt t="105491" x="7459663" y="2906713"/>
          <p14:tracePt t="105501" x="7402513" y="2968625"/>
          <p14:tracePt t="105502" x="7391400" y="2973388"/>
          <p14:tracePt t="105511" x="7346950" y="3024188"/>
          <p14:tracePt t="105521" x="7278688" y="3079750"/>
          <p14:tracePt t="105531" x="7200900" y="3148013"/>
          <p14:tracePt t="105541" x="7127875" y="3203575"/>
          <p14:tracePt t="105551" x="7054850" y="3249613"/>
          <p14:tracePt t="105561" x="6986588" y="3287713"/>
          <p14:tracePt t="105571" x="6908800" y="3327400"/>
          <p14:tracePt t="105572" x="6891338" y="3333750"/>
          <p14:tracePt t="105581" x="6824663" y="3367088"/>
          <p14:tracePt t="105591" x="6784975" y="3395663"/>
          <p14:tracePt t="105601" x="6745288" y="3422650"/>
          <p14:tracePt t="105611" x="6723063" y="3440113"/>
          <p14:tracePt t="105621" x="6711950" y="3451225"/>
          <p14:tracePt t="105631" x="6694488" y="3462338"/>
          <p14:tracePt t="105641" x="6689725" y="3473450"/>
          <p14:tracePt t="105651" x="6683375" y="3479800"/>
          <p14:tracePt t="105661" x="6672263" y="3490913"/>
          <p14:tracePt t="105671" x="6672263" y="3495675"/>
          <p14:tracePt t="105681" x="6665913" y="3502025"/>
          <p14:tracePt t="105691" x="6665913" y="3508375"/>
          <p14:tracePt t="105701" x="6661150" y="3513138"/>
          <p14:tracePt t="105711" x="6661150" y="3519488"/>
          <p14:tracePt t="105721" x="6654800" y="3530600"/>
          <p14:tracePt t="105731" x="6654800" y="3546475"/>
          <p14:tracePt t="105741" x="6654800" y="3581400"/>
          <p14:tracePt t="105751" x="6654800" y="3619500"/>
          <p14:tracePt t="105761" x="6665913" y="3670300"/>
          <p14:tracePt t="105771" x="6683375" y="3721100"/>
          <p14:tracePt t="105781" x="6700838" y="3771900"/>
          <p14:tracePt t="105791" x="6723063" y="3822700"/>
          <p14:tracePt t="105791" x="6727825" y="3827463"/>
          <p14:tracePt t="105801" x="6751638" y="3862388"/>
          <p14:tracePt t="105811" x="6773863" y="3906838"/>
          <p14:tracePt t="105821" x="6789738" y="3946525"/>
          <p14:tracePt t="105831" x="6811963" y="3979863"/>
          <p14:tracePt t="105841" x="6829425" y="4008438"/>
          <p14:tracePt t="105842" x="6829425" y="4013200"/>
          <p14:tracePt t="105851" x="6835775" y="4030663"/>
          <p14:tracePt t="105861" x="6846888" y="4052888"/>
          <p14:tracePt t="105871" x="6858000" y="4070350"/>
          <p14:tracePt t="105881" x="6862763" y="4092575"/>
          <p14:tracePt t="105891" x="6869113" y="4103688"/>
          <p14:tracePt t="105891" x="6873875" y="4108450"/>
          <p14:tracePt t="105901" x="6880225" y="4121150"/>
          <p14:tracePt t="105911" x="6884988" y="4137025"/>
          <p14:tracePt t="105921" x="6891338" y="4148138"/>
          <p14:tracePt t="105931" x="6897688" y="4159250"/>
          <p14:tracePt t="105941" x="6897688" y="4165600"/>
          <p14:tracePt t="105954" x="6902450" y="4165600"/>
          <p14:tracePt t="105961" x="6902450" y="4170363"/>
          <p14:tracePt t="106240" x="6902450" y="4165600"/>
          <p14:tracePt t="106285" x="6897688" y="4165600"/>
          <p14:tracePt t="106306" x="6897688" y="4159250"/>
          <p14:tracePt t="177612" x="6897688" y="4165600"/>
          <p14:tracePt t="177619" x="6897688" y="4170363"/>
          <p14:tracePt t="177629" x="6897688" y="4176713"/>
          <p14:tracePt t="177635" x="6897688" y="4181475"/>
          <p14:tracePt t="177647" x="6897688" y="4187825"/>
          <p14:tracePt t="177655" x="6897688" y="4194175"/>
          <p14:tracePt t="177661" x="6897688" y="4198938"/>
          <p14:tracePt t="177671" x="6884988" y="4216400"/>
          <p14:tracePt t="177681" x="6869113" y="4238625"/>
          <p14:tracePt t="177691" x="6851650" y="4271963"/>
          <p14:tracePt t="177701" x="6829425" y="4305300"/>
          <p14:tracePt t="177702" x="6824663" y="4311650"/>
          <p14:tracePt t="177711" x="6811963" y="4340225"/>
          <p14:tracePt t="177721" x="6784975" y="4384675"/>
          <p14:tracePt t="177731" x="6738938" y="4435475"/>
          <p14:tracePt t="177732" x="6727825" y="4451350"/>
          <p14:tracePt t="177741" x="6677025" y="4502150"/>
          <p14:tracePt t="177751" x="6599238" y="4564063"/>
          <p14:tracePt t="177752" x="6588125" y="4581525"/>
          <p14:tracePt t="177762" x="6492875" y="4643438"/>
          <p14:tracePt t="177771" x="6408738" y="4687888"/>
          <p14:tracePt t="177781" x="6284913" y="4727575"/>
          <p14:tracePt t="177792" x="6172200" y="4749800"/>
          <p14:tracePt t="177802" x="6059488" y="4760913"/>
          <p14:tracePt t="177812" x="5953125" y="4760913"/>
          <p14:tracePt t="177822" x="5840413" y="4756150"/>
          <p14:tracePt t="177831" x="5722938" y="4727575"/>
          <p14:tracePt t="177841" x="5614988" y="4676775"/>
          <p14:tracePt t="177842" x="5581650" y="4659313"/>
          <p14:tracePt t="177852" x="5395913" y="4541838"/>
          <p14:tracePt t="177861" x="5245100" y="4429125"/>
          <p14:tracePt t="177862" x="5210175" y="4402138"/>
          <p14:tracePt t="177871" x="5059363" y="4283075"/>
          <p14:tracePt t="177882" x="4833938" y="4081463"/>
          <p14:tracePt t="177891" x="4687888" y="3962400"/>
          <p14:tracePt t="177892" x="4654550" y="3935413"/>
          <p14:tracePt t="177901" x="4513263" y="3822700"/>
          <p14:tracePt t="177902" x="4486275" y="3794125"/>
          <p14:tracePt t="177911" x="4373563" y="3705225"/>
          <p14:tracePt t="177922" x="4249738" y="3614738"/>
          <p14:tracePt t="177932" x="4165600" y="3563938"/>
          <p14:tracePt t="177942" x="4097338" y="3530600"/>
          <p14:tracePt t="177952" x="4019550" y="3508375"/>
          <p14:tracePt t="177962" x="3906838" y="3473450"/>
          <p14:tracePt t="177971" x="3789363" y="3451225"/>
          <p14:tracePt t="177972" x="3749675" y="3446463"/>
          <p14:tracePt t="177981" x="3557588" y="3422650"/>
          <p14:tracePt t="177991" x="3389313" y="3406775"/>
          <p14:tracePt t="178001" x="3152775" y="3400425"/>
          <p14:tracePt t="178002" x="3108325" y="3400425"/>
          <p14:tracePt t="178011" x="2922588" y="3400425"/>
          <p14:tracePt t="178012" x="2878138" y="3400425"/>
          <p14:tracePt t="178021" x="2703513" y="3400425"/>
          <p14:tracePt t="178022" x="2659063" y="3400425"/>
          <p14:tracePt t="178031" x="2490788" y="3411538"/>
          <p14:tracePt t="178041" x="2293938" y="3429000"/>
          <p14:tracePt t="178042" x="2243138" y="3435350"/>
          <p14:tracePt t="178052" x="2051050" y="3451225"/>
          <p14:tracePt t="178062" x="1838325" y="3468688"/>
          <p14:tracePt t="178071" x="1685925" y="3484563"/>
          <p14:tracePt t="178072" x="1652588" y="3490913"/>
          <p14:tracePt t="178082" x="1489075" y="3513138"/>
          <p14:tracePt t="178092" x="1376363" y="3530600"/>
          <p14:tracePt t="178101" x="1331913" y="3541713"/>
          <p14:tracePt t="178111" x="1298575" y="3552825"/>
          <p14:tracePt t="178121" x="1287463" y="3557588"/>
          <p14:tracePt t="178132" x="1287463" y="3563938"/>
          <p14:tracePt t="178141" x="1287463" y="3570288"/>
          <p14:tracePt t="178142" x="1281113" y="3570288"/>
          <p14:tracePt t="178151" x="1281113" y="3575050"/>
          <p14:tracePt t="178162" x="1281113" y="3592513"/>
          <p14:tracePt t="178172" x="1281113" y="3603625"/>
          <p14:tracePt t="178181" x="1281113" y="3614738"/>
          <p14:tracePt t="178191" x="1281113" y="3625850"/>
          <p14:tracePt t="178192" x="1281113" y="3630613"/>
          <p14:tracePt t="178201" x="1276350" y="3643313"/>
          <p14:tracePt t="178212" x="1276350" y="3654425"/>
          <p14:tracePt t="178222" x="1270000" y="3670300"/>
          <p14:tracePt t="178231" x="1265238" y="3681413"/>
          <p14:tracePt t="178232" x="1265238" y="3687763"/>
          <p14:tracePt t="178241" x="1265238" y="3705225"/>
          <p14:tracePt t="178242" x="1265238" y="3709988"/>
          <p14:tracePt t="178251" x="1265238" y="3727450"/>
          <p14:tracePt t="178252" x="1265238" y="3738563"/>
          <p14:tracePt t="178261" x="1265238" y="3771900"/>
          <p14:tracePt t="178271" x="1276350" y="3811588"/>
          <p14:tracePt t="178281" x="1287463" y="3851275"/>
          <p14:tracePt t="178291" x="1298575" y="3884613"/>
          <p14:tracePt t="178292" x="1298575" y="3889375"/>
          <p14:tracePt t="178302" x="1316038" y="3929063"/>
          <p14:tracePt t="178312" x="1349375" y="3968750"/>
          <p14:tracePt t="178321" x="1389063" y="4008438"/>
          <p14:tracePt t="178322" x="1411288" y="4024313"/>
          <p14:tracePt t="178332" x="1506538" y="4086225"/>
          <p14:tracePt t="178341" x="1646238" y="4165600"/>
          <p14:tracePt t="178342" x="1692275" y="4181475"/>
          <p14:tracePt t="178352" x="1900238" y="4271963"/>
          <p14:tracePt t="178362" x="2152650" y="4356100"/>
          <p14:tracePt t="178371" x="2366963" y="4413250"/>
          <p14:tracePt t="178372" x="2411413" y="4424363"/>
          <p14:tracePt t="178381" x="2601913" y="4451350"/>
          <p14:tracePt t="178382" x="2641600" y="4457700"/>
          <p14:tracePt t="178391" x="2794000" y="4464050"/>
          <p14:tracePt t="178392" x="2827338" y="4464050"/>
          <p14:tracePt t="178401" x="2968625" y="4435475"/>
          <p14:tracePt t="178412" x="3097213" y="4391025"/>
          <p14:tracePt t="178421" x="3203575" y="4340225"/>
          <p14:tracePt t="178431" x="3355975" y="4260850"/>
          <p14:tracePt t="178432" x="3389313" y="4243388"/>
          <p14:tracePt t="178441" x="3513138" y="4159250"/>
          <p14:tracePt t="178442" x="3541713" y="4137025"/>
          <p14:tracePt t="178451" x="3676650" y="4048125"/>
          <p14:tracePt t="178461" x="3873500" y="3917950"/>
          <p14:tracePt t="178472" x="4035425" y="3811588"/>
          <p14:tracePt t="178481" x="4170363" y="3732213"/>
          <p14:tracePt t="178482" x="4198938" y="3716338"/>
          <p14:tracePt t="178492" x="4322763" y="3654425"/>
          <p14:tracePt t="178501" x="4395788" y="3619500"/>
          <p14:tracePt t="178511" x="4462463" y="3592513"/>
          <p14:tracePt t="178512" x="4473575" y="3592513"/>
          <p14:tracePt t="178521" x="4530725" y="3575050"/>
          <p14:tracePt t="178522" x="4548188" y="3575050"/>
          <p14:tracePt t="178531" x="4625975" y="3575050"/>
          <p14:tracePt t="178532" x="4654550" y="3575050"/>
          <p14:tracePt t="178542" x="4851400" y="3586163"/>
          <p14:tracePt t="178551" x="5103813" y="3625850"/>
          <p14:tracePt t="178561" x="5384800" y="3676650"/>
          <p14:tracePt t="178572" x="5672138" y="3721100"/>
          <p14:tracePt t="178581" x="5873750" y="3765550"/>
          <p14:tracePt t="178582" x="5930900" y="3778250"/>
          <p14:tracePt t="178591" x="6103938" y="3822700"/>
          <p14:tracePt t="178592" x="6143625" y="3833813"/>
          <p14:tracePt t="178601" x="6261100" y="3873500"/>
          <p14:tracePt t="178602" x="6289675" y="3884613"/>
          <p14:tracePt t="178612" x="6357938" y="3917950"/>
          <p14:tracePt t="178622" x="6391275" y="3940175"/>
          <p14:tracePt t="178631" x="6408738" y="3962400"/>
          <p14:tracePt t="178641" x="6419850" y="3997325"/>
          <p14:tracePt t="178652" x="6419850" y="4024313"/>
          <p14:tracePt t="178662" x="6413500" y="4048125"/>
          <p14:tracePt t="178671" x="6402388" y="4070350"/>
          <p14:tracePt t="178672" x="6396038" y="4070350"/>
          <p14:tracePt t="178681" x="6373813" y="4092575"/>
          <p14:tracePt t="178691" x="6346825" y="4121150"/>
          <p14:tracePt t="178701" x="6318250" y="4154488"/>
          <p14:tracePt t="178702" x="6318250" y="4159250"/>
          <p14:tracePt t="178711" x="6300788" y="4194175"/>
          <p14:tracePt t="178721" x="6289675" y="4232275"/>
          <p14:tracePt t="178722" x="6289675" y="4243388"/>
          <p14:tracePt t="178731" x="6289675" y="4278313"/>
          <p14:tracePt t="178741" x="6300788" y="4311650"/>
          <p14:tracePt t="178751" x="6318250" y="4340225"/>
          <p14:tracePt t="178752" x="6323013" y="4340225"/>
          <p14:tracePt t="178762" x="6346825" y="4356100"/>
          <p14:tracePt t="178771" x="6357938" y="4362450"/>
          <p14:tracePt t="178772" x="6369050" y="4367213"/>
          <p14:tracePt t="178781" x="6384925" y="4373563"/>
          <p14:tracePt t="178791" x="6413500" y="4378325"/>
          <p14:tracePt t="178792" x="6424613" y="4378325"/>
          <p14:tracePt t="178801" x="6457950" y="4391025"/>
          <p14:tracePt t="178802" x="6469063" y="4391025"/>
          <p14:tracePt t="178811" x="6537325" y="4406900"/>
          <p14:tracePt t="178812" x="6554788" y="4413250"/>
          <p14:tracePt t="178822" x="6654800" y="4440238"/>
          <p14:tracePt t="178832" x="6762750" y="4464050"/>
          <p14:tracePt t="178842" x="6862763" y="4479925"/>
          <p14:tracePt t="178852" x="6935788" y="4486275"/>
          <p14:tracePt t="178861" x="6953250" y="4486275"/>
          <p14:tracePt t="178872" x="6964363" y="4486275"/>
          <p14:tracePt t="178882" x="6964363" y="4479925"/>
          <p14:tracePt t="178891" x="6959600" y="4457700"/>
          <p14:tracePt t="178901" x="6931025" y="4413250"/>
          <p14:tracePt t="178911" x="6862763" y="4333875"/>
          <p14:tracePt t="178921" x="6767513" y="4232275"/>
          <p14:tracePt t="178922" x="6745288" y="4205288"/>
          <p14:tracePt t="178932" x="6638925" y="4097338"/>
          <p14:tracePt t="178941" x="6554788" y="4008438"/>
          <p14:tracePt t="178942" x="6537325" y="3990975"/>
          <p14:tracePt t="178952" x="6446838" y="3889375"/>
          <p14:tracePt t="178961" x="6391275" y="3822700"/>
          <p14:tracePt t="178971" x="6334125" y="3754438"/>
          <p14:tracePt t="178981" x="6300788" y="3709988"/>
          <p14:tracePt t="178982" x="6300788" y="3705225"/>
          <p14:tracePt t="178991" x="6296025" y="3687763"/>
          <p14:tracePt t="178992" x="6289675" y="3687763"/>
          <p14:tracePt t="179001" x="6289675" y="3676650"/>
          <p14:tracePt t="179002" x="6289675" y="3670300"/>
          <p14:tracePt t="179011" x="6284913" y="3665538"/>
          <p14:tracePt t="179021" x="6278563" y="3659188"/>
          <p14:tracePt t="179031" x="6278563" y="3654425"/>
          <p14:tracePt t="179042" x="6278563" y="3648075"/>
          <p14:tracePt t="179051" x="6278563" y="3643313"/>
          <p14:tracePt t="179061" x="6284913" y="3619500"/>
          <p14:tracePt t="179062" x="6289675" y="3608388"/>
          <p14:tracePt t="179071" x="6307138" y="3581400"/>
          <p14:tracePt t="179082" x="6340475" y="3524250"/>
          <p14:tracePt t="179091" x="6369050" y="3490913"/>
          <p14:tracePt t="179092" x="6380163" y="3473450"/>
          <p14:tracePt t="179101" x="6413500" y="3446463"/>
          <p14:tracePt t="179102" x="6424613" y="3435350"/>
          <p14:tracePt t="179111" x="6469063" y="3406775"/>
          <p14:tracePt t="179112" x="6475413" y="3400425"/>
          <p14:tracePt t="179121" x="6508750" y="3378200"/>
          <p14:tracePt t="179122" x="6519863" y="3373438"/>
          <p14:tracePt t="179131" x="6542088" y="3362325"/>
          <p14:tracePt t="179141" x="6565900" y="3362325"/>
          <p14:tracePt t="179151" x="6577013" y="3355975"/>
          <p14:tracePt t="179161" x="6588125" y="3355975"/>
          <p14:tracePt t="179171" x="6599238" y="3355975"/>
          <p14:tracePt t="179182" x="6616700" y="3355975"/>
          <p14:tracePt t="179191" x="6638925" y="3362325"/>
          <p14:tracePt t="179201" x="6689725" y="3373438"/>
          <p14:tracePt t="179212" x="6778625" y="3400425"/>
          <p14:tracePt t="179222" x="6873875" y="3429000"/>
          <p14:tracePt t="179231" x="6953250" y="3457575"/>
          <p14:tracePt t="179241" x="6981825" y="3462338"/>
          <p14:tracePt t="179251" x="6997700" y="3468688"/>
          <p14:tracePt t="179269" x="7004050" y="3468688"/>
          <p14:tracePt t="179275" x="7004050" y="3473450"/>
          <p14:tracePt t="179292" x="7008813" y="3473450"/>
          <p14:tracePt t="179293" x="7008813" y="3479800"/>
          <p14:tracePt t="179301" x="7008813" y="3490913"/>
          <p14:tracePt t="179311" x="7015163" y="3508375"/>
          <p14:tracePt t="179312" x="7019925" y="3508375"/>
          <p14:tracePt t="179321" x="7026275" y="3524250"/>
          <p14:tracePt t="179322" x="7032625" y="3530600"/>
          <p14:tracePt t="179331" x="7037388" y="3546475"/>
          <p14:tracePt t="179332" x="7043738" y="3546475"/>
          <p14:tracePt t="179342" x="7054850" y="3581400"/>
          <p14:tracePt t="179351" x="7077075" y="3608388"/>
          <p14:tracePt t="179361" x="7099300" y="3643313"/>
          <p14:tracePt t="179371" x="7116763" y="3676650"/>
          <p14:tracePt t="179372" x="7116763" y="3687763"/>
          <p14:tracePt t="179382" x="7127875" y="3716338"/>
          <p14:tracePt t="179391" x="7138988" y="3738563"/>
          <p14:tracePt t="179401" x="7150100" y="3771900"/>
          <p14:tracePt t="179411" x="7154863" y="3789363"/>
          <p14:tracePt t="179421" x="7167563" y="3811588"/>
          <p14:tracePt t="179431" x="7178675" y="3833813"/>
          <p14:tracePt t="179441" x="7189788" y="3851275"/>
          <p14:tracePt t="179442" x="7189788" y="3856038"/>
          <p14:tracePt t="179451" x="7189788" y="3862388"/>
          <p14:tracePt t="179452" x="7194550" y="3867150"/>
          <p14:tracePt t="179461" x="7194550" y="3873500"/>
          <p14:tracePt t="179471" x="7200900" y="3889375"/>
          <p14:tracePt t="179482" x="7205663" y="3913188"/>
          <p14:tracePt t="179491" x="7212013" y="3929063"/>
          <p14:tracePt t="179501" x="7223125" y="3946525"/>
          <p14:tracePt t="179502" x="7223125" y="3951288"/>
          <p14:tracePt t="179512" x="7227888" y="3973513"/>
          <p14:tracePt t="179521" x="7234238" y="3986213"/>
          <p14:tracePt t="179532" x="7240588" y="4002088"/>
          <p14:tracePt t="179541" x="7240588" y="4013200"/>
          <p14:tracePt t="179552" x="7245350" y="4024313"/>
          <p14:tracePt t="179561" x="7251700" y="4035425"/>
          <p14:tracePt t="179572" x="7251700" y="4048125"/>
          <p14:tracePt t="179582" x="7251700" y="4064000"/>
          <p14:tracePt t="179592" x="7251700" y="4081463"/>
          <p14:tracePt t="179602" x="7251700" y="4097338"/>
          <p14:tracePt t="179612" x="7256463" y="4114800"/>
          <p14:tracePt t="179621" x="7256463" y="4137025"/>
          <p14:tracePt t="179631" x="7256463" y="4154488"/>
          <p14:tracePt t="179641" x="7262813" y="4170363"/>
          <p14:tracePt t="179642" x="7267575" y="4170363"/>
          <p14:tracePt t="179651" x="7267575" y="4187825"/>
          <p14:tracePt t="179652" x="7267575" y="4194175"/>
          <p14:tracePt t="179661" x="7267575" y="4205288"/>
          <p14:tracePt t="179672" x="7267575" y="4221163"/>
          <p14:tracePt t="179681" x="7273925" y="4238625"/>
          <p14:tracePt t="179692" x="7273925" y="4256088"/>
          <p14:tracePt t="179701" x="7278688" y="4271963"/>
          <p14:tracePt t="179702" x="7278688" y="4278313"/>
          <p14:tracePt t="179712" x="7285038" y="4294188"/>
          <p14:tracePt t="179722" x="7289800" y="4311650"/>
          <p14:tracePt t="179731" x="7296150" y="4316413"/>
          <p14:tracePt t="179742" x="7296150" y="4329113"/>
          <p14:tracePt t="179757" x="7296150" y="4333875"/>
          <p14:tracePt t="179772" x="7296150" y="4340225"/>
          <p14:tracePt t="179784" x="7296150" y="4344988"/>
          <p14:tracePt t="179785" x="7289800" y="4344988"/>
          <p14:tracePt t="179791" x="7289800" y="4351338"/>
          <p14:tracePt t="179801" x="7285038" y="4356100"/>
          <p14:tracePt t="179802" x="7278688" y="4356100"/>
          <p14:tracePt t="179811" x="7273925" y="4362450"/>
          <p14:tracePt t="179821" x="7256463" y="4367213"/>
          <p14:tracePt t="179822" x="7256463" y="4373563"/>
          <p14:tracePt t="179831" x="7245350" y="4373563"/>
          <p14:tracePt t="179841" x="7223125" y="4378325"/>
          <p14:tracePt t="179851" x="7205663" y="4384675"/>
          <p14:tracePt t="179852" x="7200900" y="4384675"/>
          <p14:tracePt t="179862" x="7172325" y="4384675"/>
          <p14:tracePt t="179871" x="7132638" y="4391025"/>
          <p14:tracePt t="179872" x="7127875" y="4391025"/>
          <p14:tracePt t="179882" x="7088188" y="4391025"/>
          <p14:tracePt t="179891" x="7059613" y="4391025"/>
          <p14:tracePt t="179892" x="7054850" y="4391025"/>
          <p14:tracePt t="179902" x="7026275" y="4391025"/>
          <p14:tracePt t="179911" x="7015163" y="4391025"/>
          <p14:tracePt t="179921" x="7004050" y="4391025"/>
          <p14:tracePt t="179931" x="6992938" y="4384675"/>
          <p14:tracePt t="179932" x="6986588" y="4384675"/>
          <p14:tracePt t="179941" x="6981825" y="4378325"/>
          <p14:tracePt t="179942" x="6975475" y="4378325"/>
          <p14:tracePt t="179951" x="6964363" y="4373563"/>
          <p14:tracePt t="179961" x="6942138" y="4356100"/>
          <p14:tracePt t="179962" x="6935788" y="4351338"/>
          <p14:tracePt t="179972" x="6902450" y="4333875"/>
          <p14:tracePt t="179981" x="6869113" y="4305300"/>
          <p14:tracePt t="179982" x="6862763" y="4300538"/>
          <p14:tracePt t="179991" x="6811963" y="4260850"/>
          <p14:tracePt t="179992" x="6800850" y="4249738"/>
          <p14:tracePt t="180001" x="6751638" y="4198938"/>
          <p14:tracePt t="180002" x="6738938" y="4194175"/>
          <p14:tracePt t="180011" x="6689725" y="4137025"/>
          <p14:tracePt t="180012" x="6677025" y="4121150"/>
          <p14:tracePt t="180021" x="6599238" y="4035425"/>
          <p14:tracePt t="180032" x="6548438" y="3962400"/>
          <p14:tracePt t="180042" x="6457950" y="3862388"/>
          <p14:tracePt t="180051" x="6391275" y="3789363"/>
          <p14:tracePt t="180052" x="6373813" y="3771900"/>
          <p14:tracePt t="180061" x="6323013" y="3716338"/>
          <p14:tracePt t="180062" x="6318250" y="3705225"/>
          <p14:tracePt t="180071" x="6296025" y="3676650"/>
          <p14:tracePt t="180081" x="6296025" y="3665538"/>
          <p14:tracePt t="180091" x="6289675" y="3659188"/>
          <p14:tracePt t="180101" x="6289675" y="3654425"/>
          <p14:tracePt t="180111" x="6289675" y="3643313"/>
          <p14:tracePt t="180122" x="6296025" y="3619500"/>
          <p14:tracePt t="180131" x="6318250" y="3581400"/>
          <p14:tracePt t="180142" x="6357938" y="3535363"/>
          <p14:tracePt t="180151" x="6413500" y="3479800"/>
          <p14:tracePt t="180152" x="6424613" y="3473450"/>
          <p14:tracePt t="180161" x="6469063" y="3429000"/>
          <p14:tracePt t="180171" x="6515100" y="3384550"/>
          <p14:tracePt t="180172" x="6526213" y="3378200"/>
          <p14:tracePt t="180181" x="6559550" y="3344863"/>
          <p14:tracePt t="180182" x="6565900" y="3333750"/>
          <p14:tracePt t="180191" x="6604000" y="3305175"/>
          <p14:tracePt t="180201" x="6672263" y="3271838"/>
          <p14:tracePt t="180211" x="6727825" y="3243263"/>
          <p14:tracePt t="180212" x="6745288" y="3243263"/>
          <p14:tracePt t="180221" x="6807200" y="3221038"/>
          <p14:tracePt t="180222" x="6824663" y="3214688"/>
          <p14:tracePt t="180231" x="6880225" y="3198813"/>
          <p14:tracePt t="180232" x="6897688" y="3198813"/>
          <p14:tracePt t="180242" x="6964363" y="3181350"/>
          <p14:tracePt t="180252" x="7008813" y="3176588"/>
          <p14:tracePt t="180262" x="7026275" y="3170238"/>
          <p14:tracePt t="180262" x="7032625" y="3170238"/>
          <p14:tracePt t="180271" x="7043738" y="3165475"/>
          <p14:tracePt t="180282" x="7048500" y="3165475"/>
          <p14:tracePt t="180302" x="7054850" y="3165475"/>
          <p14:tracePt t="180308" x="7054850" y="3159125"/>
          <p14:tracePt t="180318" x="7059613" y="3159125"/>
          <p14:tracePt t="180324" x="7059613" y="3152775"/>
          <p14:tracePt t="180331" x="7065963" y="3148013"/>
          <p14:tracePt t="180341" x="7070725" y="3141663"/>
          <p14:tracePt t="180342" x="7077075" y="3136900"/>
          <p14:tracePt t="180352" x="7081838" y="3130550"/>
          <p14:tracePt t="180352" x="7088188" y="3125788"/>
          <p14:tracePt t="180361" x="7092950" y="3119438"/>
          <p14:tracePt t="180371" x="7099300" y="3114675"/>
          <p14:tracePt t="180381" x="7105650" y="3103563"/>
          <p14:tracePt t="180391" x="7110413" y="3103563"/>
          <p14:tracePt t="180418" x="7110413" y="3097213"/>
          <p14:tracePt t="212771" x="7116763" y="3097213"/>
          <p14:tracePt t="212775" x="7121525" y="3097213"/>
          <p14:tracePt t="212781" x="7143750" y="3092450"/>
          <p14:tracePt t="212792" x="7194550" y="3086100"/>
          <p14:tracePt t="212801" x="7245350" y="3079750"/>
          <p14:tracePt t="212812" x="7289800" y="3074988"/>
          <p14:tracePt t="212821" x="7329488" y="3068638"/>
          <p14:tracePt t="212831" x="7375525" y="3057525"/>
          <p14:tracePt t="212841" x="7413625" y="3057525"/>
          <p14:tracePt t="212851" x="7448550" y="3052763"/>
          <p14:tracePt t="212861" x="7475538" y="3046413"/>
          <p14:tracePt t="212871" x="7493000" y="3041650"/>
          <p14:tracePt t="212881" x="7497763" y="3041650"/>
          <p14:tracePt t="212919" x="7504113" y="3041650"/>
          <p14:tracePt t="213095" x="7504113" y="3035300"/>
          <p14:tracePt t="213102" x="7497763" y="3024188"/>
          <p14:tracePt t="213105" x="7493000" y="3013075"/>
          <p14:tracePt t="213111" x="7475538" y="2995613"/>
          <p14:tracePt t="213121" x="7453313" y="2951163"/>
          <p14:tracePt t="213132" x="7419975" y="2906713"/>
          <p14:tracePt t="213141" x="7386638" y="2860675"/>
          <p14:tracePt t="213151" x="7362825" y="2827338"/>
          <p14:tracePt t="213161" x="7351713" y="2809875"/>
          <p14:tracePt t="213171" x="7346950" y="2805113"/>
          <p14:tracePt t="213181" x="7346950" y="2798763"/>
          <p14:tracePt t="213191" x="7340600" y="2798763"/>
          <p14:tracePt t="213215" x="7340600" y="2794000"/>
          <p14:tracePt t="213366" x="7335838" y="2794000"/>
          <p14:tracePt t="213371" x="7329488" y="2794000"/>
          <p14:tracePt t="213379" x="7324725" y="2794000"/>
          <p14:tracePt t="213385" x="7318375" y="2794000"/>
          <p14:tracePt t="213391" x="7307263" y="2787650"/>
          <p14:tracePt t="213401" x="7296150" y="2787650"/>
          <p14:tracePt t="213411" x="7285038" y="2782888"/>
          <p14:tracePt t="213422" x="7267575" y="2776538"/>
          <p14:tracePt t="213432" x="7256463" y="2771775"/>
          <p14:tracePt t="213442" x="7240588" y="2765425"/>
          <p14:tracePt t="213451" x="7234238" y="2760663"/>
          <p14:tracePt t="213463" x="7227888" y="2760663"/>
          <p14:tracePt t="213472" x="7227888" y="2754313"/>
          <p14:tracePt t="213497" x="7227888" y="2749550"/>
          <p14:tracePt t="213511" x="7223125" y="2749550"/>
          <p14:tracePt t="213535" x="7216775" y="2749550"/>
          <p14:tracePt t="213545" x="7212013" y="2749550"/>
          <p14:tracePt t="213549" x="7205663" y="2749550"/>
          <p14:tracePt t="213555" x="7200900" y="2749550"/>
          <p14:tracePt t="213561" x="7189788" y="2749550"/>
          <p14:tracePt t="213571" x="7161213" y="2754313"/>
          <p14:tracePt t="213581" x="7127875" y="2765425"/>
          <p14:tracePt t="213591" x="7081838" y="2782888"/>
          <p14:tracePt t="213601" x="7037388" y="2809875"/>
          <p14:tracePt t="213611" x="6981825" y="2844800"/>
          <p14:tracePt t="213621" x="6908800" y="2895600"/>
          <p14:tracePt t="213631" x="6829425" y="2951163"/>
          <p14:tracePt t="213641" x="6751638" y="3019425"/>
          <p14:tracePt t="213652" x="6677025" y="3092450"/>
          <p14:tracePt t="213661" x="6621463" y="3152775"/>
          <p14:tracePt t="213671" x="6570663" y="3214688"/>
          <p14:tracePt t="213681" x="6519863" y="3271838"/>
          <p14:tracePt t="213691" x="6486525" y="3333750"/>
          <p14:tracePt t="213701" x="6464300" y="3384550"/>
          <p14:tracePt t="213712" x="6446838" y="3435350"/>
          <p14:tracePt t="213721" x="6442075" y="3490913"/>
          <p14:tracePt t="213731" x="6442075" y="3546475"/>
          <p14:tracePt t="213741" x="6442075" y="3603625"/>
          <p14:tracePt t="213751" x="6442075" y="3654425"/>
          <p14:tracePt t="213761" x="6446838" y="3692525"/>
          <p14:tracePt t="213771" x="6453188" y="3716338"/>
          <p14:tracePt t="213781" x="6457950" y="3738563"/>
          <p14:tracePt t="213791" x="6469063" y="3760788"/>
          <p14:tracePt t="213801" x="6475413" y="3783013"/>
          <p14:tracePt t="213812" x="6486525" y="3811588"/>
          <p14:tracePt t="213821" x="6492875" y="3833813"/>
          <p14:tracePt t="213831" x="6503988" y="3851275"/>
          <p14:tracePt t="213842" x="6503988" y="3862388"/>
          <p14:tracePt t="213851" x="6503988" y="3867150"/>
          <p14:tracePt t="213861" x="6503988" y="3878263"/>
          <p14:tracePt t="213871" x="6503988" y="3889375"/>
          <p14:tracePt t="213882" x="6508750" y="3895725"/>
          <p14:tracePt t="213892" x="6508750" y="3913188"/>
          <p14:tracePt t="213901" x="6508750" y="3935413"/>
          <p14:tracePt t="213911" x="6515100" y="3957638"/>
          <p14:tracePt t="213921" x="6515100" y="3979863"/>
          <p14:tracePt t="213931" x="6515100" y="3997325"/>
          <p14:tracePt t="213941" x="6519863" y="4013200"/>
          <p14:tracePt t="213951" x="6519863" y="4035425"/>
          <p14:tracePt t="213961" x="6526213" y="4070350"/>
          <p14:tracePt t="213971" x="6537325" y="4103688"/>
          <p14:tracePt t="213981" x="6542088" y="4137025"/>
          <p14:tracePt t="213991" x="6548438" y="4165600"/>
          <p14:tracePt t="214001" x="6554788" y="4194175"/>
          <p14:tracePt t="214012" x="6559550" y="4216400"/>
          <p14:tracePt t="214021" x="6565900" y="4238625"/>
          <p14:tracePt t="214031" x="6570663" y="4249738"/>
          <p14:tracePt t="214042" x="6570663" y="4260850"/>
          <p14:tracePt t="214052" x="6577013" y="4267200"/>
          <p14:tracePt t="214061" x="6577013" y="4271963"/>
          <p14:tracePt t="214071" x="6588125" y="4271963"/>
          <p14:tracePt t="214081" x="6588125" y="4278313"/>
          <p14:tracePt t="214091" x="6599238" y="4278313"/>
          <p14:tracePt t="214101" x="6638925" y="4289425"/>
          <p14:tracePt t="214111" x="6711950" y="4305300"/>
          <p14:tracePt t="214121" x="6796088" y="4305300"/>
          <p14:tracePt t="214132" x="6902450" y="4305300"/>
          <p14:tracePt t="214141" x="7032625" y="4294188"/>
          <p14:tracePt t="214151" x="7194550" y="4271963"/>
          <p14:tracePt t="214161" x="7375525" y="4256088"/>
          <p14:tracePt t="214171" x="7537450" y="4249738"/>
          <p14:tracePt t="214181" x="7672388" y="4249738"/>
          <p14:tracePt t="214191" x="7751763" y="4249738"/>
          <p14:tracePt t="214201" x="7791450" y="4249738"/>
          <p14:tracePt t="214211" x="7807325" y="4249738"/>
          <p14:tracePt t="214221" x="7818438" y="4256088"/>
          <p14:tracePt t="214239" x="7824788" y="4256088"/>
          <p14:tracePt t="214245" x="7824788" y="4260850"/>
          <p14:tracePt t="214267" x="7829550" y="4260850"/>
          <p14:tracePt t="214281" x="7829550" y="4267200"/>
          <p14:tracePt t="214397" x="7824788" y="4267200"/>
          <p14:tracePt t="214399" x="7824788" y="4260850"/>
          <p14:tracePt t="214401" x="7813675" y="4256088"/>
          <p14:tracePt t="214411" x="7778750" y="4227513"/>
          <p14:tracePt t="214421" x="7705725" y="4159250"/>
          <p14:tracePt t="214431" x="7627938" y="4081463"/>
          <p14:tracePt t="214441" x="7548563" y="4002088"/>
          <p14:tracePt t="214451" x="7481888" y="3940175"/>
          <p14:tracePt t="214461" x="7424738" y="3884613"/>
          <p14:tracePt t="214471" x="7380288" y="3844925"/>
          <p14:tracePt t="214481" x="7335838" y="3800475"/>
          <p14:tracePt t="214492" x="7302500" y="3760788"/>
          <p14:tracePt t="214502" x="7267575" y="3732213"/>
          <p14:tracePt t="214511" x="7251700" y="3709988"/>
          <p14:tracePt t="214521" x="7240588" y="3692525"/>
          <p14:tracePt t="214531" x="7227888" y="3676650"/>
          <p14:tracePt t="214541" x="7223125" y="3670300"/>
          <p14:tracePt t="214551" x="7223125" y="3659188"/>
          <p14:tracePt t="214561" x="7216775" y="3659188"/>
          <p14:tracePt t="214571" x="7216775" y="3654425"/>
          <p14:tracePt t="214599" x="7216775" y="3648075"/>
          <p14:tracePt t="237089" x="7216775" y="3643313"/>
          <p14:tracePt t="237091" x="7223125" y="3643313"/>
          <p14:tracePt t="237102" x="7227888" y="3636963"/>
          <p14:tracePt t="237112" x="7234238" y="3630613"/>
          <p14:tracePt t="237122" x="7240588" y="3630613"/>
          <p14:tracePt t="237132" x="7245350" y="3630613"/>
          <p14:tracePt t="237142" x="7262813" y="3630613"/>
          <p14:tracePt t="237152" x="7285038" y="3654425"/>
          <p14:tracePt t="237162" x="7307263" y="3681413"/>
          <p14:tracePt t="237172" x="7318375" y="3721100"/>
          <p14:tracePt t="237182" x="7329488" y="3760788"/>
          <p14:tracePt t="237192" x="7340600" y="3805238"/>
          <p14:tracePt t="237202" x="7358063" y="3844925"/>
          <p14:tracePt t="237212" x="7362825" y="3884613"/>
          <p14:tracePt t="237222" x="7380288" y="3935413"/>
          <p14:tracePt t="237232" x="7397750" y="3990975"/>
          <p14:tracePt t="237242" x="7402513" y="4041775"/>
          <p14:tracePt t="237252" x="7408863" y="4086225"/>
          <p14:tracePt t="237262" x="7408863" y="4121150"/>
          <p14:tracePt t="237272" x="7402513" y="4159250"/>
          <p14:tracePt t="237282" x="7391400" y="4187825"/>
          <p14:tracePt t="237292" x="7380288" y="4210050"/>
          <p14:tracePt t="237302" x="7369175" y="4238625"/>
          <p14:tracePt t="237312" x="7358063" y="4267200"/>
          <p14:tracePt t="237322" x="7340600" y="4300538"/>
          <p14:tracePt t="237332" x="7324725" y="4329113"/>
          <p14:tracePt t="237342" x="7302500" y="4351338"/>
          <p14:tracePt t="237351" x="7278688" y="4378325"/>
          <p14:tracePt t="237362" x="7245350" y="4402138"/>
          <p14:tracePt t="237372" x="7205663" y="4424363"/>
          <p14:tracePt t="237382" x="7172325" y="4440238"/>
          <p14:tracePt t="237392" x="7138988" y="4446588"/>
          <p14:tracePt t="237402" x="7116763" y="4446588"/>
          <p14:tracePt t="237412" x="7092950" y="4446588"/>
          <p14:tracePt t="237422" x="7070725" y="4446588"/>
          <p14:tracePt t="237432" x="7019925" y="4424363"/>
          <p14:tracePt t="237442" x="6935788" y="4378325"/>
          <p14:tracePt t="237452" x="6824663" y="4316413"/>
          <p14:tracePt t="237462" x="6711950" y="4238625"/>
          <p14:tracePt t="237472" x="6559550" y="4137025"/>
          <p14:tracePt t="237482" x="6391275" y="4019550"/>
          <p14:tracePt t="237492" x="6205538" y="3895725"/>
          <p14:tracePt t="237502" x="6015038" y="3765550"/>
          <p14:tracePt t="237512" x="5834063" y="3648075"/>
          <p14:tracePt t="237522" x="5683250" y="3541713"/>
          <p14:tracePt t="237532" x="5581650" y="3462338"/>
          <p14:tracePt t="237542" x="5526088" y="3406775"/>
          <p14:tracePt t="237552" x="5491163" y="3355975"/>
          <p14:tracePt t="237562" x="5468938" y="3311525"/>
          <p14:tracePt t="237572" x="5457825" y="3271838"/>
          <p14:tracePt t="237582" x="5457825" y="3227388"/>
          <p14:tracePt t="237592" x="5457825" y="3187700"/>
          <p14:tracePt t="237602" x="5464175" y="3148013"/>
          <p14:tracePt t="237612" x="5475288" y="3108325"/>
          <p14:tracePt t="237622" x="5491163" y="3063875"/>
          <p14:tracePt t="237632" x="5514975" y="3013075"/>
          <p14:tracePt t="237642" x="5526088" y="2957513"/>
          <p14:tracePt t="237652" x="5541963" y="2900363"/>
          <p14:tracePt t="237662" x="5564188" y="2844800"/>
          <p14:tracePt t="237672" x="5581650" y="2805113"/>
          <p14:tracePt t="237682" x="5603875" y="2771775"/>
          <p14:tracePt t="237692" x="5637213" y="2749550"/>
          <p14:tracePt t="237702" x="5661025" y="2732088"/>
          <p14:tracePt t="237712" x="5688013" y="2714625"/>
          <p14:tracePt t="237722" x="5722938" y="2703513"/>
          <p14:tracePt t="237732" x="5756275" y="2687638"/>
          <p14:tracePt t="237742" x="5783263" y="2670175"/>
          <p14:tracePt t="237752" x="5822950" y="2647950"/>
          <p14:tracePt t="237762" x="5873750" y="2625725"/>
          <p14:tracePt t="237772" x="5918200" y="2608263"/>
          <p14:tracePt t="237782" x="5957888" y="2586038"/>
          <p14:tracePt t="237792" x="5980113" y="2579688"/>
          <p14:tracePt t="237802" x="5997575" y="2568575"/>
          <p14:tracePt t="237812" x="6003925" y="2568575"/>
          <p14:tracePt t="237822" x="6008688" y="2563813"/>
          <p14:tracePt t="237832" x="6019800" y="2563813"/>
          <p14:tracePt t="237842" x="6030913" y="2557463"/>
          <p14:tracePt t="237852" x="6065838" y="2552700"/>
          <p14:tracePt t="237862" x="6103938" y="2541588"/>
          <p14:tracePt t="237872" x="6149975" y="2535238"/>
          <p14:tracePt t="237882" x="6188075" y="2528888"/>
          <p14:tracePt t="237892" x="6234113" y="2524125"/>
          <p14:tracePt t="237902" x="6267450" y="2517775"/>
          <p14:tracePt t="237912" x="6300788" y="2513013"/>
          <p14:tracePt t="237922" x="6340475" y="2501900"/>
          <p14:tracePt t="237932" x="6424613" y="2490788"/>
          <p14:tracePt t="237942" x="6515100" y="2479675"/>
          <p14:tracePt t="237952" x="6650038" y="2473325"/>
          <p14:tracePt t="237962" x="6800850" y="2466975"/>
          <p14:tracePt t="237972" x="6970713" y="2462213"/>
          <p14:tracePt t="237982" x="7127875" y="2455863"/>
          <p14:tracePt t="237992" x="7273925" y="2455863"/>
          <p14:tracePt t="238002" x="7413625" y="2451100"/>
          <p14:tracePt t="238012" x="7543800" y="2451100"/>
          <p14:tracePt t="238021" x="7661275" y="2444750"/>
          <p14:tracePt t="238032" x="7773988" y="2439988"/>
          <p14:tracePt t="238042" x="7847013" y="2433638"/>
          <p14:tracePt t="238052" x="7908925" y="2428875"/>
          <p14:tracePt t="238062" x="7959725" y="2428875"/>
          <p14:tracePt t="238072" x="8004175" y="2422525"/>
          <p14:tracePt t="238082" x="8032750" y="2422525"/>
          <p14:tracePt t="238091" x="8048625" y="2422525"/>
          <p14:tracePt t="238102" x="8054975" y="2422525"/>
          <p14:tracePt t="238133" x="8061325" y="2422525"/>
          <p14:tracePt t="238145" x="8066088" y="2422525"/>
          <p14:tracePt t="238153" x="8066088" y="2417763"/>
          <p14:tracePt t="238155" x="8072438" y="2417763"/>
          <p14:tracePt t="238163" x="8077200" y="2417763"/>
          <p14:tracePt t="238172" x="8088313" y="2417763"/>
          <p14:tracePt t="238182" x="8094663" y="2411413"/>
          <p14:tracePt t="238192" x="8099425" y="2411413"/>
          <p14:tracePt t="238239" x="8105775" y="2411413"/>
          <p14:tracePt t="238247" x="8110538" y="2411413"/>
          <p14:tracePt t="238249" x="8116888" y="2411413"/>
          <p14:tracePt t="238255" x="8121650" y="2411413"/>
          <p14:tracePt t="238262" x="8134350" y="2411413"/>
          <p14:tracePt t="238272" x="8172450" y="2417763"/>
          <p14:tracePt t="238282" x="8207375" y="2428875"/>
          <p14:tracePt t="238292" x="8269288" y="2455863"/>
          <p14:tracePt t="238302" x="8313738" y="2479675"/>
          <p14:tracePt t="238312" x="8342313" y="2501900"/>
          <p14:tracePt t="238322" x="8353425" y="2517775"/>
          <p14:tracePt t="238332" x="8369300" y="2528888"/>
          <p14:tracePt t="238342" x="8380413" y="2546350"/>
          <p14:tracePt t="238352" x="8391525" y="2563813"/>
          <p14:tracePt t="238362" x="8391525" y="2574925"/>
          <p14:tracePt t="238372" x="8397875" y="2586038"/>
          <p14:tracePt t="238382" x="8397875" y="2590800"/>
          <p14:tracePt t="238392" x="8397875" y="2597150"/>
          <p14:tracePt t="238407" x="8397875" y="2601913"/>
          <p14:tracePt t="238459" x="8391525" y="2601913"/>
          <p14:tracePt t="238463" x="8386763" y="2601913"/>
          <p14:tracePt t="238465" x="8380413" y="2597150"/>
          <p14:tracePt t="238472" x="8358188" y="2586038"/>
          <p14:tracePt t="238482" x="8318500" y="2563813"/>
          <p14:tracePt t="238492" x="8269288" y="2541588"/>
          <p14:tracePt t="238502" x="8207375" y="2524125"/>
          <p14:tracePt t="238512" x="8145463" y="2501900"/>
          <p14:tracePt t="238522" x="8083550" y="2490788"/>
          <p14:tracePt t="238532" x="8004175" y="2484438"/>
          <p14:tracePt t="238542" x="7902575" y="2484438"/>
          <p14:tracePt t="238552" x="7802563" y="2484438"/>
          <p14:tracePt t="238562" x="7678738" y="2495550"/>
          <p14:tracePt t="238572" x="7526338" y="2517775"/>
          <p14:tracePt t="238582" x="7391400" y="2552700"/>
          <p14:tracePt t="238592" x="7262813" y="2590800"/>
          <p14:tracePt t="238602" x="7167563" y="2636838"/>
          <p14:tracePt t="238612" x="7081838" y="2681288"/>
          <p14:tracePt t="238622" x="7008813" y="2732088"/>
          <p14:tracePt t="238632" x="6942138" y="2776538"/>
          <p14:tracePt t="238642" x="6884988" y="2822575"/>
          <p14:tracePt t="238652" x="6840538" y="2867025"/>
          <p14:tracePt t="238662" x="6811963" y="2906713"/>
          <p14:tracePt t="238672" x="6789738" y="2951163"/>
          <p14:tracePt t="238682" x="6784975" y="2984500"/>
          <p14:tracePt t="238692" x="6778625" y="3013075"/>
          <p14:tracePt t="238702" x="6778625" y="3041650"/>
          <p14:tracePt t="238712" x="6778625" y="3074988"/>
          <p14:tracePt t="238722" x="6778625" y="3114675"/>
          <p14:tracePt t="238732" x="6773863" y="3176588"/>
          <p14:tracePt t="238742" x="6773863" y="3243263"/>
          <p14:tracePt t="238752" x="6773863" y="3305175"/>
          <p14:tracePt t="238762" x="6767513" y="3378200"/>
          <p14:tracePt t="238772" x="6767513" y="3468688"/>
          <p14:tracePt t="238782" x="6784975" y="3557588"/>
          <p14:tracePt t="238792" x="6824663" y="3681413"/>
          <p14:tracePt t="238802" x="6862763" y="3789363"/>
          <p14:tracePt t="238812" x="6908800" y="3895725"/>
          <p14:tracePt t="238822" x="6931025" y="3973513"/>
          <p14:tracePt t="238832" x="6942138" y="4035425"/>
          <p14:tracePt t="238842" x="6942138" y="4086225"/>
          <p14:tracePt t="238852" x="6942138" y="4143375"/>
          <p14:tracePt t="238862" x="6942138" y="4198938"/>
          <p14:tracePt t="238872" x="6935788" y="4243388"/>
          <p14:tracePt t="238882" x="6924675" y="4283075"/>
          <p14:tracePt t="238892" x="6919913" y="4300538"/>
          <p14:tracePt t="238902" x="6913563" y="4316413"/>
          <p14:tracePt t="238912" x="6908800" y="4322763"/>
          <p14:tracePt t="238922" x="6908800" y="4329113"/>
          <p14:tracePt t="238932" x="6902450" y="4333875"/>
          <p14:tracePt t="238942" x="6897688" y="4344988"/>
          <p14:tracePt t="238952" x="6891338" y="4356100"/>
          <p14:tracePt t="238962" x="6884988" y="4373563"/>
          <p14:tracePt t="238972" x="6884988" y="4384675"/>
          <p14:tracePt t="238982" x="6880225" y="4402138"/>
          <p14:tracePt t="238992" x="6880225" y="4406900"/>
          <p14:tracePt t="239002" x="6880225" y="4413250"/>
          <p14:tracePt t="239035" x="6880225" y="4418013"/>
          <p14:tracePt t="239123" x="6880225" y="4413250"/>
          <p14:tracePt t="239127" x="6880225" y="4406900"/>
          <p14:tracePt t="239132" x="6880225" y="4402138"/>
          <p14:tracePt t="239142" x="6873875" y="4384675"/>
          <p14:tracePt t="239155" x="6873875" y="4378325"/>
          <p14:tracePt t="248445" x="6869113" y="4378325"/>
          <p14:tracePt t="248449" x="6862763" y="4378325"/>
          <p14:tracePt t="248453" x="6858000" y="4378325"/>
          <p14:tracePt t="248462" x="6829425" y="4384675"/>
          <p14:tracePt t="248472" x="6762750" y="4402138"/>
          <p14:tracePt t="248482" x="6677025" y="4424363"/>
          <p14:tracePt t="248492" x="6621463" y="4457700"/>
          <p14:tracePt t="248502" x="6599238" y="4486275"/>
          <p14:tracePt t="248512" x="6599238" y="4497388"/>
          <p14:tracePt t="248522" x="6592888" y="4497388"/>
          <p14:tracePt t="250349" x="6592888" y="4502150"/>
          <p14:tracePt t="250351" x="6592888" y="4513263"/>
          <p14:tracePt t="250362" x="6621463" y="4564063"/>
          <p14:tracePt t="250372" x="6650038" y="4625975"/>
          <p14:tracePt t="250382" x="6677025" y="4676775"/>
          <p14:tracePt t="250392" x="6694488" y="4694238"/>
          <p14:tracePt t="250402" x="6716713" y="4716463"/>
          <p14:tracePt t="250412" x="6734175" y="4749800"/>
          <p14:tracePt t="250422" x="6767513" y="4794250"/>
          <p14:tracePt t="250432" x="6800850" y="4851400"/>
          <p14:tracePt t="250442" x="6829425" y="4906963"/>
          <p14:tracePt t="250452" x="6851650" y="4968875"/>
          <p14:tracePt t="250462" x="6869113" y="5019675"/>
          <p14:tracePt t="250472" x="6884988" y="5076825"/>
          <p14:tracePt t="250482" x="6897688" y="5114925"/>
          <p14:tracePt t="250492" x="6908800" y="5165725"/>
          <p14:tracePt t="250502" x="6924675" y="5205413"/>
          <p14:tracePt t="250512" x="6946900" y="5245100"/>
          <p14:tracePt t="250522" x="6964363" y="5278438"/>
          <p14:tracePt t="250532" x="6981825" y="5307013"/>
          <p14:tracePt t="250542" x="6992938" y="5322888"/>
          <p14:tracePt t="250552" x="7008813" y="5351463"/>
          <p14:tracePt t="250562" x="7019925" y="5368925"/>
          <p14:tracePt t="250572" x="7037388" y="5391150"/>
          <p14:tracePt t="250582" x="7048500" y="5407025"/>
          <p14:tracePt t="250592" x="7054850" y="5430838"/>
          <p14:tracePt t="250602" x="7065963" y="5457825"/>
          <p14:tracePt t="250612" x="7077075" y="5480050"/>
          <p14:tracePt t="250622" x="7081838" y="5497513"/>
          <p14:tracePt t="250632" x="7081838" y="5514975"/>
          <p14:tracePt t="250642" x="7088188" y="5537200"/>
          <p14:tracePt t="250652" x="7088188" y="5565775"/>
          <p14:tracePt t="250662" x="7092950" y="5603875"/>
          <p14:tracePt t="250672" x="7099300" y="5643563"/>
          <p14:tracePt t="250682" x="7105650" y="5694363"/>
          <p14:tracePt t="250692" x="7110413" y="5749925"/>
          <p14:tracePt t="250702" x="7110413" y="5807075"/>
          <p14:tracePt t="250712" x="7110413" y="5868988"/>
          <p14:tracePt t="250722" x="7110413" y="5935663"/>
          <p14:tracePt t="250732" x="7116763" y="6037263"/>
          <p14:tracePt t="250742" x="7121525" y="6138863"/>
          <p14:tracePt t="250752" x="7127875" y="6273800"/>
          <p14:tracePt t="250762" x="7154863" y="6430963"/>
          <p14:tracePt t="250772" x="7172325" y="6588125"/>
          <p14:tracePt t="250782" x="7200900" y="6734175"/>
        </p14:tracePtLst>
      </p14:laserTrace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92E14-0B69-D67E-B0DB-12DDEE66D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5D4178F-95DB-4E09-87B8-6FB82273B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/>
          <a:lstStyle/>
          <a:p>
            <a:r>
              <a:rPr lang="en-US" dirty="0"/>
              <a:t>The Endocrine System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97F1DB3-6397-DC2E-A49D-8D10AA1C2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Communication system; produces hormones to stimulate changes in other organs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083F1-54DF-DFD0-F9DD-51CFCD80A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-18288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16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873"/>
    </mc:Choice>
    <mc:Fallback xmlns="">
      <p:transition spd="slow" advTm="38873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7145EC-DC98-FB1C-5489-51758150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Endocrine System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9B6D1E4-2A56-20C3-D546-3894CB7CC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66903" y="1825625"/>
            <a:ext cx="6869321" cy="4206382"/>
          </a:xfrm>
        </p:spPr>
        <p:txBody>
          <a:bodyPr/>
          <a:lstStyle/>
          <a:p>
            <a:r>
              <a:rPr lang="en-US" b="1" dirty="0"/>
              <a:t>Hypothalamus: </a:t>
            </a:r>
            <a:r>
              <a:rPr lang="en-US" dirty="0"/>
              <a:t>helps regulate endocrine system</a:t>
            </a:r>
            <a:endParaRPr lang="en-US" b="1" dirty="0"/>
          </a:p>
          <a:p>
            <a:r>
              <a:rPr lang="en-US" b="1" dirty="0"/>
              <a:t>Pituitary gland</a:t>
            </a:r>
            <a:r>
              <a:rPr lang="en-US" dirty="0"/>
              <a:t>: “master gland,” influences growth and metabolism</a:t>
            </a:r>
          </a:p>
          <a:p>
            <a:r>
              <a:rPr lang="en-US" b="1" dirty="0"/>
              <a:t>Thyroid</a:t>
            </a:r>
            <a:r>
              <a:rPr lang="en-US" dirty="0"/>
              <a:t>: regulates metabolism</a:t>
            </a:r>
          </a:p>
          <a:p>
            <a:r>
              <a:rPr lang="en-US" b="1" dirty="0"/>
              <a:t>Adrenal glands</a:t>
            </a:r>
            <a:r>
              <a:rPr lang="en-US" dirty="0"/>
              <a:t>: aids in stress response</a:t>
            </a:r>
          </a:p>
          <a:p>
            <a:r>
              <a:rPr lang="en-US" b="1" dirty="0"/>
              <a:t>Ovaries/ testes</a:t>
            </a:r>
            <a:r>
              <a:rPr lang="en-US" dirty="0"/>
              <a:t>: influences blood flow, growth, and sex drive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3F113-B331-27BA-E47D-26969FC4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9" name="Picture Placeholder 2" descr="The different parts of the endocrine system of a male human body and a female human body are depicted.">
            <a:extLst>
              <a:ext uri="{FF2B5EF4-FFF2-40B4-BE49-F238E27FC236}">
                <a16:creationId xmlns:a16="http://schemas.microsoft.com/office/drawing/2014/main" id="{2D613E68-AF5E-E4F0-BBBB-3C341E8E42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" t="1493" r="1686" b="-269"/>
          <a:stretch/>
        </p:blipFill>
        <p:spPr>
          <a:xfrm>
            <a:off x="420624" y="1690688"/>
            <a:ext cx="3314495" cy="4206875"/>
          </a:xfrm>
        </p:spPr>
      </p:pic>
    </p:spTree>
    <p:extLst>
      <p:ext uri="{BB962C8B-B14F-4D97-AF65-F5344CB8AC3E}">
        <p14:creationId xmlns:p14="http://schemas.microsoft.com/office/powerpoint/2010/main" val="40360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80"/>
    </mc:Choice>
    <mc:Fallback xmlns="">
      <p:transition spd="slow" advTm="64280"/>
    </mc:Fallback>
  </mc:AlternateContent>
  <p:extLst>
    <p:ext uri="{3A86A75C-4F4B-4683-9AE1-C65F6400EC91}">
      <p14:laserTraceLst xmlns:p14="http://schemas.microsoft.com/office/powerpoint/2010/main">
        <p14:tracePtLst>
          <p14:tracePt t="9300" x="3811588" y="6824663"/>
          <p14:tracePt t="9307" x="3856038" y="6756400"/>
          <p14:tracePt t="9317" x="3946525" y="6643688"/>
          <p14:tracePt t="9327" x="4041775" y="6526213"/>
          <p14:tracePt t="9337" x="4143375" y="6397625"/>
          <p14:tracePt t="9347" x="4243388" y="6256338"/>
          <p14:tracePt t="9357" x="4362450" y="6116638"/>
          <p14:tracePt t="9367" x="4486275" y="5970588"/>
          <p14:tracePt t="9377" x="4637088" y="5851525"/>
          <p14:tracePt t="9387" x="4789488" y="5756275"/>
          <p14:tracePt t="9397" x="4951413" y="5694363"/>
          <p14:tracePt t="9407" x="5099050" y="5665788"/>
          <p14:tracePt t="9417" x="5210175" y="5649913"/>
          <p14:tracePt t="9427" x="5272088" y="5638800"/>
          <p14:tracePt t="9437" x="5300663" y="5632450"/>
          <p14:tracePt t="9447" x="5307013" y="5632450"/>
          <p14:tracePt t="9472" x="5311775" y="5632450"/>
          <p14:tracePt t="9504" x="5307013" y="5632450"/>
          <p14:tracePt t="9512" x="5300663" y="5632450"/>
          <p14:tracePt t="9516" x="5300663" y="5638800"/>
          <p14:tracePt t="9518" x="5294313" y="5638800"/>
          <p14:tracePt t="9527" x="5283200" y="5654675"/>
          <p14:tracePt t="9537" x="5256213" y="5688013"/>
          <p14:tracePt t="9547" x="5194300" y="5745163"/>
          <p14:tracePt t="9557" x="5126038" y="5800725"/>
          <p14:tracePt t="9567" x="5024438" y="5868988"/>
          <p14:tracePt t="9577" x="4902200" y="5924550"/>
          <p14:tracePt t="9587" x="4767263" y="5981700"/>
          <p14:tracePt t="9597" x="4643438" y="6030913"/>
          <p14:tracePt t="9607" x="4513263" y="6092825"/>
          <p14:tracePt t="9617" x="4413250" y="6143625"/>
          <p14:tracePt t="9627" x="4338638" y="6183313"/>
          <p14:tracePt t="9637" x="4278313" y="6211888"/>
          <p14:tracePt t="9647" x="4221163" y="6227763"/>
          <p14:tracePt t="9657" x="4154488" y="6245225"/>
          <p14:tracePt t="9667" x="4086225" y="6245225"/>
          <p14:tracePt t="9677" x="4013200" y="6234113"/>
          <p14:tracePt t="9687" x="3935413" y="6189663"/>
          <p14:tracePt t="9697" x="3878263" y="6132513"/>
          <p14:tracePt t="9707" x="3805238" y="6043613"/>
          <p14:tracePt t="9717" x="3703638" y="5884863"/>
          <p14:tracePt t="9727" x="3552825" y="5676900"/>
          <p14:tracePt t="9737" x="3338513" y="5391150"/>
          <p14:tracePt t="9747" x="3041650" y="5037138"/>
          <p14:tracePt t="9757" x="2670175" y="4570413"/>
          <p14:tracePt t="9767" x="2287588" y="4075113"/>
          <p14:tracePt t="9777" x="1973263" y="3575050"/>
          <p14:tracePt t="9787" x="1770063" y="3181350"/>
          <p14:tracePt t="9797" x="1670050" y="2844800"/>
          <p14:tracePt t="9807" x="1597025" y="2546350"/>
          <p14:tracePt t="9817" x="1550988" y="2271713"/>
          <p14:tracePt t="9827" x="1511300" y="2017713"/>
          <p14:tracePt t="9837" x="1489075" y="1781175"/>
          <p14:tracePt t="9847" x="1477963" y="1579563"/>
          <p14:tracePt t="9857" x="1473200" y="1393825"/>
          <p14:tracePt t="9867" x="1473200" y="1258888"/>
          <p14:tracePt t="9877" x="1466850" y="1169988"/>
          <p14:tracePt t="9887" x="1455738" y="1101725"/>
          <p14:tracePt t="9897" x="1455738" y="1062038"/>
          <p14:tracePt t="9907" x="1450975" y="1046163"/>
          <p14:tracePt t="9918" x="1450975" y="1039813"/>
          <p14:tracePt t="9950" x="1450975" y="1035050"/>
          <p14:tracePt t="9964" x="1450975" y="1039813"/>
          <p14:tracePt t="9968" x="1450975" y="1046163"/>
          <p14:tracePt t="9970" x="1450975" y="1057275"/>
          <p14:tracePt t="9977" x="1450975" y="1073150"/>
          <p14:tracePt t="9987" x="1450975" y="1123950"/>
          <p14:tracePt t="9997" x="1455738" y="1192213"/>
          <p14:tracePt t="10007" x="1455738" y="1265238"/>
          <p14:tracePt t="10017" x="1466850" y="1371600"/>
          <p14:tracePt t="10027" x="1477963" y="1466850"/>
          <p14:tracePt t="10037" x="1489075" y="1585913"/>
          <p14:tracePt t="10047" x="1500188" y="1714500"/>
          <p14:tracePt t="10057" x="1506538" y="1831975"/>
          <p14:tracePt t="10067" x="1506538" y="1933575"/>
          <p14:tracePt t="10077" x="1489075" y="2017713"/>
          <p14:tracePt t="10087" x="1462088" y="2090738"/>
          <p14:tracePt t="10097" x="1433513" y="2159000"/>
          <p14:tracePt t="10107" x="1411288" y="2214563"/>
          <p14:tracePt t="10117" x="1389063" y="2271713"/>
          <p14:tracePt t="10127" x="1376363" y="2320925"/>
          <p14:tracePt t="10137" x="1365250" y="2378075"/>
          <p14:tracePt t="10147" x="1354138" y="2433638"/>
          <p14:tracePt t="10157" x="1349375" y="2490788"/>
          <p14:tracePt t="10167" x="1338263" y="2552700"/>
          <p14:tracePt t="10177" x="1327150" y="2597150"/>
          <p14:tracePt t="10187" x="1327150" y="2636838"/>
          <p14:tracePt t="10197" x="1320800" y="2663825"/>
          <p14:tracePt t="10207" x="1320800" y="2687638"/>
          <p14:tracePt t="10217" x="1316038" y="2703513"/>
          <p14:tracePt t="10227" x="1316038" y="2720975"/>
          <p14:tracePt t="10237" x="1316038" y="2736850"/>
          <p14:tracePt t="10247" x="1316038" y="2743200"/>
          <p14:tracePt t="10257" x="1316038" y="2754313"/>
          <p14:tracePt t="10276" x="1316038" y="2760663"/>
          <p14:tracePt t="10284" x="1316038" y="2765425"/>
          <p14:tracePt t="10287" x="1320800" y="2765425"/>
          <p14:tracePt t="10297" x="1327150" y="2776538"/>
          <p14:tracePt t="10307" x="1343025" y="2787650"/>
          <p14:tracePt t="10317" x="1365250" y="2798763"/>
          <p14:tracePt t="10327" x="1382713" y="2798763"/>
          <p14:tracePt t="10337" x="1393825" y="2805113"/>
          <p14:tracePt t="10347" x="1411288" y="2805113"/>
          <p14:tracePt t="10357" x="1444625" y="2822575"/>
          <p14:tracePt t="10367" x="1477963" y="2827338"/>
          <p14:tracePt t="10377" x="1506538" y="2838450"/>
          <p14:tracePt t="10387" x="1524000" y="2844800"/>
          <p14:tracePt t="10397" x="1528763" y="2844800"/>
          <p14:tracePt t="10407" x="1539875" y="2844800"/>
          <p14:tracePt t="10417" x="1546225" y="2844800"/>
          <p14:tracePt t="10427" x="1550988" y="2833688"/>
          <p14:tracePt t="10437" x="1562100" y="2822575"/>
          <p14:tracePt t="10447" x="1568450" y="2805113"/>
          <p14:tracePt t="10457" x="1573213" y="2787650"/>
          <p14:tracePt t="10467" x="1573213" y="2765425"/>
          <p14:tracePt t="10477" x="1573213" y="2749550"/>
          <p14:tracePt t="10487" x="1573213" y="2736850"/>
          <p14:tracePt t="10497" x="1573213" y="2725738"/>
          <p14:tracePt t="10507" x="1573213" y="2720975"/>
          <p14:tracePt t="10517" x="1568450" y="2714625"/>
          <p14:tracePt t="10528" x="1568450" y="2709863"/>
          <p14:tracePt t="10537" x="1568450" y="2703513"/>
          <p14:tracePt t="10547" x="1562100" y="2703513"/>
          <p14:tracePt t="10557" x="1557338" y="2698750"/>
          <p14:tracePt t="10567" x="1550988" y="2698750"/>
          <p14:tracePt t="10577" x="1535113" y="2692400"/>
          <p14:tracePt t="10587" x="1500188" y="2687638"/>
          <p14:tracePt t="10597" x="1466850" y="2681288"/>
          <p14:tracePt t="10607" x="1427163" y="2681288"/>
          <p14:tracePt t="10617" x="1400175" y="2681288"/>
          <p14:tracePt t="10627" x="1389063" y="2681288"/>
          <p14:tracePt t="10637" x="1376363" y="2681288"/>
          <p14:tracePt t="10647" x="1371600" y="2681288"/>
          <p14:tracePt t="10657" x="1360488" y="2681288"/>
          <p14:tracePt t="10667" x="1354138" y="2692400"/>
          <p14:tracePt t="10677" x="1349375" y="2698750"/>
          <p14:tracePt t="10687" x="1343025" y="2703513"/>
          <p14:tracePt t="10697" x="1338263" y="2714625"/>
          <p14:tracePt t="10707" x="1331913" y="2725738"/>
          <p14:tracePt t="10717" x="1331913" y="2732088"/>
          <p14:tracePt t="10727" x="1327150" y="2743200"/>
          <p14:tracePt t="10737" x="1327150" y="2754313"/>
          <p14:tracePt t="10747" x="1320800" y="2771775"/>
          <p14:tracePt t="10757" x="1316038" y="2798763"/>
          <p14:tracePt t="10767" x="1303338" y="2838450"/>
          <p14:tracePt t="10777" x="1303338" y="2871788"/>
          <p14:tracePt t="10787" x="1303338" y="2911475"/>
          <p14:tracePt t="10797" x="1309688" y="2944813"/>
          <p14:tracePt t="10807" x="1338263" y="2979738"/>
          <p14:tracePt t="10817" x="1389063" y="3013075"/>
          <p14:tracePt t="10827" x="1438275" y="3041650"/>
          <p14:tracePt t="10837" x="1489075" y="3052763"/>
          <p14:tracePt t="10847" x="1511300" y="3052763"/>
          <p14:tracePt t="10857" x="1524000" y="3052763"/>
          <p14:tracePt t="10867" x="1528763" y="3052763"/>
          <p14:tracePt t="10877" x="1535113" y="3052763"/>
          <p14:tracePt t="10887" x="1539875" y="3052763"/>
          <p14:tracePt t="10897" x="1550988" y="3041650"/>
          <p14:tracePt t="10907" x="1557338" y="3030538"/>
          <p14:tracePt t="10917" x="1562100" y="3006725"/>
          <p14:tracePt t="10927" x="1568450" y="2990850"/>
          <p14:tracePt t="10937" x="1568450" y="2968625"/>
          <p14:tracePt t="10947" x="1568450" y="2951163"/>
          <p14:tracePt t="10957" x="1568450" y="2928938"/>
          <p14:tracePt t="10967" x="1550988" y="2889250"/>
          <p14:tracePt t="10977" x="1528763" y="2844800"/>
          <p14:tracePt t="10987" x="1495425" y="2805113"/>
          <p14:tracePt t="10997" x="1466850" y="2765425"/>
          <p14:tracePt t="11007" x="1444625" y="2736850"/>
          <p14:tracePt t="11017" x="1427163" y="2714625"/>
          <p14:tracePt t="11027" x="1416050" y="2692400"/>
          <p14:tracePt t="11037" x="1404938" y="2681288"/>
          <p14:tracePt t="11047" x="1400175" y="2670175"/>
          <p14:tracePt t="11057" x="1400175" y="2659063"/>
          <p14:tracePt t="11067" x="1393825" y="2652713"/>
          <p14:tracePt t="11077" x="1393825" y="2647950"/>
          <p14:tracePt t="11087" x="1393825" y="2641600"/>
          <p14:tracePt t="11097" x="1389063" y="2636838"/>
          <p14:tracePt t="11120" x="1382713" y="2636838"/>
          <p14:tracePt t="11140" x="1382713" y="2630488"/>
          <p14:tracePt t="11194" x="1376363" y="2630488"/>
          <p14:tracePt t="11202" x="1371600" y="2630488"/>
          <p14:tracePt t="11206" x="1365250" y="2630488"/>
          <p14:tracePt t="11208" x="1360488" y="2630488"/>
          <p14:tracePt t="11217" x="1343025" y="2636838"/>
          <p14:tracePt t="11227" x="1327150" y="2641600"/>
          <p14:tracePt t="11237" x="1287463" y="2647950"/>
          <p14:tracePt t="11247" x="1258888" y="2652713"/>
          <p14:tracePt t="11257" x="1247775" y="2659063"/>
          <p14:tracePt t="11267" x="1243013" y="2659063"/>
          <p14:tracePt t="11277" x="1243013" y="2663825"/>
          <p14:tracePt t="11287" x="1236663" y="2663825"/>
          <p14:tracePt t="11300" x="1236663" y="2670175"/>
          <p14:tracePt t="11338" x="1236663" y="2676525"/>
          <p14:tracePt t="11350" x="1236663" y="2681288"/>
          <p14:tracePt t="11358" x="1243013" y="2681288"/>
          <p14:tracePt t="11360" x="1243013" y="2687638"/>
          <p14:tracePt t="11367" x="1243013" y="2692400"/>
          <p14:tracePt t="11377" x="1254125" y="2703513"/>
          <p14:tracePt t="11387" x="1270000" y="2714625"/>
          <p14:tracePt t="11397" x="1287463" y="2725738"/>
          <p14:tracePt t="11407" x="1320800" y="2749550"/>
          <p14:tracePt t="11417" x="1354138" y="2760663"/>
          <p14:tracePt t="11427" x="1389063" y="2771775"/>
          <p14:tracePt t="11437" x="1416050" y="2776538"/>
          <p14:tracePt t="11447" x="1433513" y="2782888"/>
          <p14:tracePt t="11457" x="1438275" y="2787650"/>
          <p14:tracePt t="11468" x="1444625" y="2787650"/>
          <p14:tracePt t="11478" x="1450975" y="2787650"/>
          <p14:tracePt t="11496" x="1455738" y="2787650"/>
          <p14:tracePt t="11500" x="1455738" y="2782888"/>
          <p14:tracePt t="11507" x="1462088" y="2776538"/>
          <p14:tracePt t="11517" x="1473200" y="2771775"/>
          <p14:tracePt t="11527" x="1484313" y="2760663"/>
          <p14:tracePt t="11537" x="1489075" y="2749550"/>
          <p14:tracePt t="11547" x="1500188" y="2736850"/>
          <p14:tracePt t="11558" x="1506538" y="2736850"/>
          <p14:tracePt t="11567" x="1506538" y="2732088"/>
          <p14:tracePt t="11590" x="1506538" y="2725738"/>
          <p14:tracePt t="11680" x="1500188" y="2725738"/>
          <p14:tracePt t="11684" x="1495425" y="2725738"/>
          <p14:tracePt t="11692" x="1489075" y="2725738"/>
          <p14:tracePt t="11698" x="1484313" y="2725738"/>
          <p14:tracePt t="11707" x="1477963" y="2725738"/>
          <p14:tracePt t="11717" x="1466850" y="2725738"/>
          <p14:tracePt t="11727" x="1455738" y="2725738"/>
          <p14:tracePt t="11737" x="1444625" y="2725738"/>
          <p14:tracePt t="11748" x="1438275" y="2725738"/>
          <p14:tracePt t="11748" x="1433513" y="2725738"/>
          <p14:tracePt t="11757" x="1427163" y="2732088"/>
          <p14:tracePt t="11767" x="1416050" y="2732088"/>
          <p14:tracePt t="11777" x="1404938" y="2732088"/>
          <p14:tracePt t="11787" x="1400175" y="2732088"/>
          <p14:tracePt t="11797" x="1393825" y="2732088"/>
          <p14:tracePt t="11807" x="1389063" y="2732088"/>
          <p14:tracePt t="11817" x="1389063" y="2736850"/>
          <p14:tracePt t="11828" x="1382713" y="2736850"/>
          <p14:tracePt t="11838" x="1376363" y="2736850"/>
          <p14:tracePt t="11848" x="1371600" y="2736850"/>
          <p14:tracePt t="11860" x="1365250" y="2736850"/>
          <p14:tracePt t="11950" x="1365250" y="2743200"/>
          <p14:tracePt t="11988" x="1360488" y="2743200"/>
          <p14:tracePt t="11990" x="1360488" y="2749550"/>
          <p14:tracePt t="12006" x="1354138" y="2749550"/>
          <p14:tracePt t="12010" x="1354138" y="2754313"/>
          <p14:tracePt t="12028" x="1354138" y="2760663"/>
          <p14:tracePt t="12030" x="1349375" y="2760663"/>
          <p14:tracePt t="12037" x="1349375" y="2765425"/>
          <p14:tracePt t="12050" x="1349375" y="2771775"/>
          <p14:tracePt t="12057" x="1343025" y="2771775"/>
          <p14:tracePt t="12067" x="1343025" y="2776538"/>
          <p14:tracePt t="12077" x="1343025" y="2787650"/>
          <p14:tracePt t="12087" x="1343025" y="2798763"/>
          <p14:tracePt t="12098" x="1343025" y="2809875"/>
          <p14:tracePt t="12108" x="1343025" y="2816225"/>
          <p14:tracePt t="12118" x="1343025" y="2827338"/>
          <p14:tracePt t="12127" x="1343025" y="2833688"/>
          <p14:tracePt t="12137" x="1343025" y="2838450"/>
          <p14:tracePt t="12147" x="1349375" y="2844800"/>
          <p14:tracePt t="12158" x="1349375" y="2849563"/>
          <p14:tracePt t="12167" x="1354138" y="2849563"/>
          <p14:tracePt t="12177" x="1360488" y="2849563"/>
          <p14:tracePt t="12192" x="1365250" y="2849563"/>
          <p14:tracePt t="12208" x="1371600" y="2849563"/>
          <p14:tracePt t="12224" x="1376363" y="2849563"/>
          <p14:tracePt t="12230" x="1382713" y="2849563"/>
          <p14:tracePt t="12248" x="1389063" y="2849563"/>
          <p14:tracePt t="12266" x="1393825" y="2849563"/>
          <p14:tracePt t="12284" x="1400175" y="2849563"/>
          <p14:tracePt t="12286" x="1400175" y="2844800"/>
          <p14:tracePt t="12294" x="1404938" y="2844800"/>
          <p14:tracePt t="12320" x="1411288" y="2844800"/>
          <p14:tracePt t="12342" x="1411288" y="2838450"/>
          <p14:tracePt t="12388" x="1416050" y="2838450"/>
          <p14:tracePt t="12428" x="1422400" y="2838450"/>
          <p14:tracePt t="12432" x="1422400" y="2833688"/>
          <p14:tracePt t="12444" x="1427163" y="2833688"/>
          <p14:tracePt t="12474" x="1433513" y="2833688"/>
          <p14:tracePt t="12490" x="1438275" y="2833688"/>
          <p14:tracePt t="12504" x="1444625" y="2833688"/>
          <p14:tracePt t="12510" x="1450975" y="2838450"/>
          <p14:tracePt t="12520" x="1455738" y="2838450"/>
          <p14:tracePt t="12530" x="1462088" y="2838450"/>
          <p14:tracePt t="12532" x="1462088" y="2844800"/>
          <p14:tracePt t="12546" x="1466850" y="2844800"/>
          <p14:tracePt t="12556" x="1466850" y="2849563"/>
          <p14:tracePt t="12568" x="1473200" y="2849563"/>
          <p14:tracePt t="12582" x="1477963" y="2849563"/>
          <p14:tracePt t="12600" x="1477963" y="2855913"/>
          <p14:tracePt t="17718" x="1473200" y="2849563"/>
          <p14:tracePt t="17720" x="1466850" y="2844800"/>
          <p14:tracePt t="17727" x="1450975" y="2822575"/>
          <p14:tracePt t="17737" x="1416050" y="2771775"/>
          <p14:tracePt t="17747" x="1400175" y="2743200"/>
          <p14:tracePt t="17758" x="1393825" y="2736850"/>
          <p14:tracePt t="17790" x="1393825" y="2732088"/>
          <p14:tracePt t="17986" x="1393825" y="2725738"/>
          <p14:tracePt t="17988" x="1393825" y="2720975"/>
          <p14:tracePt t="17997" x="1400175" y="2703513"/>
          <p14:tracePt t="18007" x="1422400" y="2663825"/>
          <p14:tracePt t="18017" x="1433513" y="2630488"/>
          <p14:tracePt t="18027" x="1438275" y="2625725"/>
          <p14:tracePt t="18037" x="1444625" y="2619375"/>
          <p14:tracePt t="18138" x="1450975" y="2619375"/>
          <p14:tracePt t="18178" x="1450975" y="2625725"/>
          <p14:tracePt t="18180" x="1455738" y="2625725"/>
          <p14:tracePt t="18187" x="1455738" y="2636838"/>
          <p14:tracePt t="18197" x="1455738" y="2647950"/>
          <p14:tracePt t="18207" x="1462088" y="2659063"/>
          <p14:tracePt t="18217" x="1462088" y="2670175"/>
          <p14:tracePt t="18227" x="1462088" y="2676525"/>
          <p14:tracePt t="18237" x="1462088" y="2681288"/>
          <p14:tracePt t="18247" x="1462088" y="2687638"/>
          <p14:tracePt t="18257" x="1462088" y="2692400"/>
          <p14:tracePt t="18267" x="1462088" y="2709863"/>
          <p14:tracePt t="18277" x="1466850" y="2725738"/>
          <p14:tracePt t="18287" x="1466850" y="2749550"/>
          <p14:tracePt t="18297" x="1473200" y="2771775"/>
          <p14:tracePt t="18307" x="1477963" y="2805113"/>
          <p14:tracePt t="18317" x="1477963" y="2833688"/>
          <p14:tracePt t="18327" x="1484313" y="2855913"/>
          <p14:tracePt t="18337" x="1489075" y="2878138"/>
          <p14:tracePt t="18347" x="1500188" y="2906713"/>
          <p14:tracePt t="18357" x="1511300" y="2928938"/>
          <p14:tracePt t="18367" x="1524000" y="2951163"/>
          <p14:tracePt t="18377" x="1524000" y="2957513"/>
          <p14:tracePt t="18392" x="1528763" y="2957513"/>
          <p14:tracePt t="18400" x="1528763" y="2962275"/>
          <p14:tracePt t="18530" x="1524000" y="2962275"/>
          <p14:tracePt t="18536" x="1517650" y="2962275"/>
          <p14:tracePt t="18546" x="1511300" y="2962275"/>
          <p14:tracePt t="18554" x="1506538" y="2957513"/>
          <p14:tracePt t="18560" x="1500188" y="2957513"/>
          <p14:tracePt t="18567" x="1495425" y="2957513"/>
          <p14:tracePt t="18577" x="1484313" y="2957513"/>
          <p14:tracePt t="18587" x="1466850" y="2957513"/>
          <p14:tracePt t="18597" x="1462088" y="2957513"/>
          <p14:tracePt t="18607" x="1450975" y="2962275"/>
          <p14:tracePt t="18617" x="1438275" y="2962275"/>
          <p14:tracePt t="18627" x="1427163" y="2962275"/>
          <p14:tracePt t="18637" x="1422400" y="2962275"/>
          <p14:tracePt t="18647" x="1416050" y="2962275"/>
          <p14:tracePt t="18657" x="1404938" y="2957513"/>
          <p14:tracePt t="18667" x="1400175" y="2957513"/>
          <p14:tracePt t="18677" x="1393825" y="2951163"/>
          <p14:tracePt t="18692" x="1393825" y="2944813"/>
          <p14:tracePt t="18712" x="1389063" y="2944813"/>
          <p14:tracePt t="18716" x="1389063" y="2940050"/>
          <p14:tracePt t="18744" x="1389063" y="2933700"/>
          <p14:tracePt t="18752" x="1382713" y="2933700"/>
          <p14:tracePt t="18768" x="1382713" y="2928938"/>
          <p14:tracePt t="18794" x="1382713" y="2922588"/>
          <p14:tracePt t="18800" x="1382713" y="2917825"/>
          <p14:tracePt t="18812" x="1382713" y="2911475"/>
          <p14:tracePt t="18822" x="1382713" y="2906713"/>
          <p14:tracePt t="18832" x="1382713" y="2900363"/>
          <p14:tracePt t="18834" x="1376363" y="2900363"/>
          <p14:tracePt t="18837" x="1376363" y="2895600"/>
          <p14:tracePt t="18848" x="1376363" y="2889250"/>
          <p14:tracePt t="18864" x="1376363" y="2884488"/>
          <p14:tracePt t="18880" x="1376363" y="2878138"/>
          <p14:tracePt t="18886" x="1376363" y="2871788"/>
          <p14:tracePt t="18896" x="1376363" y="2867025"/>
          <p14:tracePt t="18906" x="1376363" y="2860675"/>
          <p14:tracePt t="18910" x="1371600" y="2860675"/>
          <p14:tracePt t="18917" x="1371600" y="2855913"/>
          <p14:tracePt t="18927" x="1371600" y="2849563"/>
          <p14:tracePt t="18937" x="1371600" y="2844800"/>
          <p14:tracePt t="18950" x="1365250" y="2844800"/>
          <p14:tracePt t="18998" x="1365250" y="2838450"/>
          <p14:tracePt t="19010" x="1360488" y="2838450"/>
          <p14:tracePt t="19026" x="1354138" y="2838450"/>
          <p14:tracePt t="19030" x="1349375" y="2838450"/>
          <p14:tracePt t="19037" x="1343025" y="2838450"/>
          <p14:tracePt t="19047" x="1327150" y="2838450"/>
          <p14:tracePt t="19057" x="1309688" y="2838450"/>
          <p14:tracePt t="19067" x="1303338" y="2838450"/>
          <p14:tracePt t="19078" x="1298575" y="2838450"/>
          <p14:tracePt t="19130" x="1303338" y="2838450"/>
          <p14:tracePt t="19142" x="1309688" y="2838450"/>
          <p14:tracePt t="19146" x="1316038" y="2844800"/>
          <p14:tracePt t="19156" x="1320800" y="2844800"/>
          <p14:tracePt t="19160" x="1320800" y="2849563"/>
          <p14:tracePt t="19167" x="1327150" y="2855913"/>
          <p14:tracePt t="19177" x="1331913" y="2855913"/>
          <p14:tracePt t="19187" x="1343025" y="2860675"/>
          <p14:tracePt t="19197" x="1354138" y="2867025"/>
          <p14:tracePt t="19207" x="1371600" y="2871788"/>
          <p14:tracePt t="19217" x="1382713" y="2871788"/>
          <p14:tracePt t="19227" x="1393825" y="2871788"/>
          <p14:tracePt t="19237" x="1404938" y="2871788"/>
          <p14:tracePt t="19247" x="1411288" y="2871788"/>
          <p14:tracePt t="19258" x="1416050" y="2871788"/>
          <p14:tracePt t="19267" x="1416050" y="2867025"/>
          <p14:tracePt t="19278" x="1422400" y="2867025"/>
          <p14:tracePt t="19287" x="1422400" y="2860675"/>
          <p14:tracePt t="19297" x="1427163" y="2855913"/>
          <p14:tracePt t="19307" x="1427163" y="2844800"/>
          <p14:tracePt t="19317" x="1427163" y="2827338"/>
          <p14:tracePt t="19327" x="1427163" y="2816225"/>
          <p14:tracePt t="19337" x="1427163" y="2798763"/>
          <p14:tracePt t="19347" x="1427163" y="2782888"/>
          <p14:tracePt t="19357" x="1422400" y="2765425"/>
          <p14:tracePt t="19367" x="1416050" y="2754313"/>
          <p14:tracePt t="19377" x="1411288" y="2743200"/>
          <p14:tracePt t="19387" x="1404938" y="2725738"/>
          <p14:tracePt t="19397" x="1400175" y="2720975"/>
          <p14:tracePt t="19407" x="1400175" y="2714625"/>
          <p14:tracePt t="19417" x="1393825" y="2709863"/>
          <p14:tracePt t="19427" x="1389063" y="2703513"/>
          <p14:tracePt t="19437" x="1382713" y="2703513"/>
          <p14:tracePt t="19447" x="1376363" y="2698750"/>
          <p14:tracePt t="19457" x="1371600" y="2698750"/>
          <p14:tracePt t="19468" x="1365250" y="2698750"/>
          <p14:tracePt t="19480" x="1360488" y="2698750"/>
          <p14:tracePt t="19487" x="1354138" y="2703513"/>
          <p14:tracePt t="19498" x="1349375" y="2709863"/>
          <p14:tracePt t="19507" x="1343025" y="2714625"/>
          <p14:tracePt t="19517" x="1327150" y="2732088"/>
          <p14:tracePt t="19527" x="1292225" y="2760663"/>
          <p14:tracePt t="19537" x="1265238" y="2787650"/>
          <p14:tracePt t="19547" x="1236663" y="2822575"/>
          <p14:tracePt t="19557" x="1214438" y="2844800"/>
          <p14:tracePt t="19567" x="1196975" y="2867025"/>
          <p14:tracePt t="19577" x="1192213" y="2871788"/>
          <p14:tracePt t="19587" x="1185863" y="2878138"/>
          <p14:tracePt t="19597" x="1185863" y="2889250"/>
          <p14:tracePt t="19607" x="1185863" y="2895600"/>
          <p14:tracePt t="19617" x="1192213" y="2900363"/>
          <p14:tracePt t="19627" x="1203325" y="2900363"/>
          <p14:tracePt t="19637" x="1208088" y="2906713"/>
          <p14:tracePt t="19647" x="1219200" y="2911475"/>
          <p14:tracePt t="19657" x="1230313" y="2911475"/>
          <p14:tracePt t="19667" x="1236663" y="2911475"/>
          <p14:tracePt t="19677" x="1254125" y="2911475"/>
          <p14:tracePt t="19687" x="1270000" y="2906713"/>
          <p14:tracePt t="19697" x="1281113" y="2906713"/>
          <p14:tracePt t="19707" x="1320800" y="2906713"/>
          <p14:tracePt t="19717" x="1354138" y="2906713"/>
          <p14:tracePt t="19727" x="1389063" y="2900363"/>
          <p14:tracePt t="19737" x="1422400" y="2900363"/>
          <p14:tracePt t="19747" x="1450975" y="2895600"/>
          <p14:tracePt t="19757" x="1484313" y="2889250"/>
          <p14:tracePt t="19767" x="1500188" y="2889250"/>
          <p14:tracePt t="19777" x="1517650" y="2884488"/>
          <p14:tracePt t="19787" x="1535113" y="2871788"/>
          <p14:tracePt t="19797" x="1557338" y="2860675"/>
          <p14:tracePt t="19807" x="1573213" y="2844800"/>
          <p14:tracePt t="19817" x="1597025" y="2833688"/>
          <p14:tracePt t="19827" x="1608138" y="2822575"/>
          <p14:tracePt t="19837" x="1619250" y="2816225"/>
          <p14:tracePt t="19847" x="1624013" y="2816225"/>
          <p14:tracePt t="19857" x="1624013" y="2809875"/>
          <p14:tracePt t="19876" x="1630363" y="2809875"/>
          <p14:tracePt t="19904" x="1630363" y="2805113"/>
          <p14:tracePt t="19936" x="1630363" y="2798763"/>
          <p14:tracePt t="19940" x="1624013" y="2798763"/>
          <p14:tracePt t="19947" x="1619250" y="2794000"/>
          <p14:tracePt t="19957" x="1590675" y="2776538"/>
          <p14:tracePt t="19967" x="1562100" y="2760663"/>
          <p14:tracePt t="19977" x="1528763" y="2743200"/>
          <p14:tracePt t="19987" x="1484313" y="2714625"/>
          <p14:tracePt t="19997" x="1444625" y="2698750"/>
          <p14:tracePt t="20007" x="1404938" y="2676525"/>
          <p14:tracePt t="20017" x="1376363" y="2659063"/>
          <p14:tracePt t="20027" x="1349375" y="2647950"/>
          <p14:tracePt t="20037" x="1331913" y="2636838"/>
          <p14:tracePt t="20047" x="1316038" y="2630488"/>
          <p14:tracePt t="20057" x="1303338" y="2619375"/>
          <p14:tracePt t="20067" x="1298575" y="2619375"/>
          <p14:tracePt t="20077" x="1281113" y="2614613"/>
          <p14:tracePt t="20087" x="1276350" y="2608263"/>
          <p14:tracePt t="20097" x="1265238" y="2608263"/>
          <p14:tracePt t="20112" x="1258888" y="2608263"/>
          <p14:tracePt t="20194" x="1258888" y="2614613"/>
          <p14:tracePt t="20198" x="1258888" y="2619375"/>
          <p14:tracePt t="20202" x="1258888" y="2625725"/>
          <p14:tracePt t="20207" x="1258888" y="2630488"/>
          <p14:tracePt t="20217" x="1254125" y="2652713"/>
          <p14:tracePt t="20227" x="1254125" y="2670175"/>
          <p14:tracePt t="20237" x="1254125" y="2692400"/>
          <p14:tracePt t="20247" x="1258888" y="2714625"/>
          <p14:tracePt t="20257" x="1270000" y="2754313"/>
          <p14:tracePt t="20267" x="1287463" y="2787650"/>
          <p14:tracePt t="20277" x="1298575" y="2809875"/>
          <p14:tracePt t="20287" x="1303338" y="2833688"/>
          <p14:tracePt t="20297" x="1316038" y="2849563"/>
          <p14:tracePt t="20307" x="1327150" y="2867025"/>
          <p14:tracePt t="20317" x="1331913" y="2878138"/>
          <p14:tracePt t="20327" x="1343025" y="2895600"/>
          <p14:tracePt t="20337" x="1354138" y="2917825"/>
          <p14:tracePt t="20347" x="1365250" y="2928938"/>
          <p14:tracePt t="20357" x="1376363" y="2944813"/>
          <p14:tracePt t="20367" x="1376363" y="2951163"/>
          <p14:tracePt t="20377" x="1382713" y="2957513"/>
          <p14:tracePt t="20394" x="1389063" y="2957513"/>
          <p14:tracePt t="20444" x="1393825" y="2957513"/>
          <p14:tracePt t="20450" x="1393825" y="2951163"/>
          <p14:tracePt t="20454" x="1400175" y="2951163"/>
          <p14:tracePt t="20457" x="1400175" y="2944813"/>
          <p14:tracePt t="20467" x="1411288" y="2933700"/>
          <p14:tracePt t="20477" x="1422400" y="2922588"/>
          <p14:tracePt t="20487" x="1433513" y="2900363"/>
          <p14:tracePt t="20497" x="1444625" y="2884488"/>
          <p14:tracePt t="20507" x="1455738" y="2860675"/>
          <p14:tracePt t="20517" x="1466850" y="2838450"/>
          <p14:tracePt t="20527" x="1477963" y="2827338"/>
          <p14:tracePt t="20537" x="1489075" y="2809875"/>
          <p14:tracePt t="20547" x="1495425" y="2798763"/>
          <p14:tracePt t="20557" x="1500188" y="2787650"/>
          <p14:tracePt t="20567" x="1506538" y="2782888"/>
          <p14:tracePt t="20577" x="1506538" y="2771775"/>
          <p14:tracePt t="20587" x="1506538" y="2765425"/>
          <p14:tracePt t="20597" x="1506538" y="2760663"/>
          <p14:tracePt t="20607" x="1506538" y="2754313"/>
          <p14:tracePt t="20617" x="1506538" y="2743200"/>
          <p14:tracePt t="20627" x="1500188" y="2736850"/>
          <p14:tracePt t="20637" x="1495425" y="2725738"/>
          <p14:tracePt t="20647" x="1489075" y="2714625"/>
          <p14:tracePt t="20657" x="1484313" y="2714625"/>
          <p14:tracePt t="20667" x="1477963" y="2709863"/>
          <p14:tracePt t="20677" x="1466850" y="2709863"/>
          <p14:tracePt t="20687" x="1450975" y="2698750"/>
          <p14:tracePt t="20697" x="1433513" y="2698750"/>
          <p14:tracePt t="20707" x="1416050" y="2698750"/>
          <p14:tracePt t="20717" x="1389063" y="2698750"/>
          <p14:tracePt t="20727" x="1365250" y="2698750"/>
          <p14:tracePt t="20737" x="1349375" y="2698750"/>
          <p14:tracePt t="20747" x="1327150" y="2698750"/>
          <p14:tracePt t="20757" x="1309688" y="2698750"/>
          <p14:tracePt t="20767" x="1298575" y="2698750"/>
          <p14:tracePt t="20777" x="1281113" y="2698750"/>
          <p14:tracePt t="20788" x="1276350" y="2698750"/>
          <p14:tracePt t="20848" x="1276350" y="2703513"/>
          <p14:tracePt t="20850" x="1276350" y="2709863"/>
          <p14:tracePt t="20857" x="1276350" y="2714625"/>
          <p14:tracePt t="20867" x="1276350" y="2732088"/>
          <p14:tracePt t="20877" x="1276350" y="2743200"/>
          <p14:tracePt t="20887" x="1287463" y="2765425"/>
          <p14:tracePt t="20897" x="1298575" y="2787650"/>
          <p14:tracePt t="20907" x="1316038" y="2809875"/>
          <p14:tracePt t="20917" x="1343025" y="2844800"/>
          <p14:tracePt t="20918" x="1349375" y="2844800"/>
          <p14:tracePt t="20927" x="1365250" y="2860675"/>
          <p14:tracePt t="20937" x="1382713" y="2884488"/>
          <p14:tracePt t="20947" x="1393825" y="2895600"/>
          <p14:tracePt t="20957" x="1411288" y="2906713"/>
          <p14:tracePt t="20967" x="1422400" y="2917825"/>
          <p14:tracePt t="20977" x="1433513" y="2917825"/>
          <p14:tracePt t="20987" x="1438275" y="2922588"/>
          <p14:tracePt t="20997" x="1450975" y="2922588"/>
          <p14:tracePt t="21008" x="1455738" y="2922588"/>
          <p14:tracePt t="21017" x="1455738" y="2928938"/>
          <p14:tracePt t="21046" x="1462088" y="2928938"/>
          <p14:tracePt t="21128" x="1462088" y="2922588"/>
          <p14:tracePt t="21134" x="1462088" y="2917825"/>
          <p14:tracePt t="21137" x="1462088" y="2911475"/>
          <p14:tracePt t="21147" x="1462088" y="2906713"/>
          <p14:tracePt t="21157" x="1462088" y="2895600"/>
          <p14:tracePt t="21167" x="1462088" y="2884488"/>
          <p14:tracePt t="21177" x="1462088" y="2867025"/>
          <p14:tracePt t="21187" x="1462088" y="2855913"/>
          <p14:tracePt t="21197" x="1462088" y="2838450"/>
          <p14:tracePt t="21207" x="1462088" y="2822575"/>
          <p14:tracePt t="21217" x="1462088" y="2809875"/>
          <p14:tracePt t="21227" x="1462088" y="2805113"/>
          <p14:tracePt t="21237" x="1462088" y="2794000"/>
          <p14:tracePt t="21262" x="1462088" y="2787650"/>
          <p14:tracePt t="25160" x="1455738" y="2787650"/>
          <p14:tracePt t="25178" x="1450975" y="2787650"/>
          <p14:tracePt t="25180" x="1450975" y="2782888"/>
          <p14:tracePt t="25210" x="1444625" y="2782888"/>
          <p14:tracePt t="25228" x="1444625" y="2776538"/>
          <p14:tracePt t="25276" x="1444625" y="2771775"/>
          <p14:tracePt t="25288" x="1444625" y="2765425"/>
          <p14:tracePt t="25296" x="1444625" y="2760663"/>
          <p14:tracePt t="25306" x="1444625" y="2754313"/>
          <p14:tracePt t="25312" x="1444625" y="2749550"/>
          <p14:tracePt t="25336" x="1444625" y="2743200"/>
          <p14:tracePt t="25486" x="1438275" y="2743200"/>
          <p14:tracePt t="25488" x="1438275" y="2754313"/>
          <p14:tracePt t="25497" x="1427163" y="2782888"/>
          <p14:tracePt t="25507" x="1416050" y="2827338"/>
          <p14:tracePt t="25517" x="1400175" y="2884488"/>
          <p14:tracePt t="25527" x="1371600" y="2922588"/>
          <p14:tracePt t="25537" x="1349375" y="2957513"/>
          <p14:tracePt t="25547" x="1338263" y="2968625"/>
          <p14:tracePt t="25557" x="1327150" y="2968625"/>
          <p14:tracePt t="25567" x="1320800" y="2973388"/>
          <p14:tracePt t="25584" x="1320800" y="2979738"/>
          <p14:tracePt t="25588" x="1316038" y="2979738"/>
          <p14:tracePt t="25620" x="1316038" y="2984500"/>
          <p14:tracePt t="25626" x="1320800" y="2984500"/>
          <p14:tracePt t="25630" x="1320800" y="2990850"/>
          <p14:tracePt t="25637" x="1327150" y="2990850"/>
          <p14:tracePt t="25647" x="1331913" y="3001963"/>
          <p14:tracePt t="25657" x="1331913" y="3006725"/>
          <p14:tracePt t="25667" x="1331913" y="3013075"/>
          <p14:tracePt t="25677" x="1331913" y="3024188"/>
          <p14:tracePt t="25687" x="1331913" y="3046413"/>
          <p14:tracePt t="25697" x="1331913" y="3079750"/>
          <p14:tracePt t="25707" x="1327150" y="3119438"/>
          <p14:tracePt t="25717" x="1320800" y="3148013"/>
          <p14:tracePt t="25727" x="1316038" y="3165475"/>
          <p14:tracePt t="25737" x="1316038" y="3187700"/>
          <p14:tracePt t="25747" x="1309688" y="3227388"/>
          <p14:tracePt t="25757" x="1309688" y="3271838"/>
          <p14:tracePt t="25767" x="1309688" y="3349625"/>
          <p14:tracePt t="25777" x="1316038" y="3451225"/>
          <p14:tracePt t="25787" x="1331913" y="3570288"/>
          <p14:tracePt t="25797" x="1349375" y="3709988"/>
          <p14:tracePt t="25807" x="1360488" y="3856038"/>
          <p14:tracePt t="25817" x="1365250" y="4002088"/>
          <p14:tracePt t="25827" x="1371600" y="4154488"/>
          <p14:tracePt t="25837" x="1371600" y="4305300"/>
          <p14:tracePt t="25847" x="1371600" y="4429125"/>
          <p14:tracePt t="25857" x="1371600" y="4524375"/>
          <p14:tracePt t="25867" x="1365250" y="4581525"/>
          <p14:tracePt t="25877" x="1360488" y="4610100"/>
          <p14:tracePt t="25887" x="1354138" y="4621213"/>
          <p14:tracePt t="25904" x="1354138" y="4625975"/>
          <p14:tracePt t="25962" x="1349375" y="4625975"/>
          <p14:tracePt t="25968" x="1349375" y="4621213"/>
          <p14:tracePt t="25970" x="1343025" y="4614863"/>
          <p14:tracePt t="25977" x="1338263" y="4610100"/>
          <p14:tracePt t="25987" x="1320800" y="4581525"/>
          <p14:tracePt t="25997" x="1309688" y="4552950"/>
          <p14:tracePt t="26007" x="1298575" y="4524375"/>
          <p14:tracePt t="26017" x="1287463" y="4446588"/>
          <p14:tracePt t="26027" x="1270000" y="4333875"/>
          <p14:tracePt t="26037" x="1270000" y="4210050"/>
          <p14:tracePt t="26047" x="1265238" y="4108450"/>
          <p14:tracePt t="26057" x="1254125" y="4041775"/>
          <p14:tracePt t="26067" x="1254125" y="4008438"/>
          <p14:tracePt t="26077" x="1247775" y="3997325"/>
          <p14:tracePt t="26087" x="1247775" y="3990975"/>
          <p14:tracePt t="26098" x="1247775" y="3986213"/>
          <p14:tracePt t="26128" x="1247775" y="3979863"/>
          <p14:tracePt t="26472" x="1243013" y="3973513"/>
          <p14:tracePt t="26478" x="1243013" y="3968750"/>
          <p14:tracePt t="26482" x="1243013" y="3962400"/>
          <p14:tracePt t="26487" x="1236663" y="3957638"/>
          <p14:tracePt t="26497" x="1236663" y="3946525"/>
          <p14:tracePt t="26507" x="1230313" y="3929063"/>
          <p14:tracePt t="26517" x="1230313" y="3924300"/>
          <p14:tracePt t="26546" x="1225550" y="3924300"/>
          <p14:tracePt t="26558" x="1225550" y="3917950"/>
          <p14:tracePt t="26614" x="1219200" y="3917950"/>
          <p14:tracePt t="26618" x="1214438" y="3917950"/>
          <p14:tracePt t="26628" x="1208088" y="3917950"/>
          <p14:tracePt t="26636" x="1203325" y="3917950"/>
          <p14:tracePt t="26642" x="1203325" y="3924300"/>
          <p14:tracePt t="26648" x="1192213" y="3924300"/>
          <p14:tracePt t="26657" x="1181100" y="3929063"/>
          <p14:tracePt t="26668" x="1168400" y="3940175"/>
          <p14:tracePt t="26668" x="1163638" y="3940175"/>
          <p14:tracePt t="26677" x="1152525" y="3946525"/>
          <p14:tracePt t="26688" x="1135063" y="3957638"/>
          <p14:tracePt t="26688" x="1123950" y="3962400"/>
          <p14:tracePt t="26697" x="1112838" y="3968750"/>
          <p14:tracePt t="26707" x="1095375" y="3986213"/>
          <p14:tracePt t="26717" x="1084263" y="3990975"/>
          <p14:tracePt t="26727" x="1079500" y="3997325"/>
          <p14:tracePt t="26737" x="1079500" y="4002088"/>
          <p14:tracePt t="26747" x="1079500" y="4008438"/>
          <p14:tracePt t="26757" x="1079500" y="4013200"/>
          <p14:tracePt t="26767" x="1079500" y="4024313"/>
          <p14:tracePt t="26777" x="1079500" y="4041775"/>
          <p14:tracePt t="26787" x="1079500" y="4052888"/>
          <p14:tracePt t="26797" x="1079500" y="4070350"/>
          <p14:tracePt t="26807" x="1084263" y="4086225"/>
          <p14:tracePt t="26817" x="1095375" y="4097338"/>
          <p14:tracePt t="26827" x="1101725" y="4103688"/>
          <p14:tracePt t="26838" x="1108075" y="4103688"/>
          <p14:tracePt t="26847" x="1108075" y="4108450"/>
          <p14:tracePt t="26857" x="1112838" y="4108450"/>
          <p14:tracePt t="26867" x="1119188" y="4108450"/>
          <p14:tracePt t="26877" x="1123950" y="4108450"/>
          <p14:tracePt t="26887" x="1141413" y="4103688"/>
          <p14:tracePt t="26897" x="1152525" y="4097338"/>
          <p14:tracePt t="26907" x="1168400" y="4086225"/>
          <p14:tracePt t="26917" x="1181100" y="4081463"/>
          <p14:tracePt t="26918" x="1185863" y="4081463"/>
          <p14:tracePt t="26927" x="1192213" y="4075113"/>
          <p14:tracePt t="26937" x="1196975" y="4070350"/>
          <p14:tracePt t="26947" x="1203325" y="4064000"/>
          <p14:tracePt t="26957" x="1208088" y="4064000"/>
          <p14:tracePt t="26968" x="1214438" y="4064000"/>
          <p14:tracePt t="26980" x="1214438" y="4059238"/>
          <p14:tracePt t="27014" x="1219200" y="4059238"/>
          <p14:tracePt t="27094" x="1219200" y="4052888"/>
          <p14:tracePt t="27098" x="1219200" y="4048125"/>
          <p14:tracePt t="27106" x="1219200" y="4041775"/>
          <p14:tracePt t="27112" x="1219200" y="4035425"/>
          <p14:tracePt t="27117" x="1219200" y="4030663"/>
          <p14:tracePt t="27127" x="1219200" y="4013200"/>
          <p14:tracePt t="27137" x="1219200" y="3997325"/>
          <p14:tracePt t="27147" x="1219200" y="3986213"/>
          <p14:tracePt t="27157" x="1219200" y="3973513"/>
          <p14:tracePt t="27167" x="1214438" y="3957638"/>
          <p14:tracePt t="27177" x="1214438" y="3940175"/>
          <p14:tracePt t="27187" x="1214438" y="3929063"/>
          <p14:tracePt t="27197" x="1208088" y="3917950"/>
          <p14:tracePt t="27207" x="1203325" y="3906838"/>
          <p14:tracePt t="27217" x="1203325" y="3900488"/>
          <p14:tracePt t="27227" x="1203325" y="3895725"/>
          <p14:tracePt t="27242" x="1196975" y="3889375"/>
          <p14:tracePt t="27272" x="1196975" y="3884613"/>
          <p14:tracePt t="27344" x="1192213" y="3889375"/>
          <p14:tracePt t="27350" x="1192213" y="3895725"/>
          <p14:tracePt t="27352" x="1185863" y="3895725"/>
          <p14:tracePt t="27357" x="1181100" y="3900488"/>
          <p14:tracePt t="27367" x="1168400" y="3917950"/>
          <p14:tracePt t="27377" x="1157288" y="3929063"/>
          <p14:tracePt t="27387" x="1152525" y="3940175"/>
          <p14:tracePt t="27397" x="1146175" y="3951288"/>
          <p14:tracePt t="27407" x="1146175" y="3968750"/>
          <p14:tracePt t="27417" x="1141413" y="3979863"/>
          <p14:tracePt t="27427" x="1135063" y="3990975"/>
          <p14:tracePt t="27437" x="1135063" y="4008438"/>
          <p14:tracePt t="27447" x="1135063" y="4024313"/>
          <p14:tracePt t="27457" x="1135063" y="4041775"/>
          <p14:tracePt t="27467" x="1135063" y="4059238"/>
          <p14:tracePt t="27477" x="1141413" y="4075113"/>
          <p14:tracePt t="27487" x="1141413" y="4086225"/>
          <p14:tracePt t="27497" x="1146175" y="4103688"/>
          <p14:tracePt t="27507" x="1146175" y="4108450"/>
          <p14:tracePt t="27517" x="1152525" y="4121150"/>
          <p14:tracePt t="27527" x="1152525" y="4125913"/>
          <p14:tracePt t="27537" x="1163638" y="4132263"/>
          <p14:tracePt t="27547" x="1163638" y="4137025"/>
          <p14:tracePt t="27557" x="1168400" y="4143375"/>
          <p14:tracePt t="27567" x="1174750" y="4143375"/>
          <p14:tracePt t="27577" x="1174750" y="4148138"/>
          <p14:tracePt t="27587" x="1185863" y="4148138"/>
          <p14:tracePt t="27604" x="1192213" y="4148138"/>
          <p14:tracePt t="27618" x="1196975" y="4148138"/>
          <p14:tracePt t="27626" x="1203325" y="4148138"/>
          <p14:tracePt t="27630" x="1208088" y="4148138"/>
          <p14:tracePt t="27638" x="1214438" y="4148138"/>
          <p14:tracePt t="27647" x="1225550" y="4148138"/>
          <p14:tracePt t="27657" x="1243013" y="4148138"/>
          <p14:tracePt t="27667" x="1254125" y="4148138"/>
          <p14:tracePt t="27677" x="1270000" y="4148138"/>
          <p14:tracePt t="27687" x="1281113" y="4143375"/>
          <p14:tracePt t="27697" x="1292225" y="4143375"/>
          <p14:tracePt t="27712" x="1298575" y="4143375"/>
          <p14:tracePt t="27720" x="1303338" y="4143375"/>
          <p14:tracePt t="27734" x="1309688" y="4143375"/>
          <p14:tracePt t="27756" x="1316038" y="4143375"/>
          <p14:tracePt t="27782" x="1320800" y="4143375"/>
          <p14:tracePt t="27792" x="1320800" y="4137025"/>
          <p14:tracePt t="27804" x="1327150" y="4137025"/>
          <p14:tracePt t="27816" x="1327150" y="4132263"/>
          <p14:tracePt t="27826" x="1331913" y="4125913"/>
          <p14:tracePt t="27834" x="1331913" y="4121150"/>
          <p14:tracePt t="27837" x="1331913" y="4114800"/>
          <p14:tracePt t="27847" x="1338263" y="4108450"/>
          <p14:tracePt t="27857" x="1338263" y="4097338"/>
          <p14:tracePt t="27867" x="1343025" y="4092575"/>
          <p14:tracePt t="27877" x="1343025" y="4086225"/>
          <p14:tracePt t="27887" x="1343025" y="4081463"/>
          <p14:tracePt t="27897" x="1343025" y="4075113"/>
          <p14:tracePt t="27907" x="1343025" y="4070350"/>
          <p14:tracePt t="27919" x="1343025" y="4064000"/>
          <p14:tracePt t="27932" x="1343025" y="4059238"/>
          <p14:tracePt t="27946" x="1343025" y="4052888"/>
          <p14:tracePt t="27950" x="1343025" y="4048125"/>
          <p14:tracePt t="27962" x="1343025" y="4041775"/>
          <p14:tracePt t="27972" x="1343025" y="4035425"/>
          <p14:tracePt t="27977" x="1338263" y="4035425"/>
          <p14:tracePt t="27987" x="1338263" y="4030663"/>
          <p14:tracePt t="28000" x="1331913" y="4024313"/>
          <p14:tracePt t="28012" x="1331913" y="4019550"/>
          <p14:tracePt t="28018" x="1327150" y="4019550"/>
          <p14:tracePt t="28027" x="1320800" y="4019550"/>
          <p14:tracePt t="28042" x="1316038" y="4019550"/>
          <p14:tracePt t="28054" x="1316038" y="4013200"/>
          <p14:tracePt t="28057" x="1309688" y="4013200"/>
          <p14:tracePt t="28078" x="1303338" y="4013200"/>
          <p14:tracePt t="28090" x="1298575" y="4013200"/>
          <p14:tracePt t="28110" x="1292225" y="4013200"/>
          <p14:tracePt t="28126" x="1287463" y="4013200"/>
          <p14:tracePt t="28170" x="1281113" y="4013200"/>
          <p14:tracePt t="28220" x="1276350" y="4013200"/>
          <p14:tracePt t="28246" x="1281113" y="4013200"/>
          <p14:tracePt t="28258" x="1287463" y="4013200"/>
          <p14:tracePt t="28270" x="1292225" y="4013200"/>
          <p14:tracePt t="28278" x="1292225" y="4019550"/>
          <p14:tracePt t="28280" x="1298575" y="4019550"/>
          <p14:tracePt t="28287" x="1303338" y="4024313"/>
          <p14:tracePt t="28297" x="1309688" y="4024313"/>
          <p14:tracePt t="28307" x="1309688" y="4030663"/>
          <p14:tracePt t="28317" x="1316038" y="4030663"/>
          <p14:tracePt t="28340" x="1316038" y="4035425"/>
          <p14:tracePt t="28396" x="1316038" y="4041775"/>
          <p14:tracePt t="28398" x="1316038" y="4048125"/>
          <p14:tracePt t="28407" x="1287463" y="4052888"/>
          <p14:tracePt t="28417" x="1230313" y="4059238"/>
          <p14:tracePt t="28427" x="1135063" y="4052888"/>
          <p14:tracePt t="28437" x="1062038" y="4048125"/>
          <p14:tracePt t="28447" x="1035050" y="4035425"/>
          <p14:tracePt t="28457" x="1028700" y="4035425"/>
          <p14:tracePt t="30918" x="1035050" y="4035425"/>
          <p14:tracePt t="30920" x="1035050" y="4041775"/>
          <p14:tracePt t="30954" x="1039813" y="4041775"/>
          <p14:tracePt t="30960" x="1039813" y="4048125"/>
          <p14:tracePt t="30966" x="1046163" y="4052888"/>
          <p14:tracePt t="30974" x="1050925" y="4052888"/>
          <p14:tracePt t="30980" x="1057275" y="4052888"/>
          <p14:tracePt t="30990" x="1062038" y="4052888"/>
          <p14:tracePt t="30997" x="1068388" y="4052888"/>
          <p14:tracePt t="31007" x="1079500" y="4059238"/>
          <p14:tracePt t="31017" x="1090613" y="4059238"/>
          <p14:tracePt t="31027" x="1108075" y="4059238"/>
          <p14:tracePt t="31037" x="1119188" y="4059238"/>
          <p14:tracePt t="31047" x="1123950" y="4059238"/>
          <p14:tracePt t="31074" x="1130300" y="4059238"/>
          <p14:tracePt t="31348" x="1130300" y="4052888"/>
          <p14:tracePt t="31350" x="1130300" y="4048125"/>
          <p14:tracePt t="31362" x="1130300" y="4041775"/>
          <p14:tracePt t="36934" x="1130300" y="4048125"/>
          <p14:tracePt t="36936" x="1130300" y="4052888"/>
          <p14:tracePt t="36938" x="1130300" y="4059238"/>
          <p14:tracePt t="36947" x="1141413" y="4081463"/>
          <p14:tracePt t="36957" x="1146175" y="4121150"/>
          <p14:tracePt t="36967" x="1157288" y="4165600"/>
          <p14:tracePt t="36977" x="1174750" y="4216400"/>
          <p14:tracePt t="36987" x="1185863" y="4278313"/>
          <p14:tracePt t="36997" x="1203325" y="4340225"/>
          <p14:tracePt t="37007" x="1225550" y="4406900"/>
          <p14:tracePt t="37017" x="1243013" y="4475163"/>
          <p14:tracePt t="37027" x="1258888" y="4541838"/>
          <p14:tracePt t="37037" x="1276350" y="4603750"/>
          <p14:tracePt t="37047" x="1287463" y="4659313"/>
          <p14:tracePt t="37057" x="1303338" y="4721225"/>
          <p14:tracePt t="37067" x="1316038" y="4772025"/>
          <p14:tracePt t="37077" x="1320800" y="4811713"/>
          <p14:tracePt t="37087" x="1327150" y="4845050"/>
          <p14:tracePt t="37097" x="1327150" y="4867275"/>
          <p14:tracePt t="37107" x="1327150" y="4879975"/>
          <p14:tracePt t="37117" x="1327150" y="4891088"/>
          <p14:tracePt t="37127" x="1327150" y="4895850"/>
          <p14:tracePt t="37148" x="1327150" y="4902200"/>
          <p14:tracePt t="37290" x="1327150" y="4906963"/>
          <p14:tracePt t="37360" x="1327150" y="4902200"/>
          <p14:tracePt t="37362" x="1320800" y="4902200"/>
          <p14:tracePt t="37367" x="1316038" y="4884738"/>
          <p14:tracePt t="37377" x="1316038" y="4851400"/>
          <p14:tracePt t="37387" x="1316038" y="4806950"/>
          <p14:tracePt t="37397" x="1309688" y="4767263"/>
          <p14:tracePt t="37407" x="1303338" y="4727575"/>
          <p14:tracePt t="37417" x="1298575" y="4699000"/>
          <p14:tracePt t="37427" x="1298575" y="4694238"/>
          <p14:tracePt t="37437" x="1298575" y="4687888"/>
          <p14:tracePt t="37550" x="1298575" y="4694238"/>
          <p14:tracePt t="37552" x="1292225" y="4694238"/>
          <p14:tracePt t="37557" x="1292225" y="4705350"/>
          <p14:tracePt t="37567" x="1292225" y="4716463"/>
          <p14:tracePt t="37578" x="1292225" y="4738688"/>
          <p14:tracePt t="37587" x="1287463" y="4756150"/>
          <p14:tracePt t="37597" x="1287463" y="4772025"/>
          <p14:tracePt t="37607" x="1287463" y="4789488"/>
          <p14:tracePt t="37617" x="1287463" y="4806950"/>
          <p14:tracePt t="37627" x="1287463" y="4818063"/>
          <p14:tracePt t="37637" x="1281113" y="4829175"/>
          <p14:tracePt t="37647" x="1281113" y="4845050"/>
          <p14:tracePt t="37657" x="1281113" y="4862513"/>
          <p14:tracePt t="37667" x="1281113" y="4902200"/>
          <p14:tracePt t="37677" x="1292225" y="4935538"/>
          <p14:tracePt t="37687" x="1303338" y="4964113"/>
          <p14:tracePt t="37697" x="1309688" y="4968875"/>
          <p14:tracePt t="37707" x="1309688" y="4975225"/>
          <p14:tracePt t="37718" x="1309688" y="4979988"/>
          <p14:tracePt t="37730" x="1316038" y="4979988"/>
          <p14:tracePt t="37738" x="1320800" y="4979988"/>
          <p14:tracePt t="37747" x="1320800" y="4986338"/>
          <p14:tracePt t="37757" x="1338263" y="4991100"/>
          <p14:tracePt t="37767" x="1354138" y="4991100"/>
          <p14:tracePt t="37777" x="1371600" y="4997450"/>
          <p14:tracePt t="37787" x="1393825" y="4997450"/>
          <p14:tracePt t="37797" x="1427163" y="4979988"/>
          <p14:tracePt t="37807" x="1462088" y="4953000"/>
          <p14:tracePt t="37817" x="1500188" y="4924425"/>
          <p14:tracePt t="37827" x="1550988" y="4891088"/>
          <p14:tracePt t="37837" x="1612900" y="4851400"/>
          <p14:tracePt t="37847" x="1663700" y="4818063"/>
          <p14:tracePt t="37857" x="1708150" y="4783138"/>
          <p14:tracePt t="37867" x="1736725" y="4756150"/>
          <p14:tracePt t="37877" x="1743075" y="4745038"/>
          <p14:tracePt t="37887" x="1747838" y="4733925"/>
          <p14:tracePt t="37897" x="1754188" y="4710113"/>
          <p14:tracePt t="37907" x="1758950" y="4687888"/>
          <p14:tracePt t="37917" x="1758950" y="4659313"/>
          <p14:tracePt t="37918" x="1758950" y="4654550"/>
          <p14:tracePt t="37927" x="1758950" y="4637088"/>
          <p14:tracePt t="37937" x="1758950" y="4610100"/>
          <p14:tracePt t="37947" x="1754188" y="4581525"/>
          <p14:tracePt t="37957" x="1743075" y="4559300"/>
          <p14:tracePt t="37967" x="1725613" y="4541838"/>
          <p14:tracePt t="37977" x="1708150" y="4519613"/>
          <p14:tracePt t="37987" x="1685925" y="4502150"/>
          <p14:tracePt t="37997" x="1670050" y="4491038"/>
          <p14:tracePt t="38007" x="1646238" y="4479925"/>
          <p14:tracePt t="38017" x="1635125" y="4475163"/>
          <p14:tracePt t="38027" x="1624013" y="4475163"/>
          <p14:tracePt t="38037" x="1624013" y="4468813"/>
          <p14:tracePt t="38047" x="1619250" y="4468813"/>
          <p14:tracePt t="38057" x="1601788" y="4468813"/>
          <p14:tracePt t="38067" x="1568450" y="4468813"/>
          <p14:tracePt t="38077" x="1524000" y="4479925"/>
          <p14:tracePt t="38087" x="1477963" y="4502150"/>
          <p14:tracePt t="38097" x="1433513" y="4524375"/>
          <p14:tracePt t="38107" x="1411288" y="4548188"/>
          <p14:tracePt t="38117" x="1389063" y="4570413"/>
          <p14:tracePt t="38127" x="1376363" y="4592638"/>
          <p14:tracePt t="38137" x="1365250" y="4614863"/>
          <p14:tracePt t="38147" x="1360488" y="4632325"/>
          <p14:tracePt t="38157" x="1360488" y="4648200"/>
          <p14:tracePt t="38167" x="1349375" y="4665663"/>
          <p14:tracePt t="38177" x="1349375" y="4694238"/>
          <p14:tracePt t="38187" x="1343025" y="4710113"/>
          <p14:tracePt t="38197" x="1331913" y="4727575"/>
          <p14:tracePt t="38207" x="1327150" y="4745038"/>
          <p14:tracePt t="38217" x="1316038" y="4760913"/>
          <p14:tracePt t="38227" x="1316038" y="4767263"/>
          <p14:tracePt t="38237" x="1303338" y="4772025"/>
          <p14:tracePt t="38247" x="1298575" y="4783138"/>
          <p14:tracePt t="38257" x="1298575" y="4789488"/>
          <p14:tracePt t="38267" x="1292225" y="4789488"/>
          <p14:tracePt t="38277" x="1281113" y="4794250"/>
          <p14:tracePt t="38287" x="1276350" y="4806950"/>
          <p14:tracePt t="38302" x="1270000" y="4806950"/>
          <p14:tracePt t="38307" x="1270000" y="4811713"/>
          <p14:tracePt t="38317" x="1265238" y="4811713"/>
          <p14:tracePt t="38327" x="1258888" y="4818063"/>
          <p14:tracePt t="38337" x="1254125" y="4822825"/>
          <p14:tracePt t="38347" x="1247775" y="4829175"/>
          <p14:tracePt t="38357" x="1247775" y="4833938"/>
          <p14:tracePt t="38367" x="1243013" y="4833938"/>
          <p14:tracePt t="38377" x="1236663" y="4840288"/>
          <p14:tracePt t="38387" x="1230313" y="4845050"/>
          <p14:tracePt t="38397" x="1230313" y="4867275"/>
          <p14:tracePt t="38407" x="1225550" y="4913313"/>
          <p14:tracePt t="38417" x="1219200" y="4964113"/>
          <p14:tracePt t="38427" x="1219200" y="5019675"/>
          <p14:tracePt t="38437" x="1230313" y="5092700"/>
          <p14:tracePt t="38447" x="1247775" y="5160963"/>
          <p14:tracePt t="38457" x="1276350" y="5222875"/>
          <p14:tracePt t="38467" x="1298575" y="5284788"/>
          <p14:tracePt t="38477" x="1327150" y="5334000"/>
          <p14:tracePt t="38487" x="1349375" y="5380038"/>
          <p14:tracePt t="38497" x="1371600" y="5413375"/>
          <p14:tracePt t="38507" x="1393825" y="5441950"/>
          <p14:tracePt t="38517" x="1404938" y="5457825"/>
          <p14:tracePt t="38527" x="1422400" y="5468938"/>
          <p14:tracePt t="38537" x="1438275" y="5480050"/>
          <p14:tracePt t="38547" x="1444625" y="5486400"/>
          <p14:tracePt t="38557" x="1450975" y="5492750"/>
          <p14:tracePt t="38567" x="1455738" y="5492750"/>
          <p14:tracePt t="38578" x="1462088" y="5492750"/>
          <p14:tracePt t="38616" x="1462088" y="5486400"/>
          <p14:tracePt t="38618" x="1466850" y="5486400"/>
          <p14:tracePt t="38627" x="1466850" y="5475288"/>
          <p14:tracePt t="38637" x="1484313" y="5446713"/>
          <p14:tracePt t="38647" x="1500188" y="5419725"/>
          <p14:tracePt t="38657" x="1524000" y="5384800"/>
          <p14:tracePt t="38667" x="1539875" y="5340350"/>
          <p14:tracePt t="38677" x="1557338" y="5278438"/>
          <p14:tracePt t="38687" x="1573213" y="5210175"/>
          <p14:tracePt t="38697" x="1590675" y="5114925"/>
          <p14:tracePt t="38707" x="1612900" y="5037138"/>
          <p14:tracePt t="38717" x="1641475" y="4964113"/>
          <p14:tracePt t="38727" x="1663700" y="4895850"/>
          <p14:tracePt t="38737" x="1685925" y="4845050"/>
          <p14:tracePt t="38747" x="1703388" y="4829175"/>
          <p14:tracePt t="38757" x="1714500" y="4811713"/>
          <p14:tracePt t="38767" x="1719263" y="4811713"/>
          <p14:tracePt t="38777" x="1731963" y="4806950"/>
          <p14:tracePt t="38787" x="1747838" y="4800600"/>
          <p14:tracePt t="38797" x="1765300" y="4789488"/>
          <p14:tracePt t="38807" x="1787525" y="4783138"/>
          <p14:tracePt t="38817" x="1804988" y="4778375"/>
          <p14:tracePt t="38827" x="1827213" y="4772025"/>
          <p14:tracePt t="38837" x="1831975" y="4767263"/>
          <p14:tracePt t="38847" x="1838325" y="4767263"/>
          <p14:tracePt t="38878" x="1843088" y="4767263"/>
          <p14:tracePt t="38938" x="1838325" y="4767263"/>
          <p14:tracePt t="38940" x="1838325" y="4760913"/>
          <p14:tracePt t="38947" x="1831975" y="4760913"/>
          <p14:tracePt t="38957" x="1816100" y="4756150"/>
          <p14:tracePt t="38967" x="1776413" y="4749800"/>
          <p14:tracePt t="38977" x="1736725" y="4745038"/>
          <p14:tracePt t="38987" x="1697038" y="4745038"/>
          <p14:tracePt t="38997" x="1658938" y="4738688"/>
          <p14:tracePt t="39007" x="1630363" y="4738688"/>
          <p14:tracePt t="39017" x="1608138" y="4738688"/>
          <p14:tracePt t="39027" x="1579563" y="4738688"/>
          <p14:tracePt t="39037" x="1557338" y="4738688"/>
          <p14:tracePt t="39047" x="1528763" y="4738688"/>
          <p14:tracePt t="39057" x="1511300" y="4738688"/>
          <p14:tracePt t="39067" x="1495425" y="4738688"/>
          <p14:tracePt t="39077" x="1489075" y="4738688"/>
          <p14:tracePt t="39087" x="1477963" y="4738688"/>
          <p14:tracePt t="39108" x="1477963" y="4733925"/>
          <p14:tracePt t="39132" x="1473200" y="4733925"/>
          <p14:tracePt t="39580" x="1466850" y="4738688"/>
          <p14:tracePt t="39586" x="1466850" y="4745038"/>
          <p14:tracePt t="39588" x="1462088" y="4745038"/>
          <p14:tracePt t="39597" x="1455738" y="4749800"/>
          <p14:tracePt t="39607" x="1444625" y="4756150"/>
          <p14:tracePt t="39617" x="1427163" y="4767263"/>
          <p14:tracePt t="39627" x="1404938" y="4778375"/>
          <p14:tracePt t="39637" x="1389063" y="4794250"/>
          <p14:tracePt t="39647" x="1371600" y="4800600"/>
          <p14:tracePt t="39657" x="1349375" y="4811713"/>
          <p14:tracePt t="39667" x="1338263" y="4822825"/>
          <p14:tracePt t="39677" x="1327150" y="4822825"/>
          <p14:tracePt t="39687" x="1316038" y="4833938"/>
          <p14:tracePt t="39697" x="1309688" y="4833938"/>
          <p14:tracePt t="39707" x="1303338" y="4833938"/>
          <p14:tracePt t="39720" x="1303338" y="4840288"/>
          <p14:tracePt t="39728" x="1298575" y="4840288"/>
          <p14:tracePt t="39790" x="1298575" y="4845050"/>
          <p14:tracePt t="39814" x="1298575" y="4851400"/>
          <p14:tracePt t="39826" x="1298575" y="4856163"/>
          <p14:tracePt t="39872" x="1298575" y="4862513"/>
          <p14:tracePt t="40264" x="1292225" y="4862513"/>
          <p14:tracePt t="40274" x="1287463" y="4862513"/>
          <p14:tracePt t="40278" x="1281113" y="4862513"/>
          <p14:tracePt t="40282" x="1281113" y="4867275"/>
          <p14:tracePt t="40287" x="1276350" y="4867275"/>
          <p14:tracePt t="40297" x="1270000" y="4867275"/>
          <p14:tracePt t="40308" x="1258888" y="4873625"/>
          <p14:tracePt t="40317" x="1254125" y="4879975"/>
          <p14:tracePt t="40327" x="1247775" y="4879975"/>
          <p14:tracePt t="40337" x="1236663" y="4884738"/>
          <p14:tracePt t="40347" x="1230313" y="4891088"/>
          <p14:tracePt t="40357" x="1214438" y="4895850"/>
          <p14:tracePt t="40367" x="1203325" y="4902200"/>
          <p14:tracePt t="40377" x="1196975" y="4906963"/>
          <p14:tracePt t="40388" x="1192213" y="4906963"/>
          <p14:tracePt t="40398" x="1185863" y="4906963"/>
          <p14:tracePt t="40407" x="1185863" y="4913313"/>
          <p14:tracePt t="40440" x="1181100" y="4913313"/>
          <p14:tracePt t="40458" x="1181100" y="4918075"/>
          <p14:tracePt t="40478" x="1181100" y="4924425"/>
          <p14:tracePt t="40492" x="1174750" y="4924425"/>
          <p14:tracePt t="40506" x="1168400" y="4924425"/>
          <p14:tracePt t="40510" x="1168400" y="4929188"/>
          <p14:tracePt t="40802" x="1181100" y="4929188"/>
          <p14:tracePt t="40804" x="1185863" y="4929188"/>
          <p14:tracePt t="40808" x="1196975" y="4929188"/>
          <p14:tracePt t="40817" x="1258888" y="4929188"/>
          <p14:tracePt t="40827" x="1360488" y="4929188"/>
          <p14:tracePt t="40837" x="1477963" y="4929188"/>
          <p14:tracePt t="40848" x="1635125" y="4935538"/>
          <p14:tracePt t="40858" x="1798638" y="4946650"/>
          <p14:tracePt t="40858" x="1827213" y="4953000"/>
          <p14:tracePt t="40867" x="1944688" y="4957763"/>
          <p14:tracePt t="40877" x="2057400" y="4968875"/>
          <p14:tracePt t="40887" x="2124075" y="4975225"/>
          <p14:tracePt t="40897" x="2174875" y="4979988"/>
          <p14:tracePt t="40907" x="2197100" y="4986338"/>
          <p14:tracePt t="40917" x="2214563" y="4986338"/>
          <p14:tracePt t="40930" x="2220913" y="4986338"/>
          <p14:tracePt t="40996" x="2225675" y="4986338"/>
          <p14:tracePt t="40998" x="2232025" y="4986338"/>
          <p14:tracePt t="41007" x="2243138" y="4986338"/>
          <p14:tracePt t="41017" x="2287588" y="4979988"/>
          <p14:tracePt t="41027" x="2338388" y="4975225"/>
          <p14:tracePt t="41037" x="2405063" y="4964113"/>
          <p14:tracePt t="41047" x="2466975" y="4946650"/>
          <p14:tracePt t="41057" x="2540000" y="4935538"/>
          <p14:tracePt t="41068" x="2590800" y="4924425"/>
          <p14:tracePt t="41068" x="2601913" y="4924425"/>
          <p14:tracePt t="41077" x="2630488" y="4913313"/>
          <p14:tracePt t="41087" x="2647950" y="4913313"/>
          <p14:tracePt t="41097" x="2652713" y="4913313"/>
          <p14:tracePt t="41108" x="2659063" y="4913313"/>
          <p14:tracePt t="41120" x="2663825" y="4913313"/>
          <p14:tracePt t="41127" x="2670175" y="4913313"/>
          <p14:tracePt t="41137" x="2703513" y="4913313"/>
          <p14:tracePt t="41147" x="2747963" y="4918075"/>
          <p14:tracePt t="41157" x="2805113" y="4918075"/>
          <p14:tracePt t="41167" x="2867025" y="4924425"/>
          <p14:tracePt t="41177" x="2922588" y="4924425"/>
          <p14:tracePt t="41188" x="2968625" y="4924425"/>
          <p14:tracePt t="41188" x="2973388" y="4924425"/>
          <p14:tracePt t="41197" x="2990850" y="4924425"/>
          <p14:tracePt t="41207" x="2995613" y="4924425"/>
          <p14:tracePt t="41222" x="3001963" y="4924425"/>
          <p14:tracePt t="41236" x="3006725" y="4924425"/>
          <p14:tracePt t="41288" x="3013075" y="4924425"/>
          <p14:tracePt t="41292" x="3017838" y="4924425"/>
          <p14:tracePt t="41308" x="3024188" y="4924425"/>
          <p14:tracePt t="41316" x="3028950" y="4924425"/>
          <p14:tracePt t="41324" x="3028950" y="4929188"/>
          <p14:tracePt t="41706" x="3024188" y="4929188"/>
          <p14:tracePt t="41712" x="3017838" y="4929188"/>
          <p14:tracePt t="41718" x="3006725" y="4929188"/>
          <p14:tracePt t="41728" x="2955925" y="4929188"/>
          <p14:tracePt t="41728" x="2940050" y="4929188"/>
          <p14:tracePt t="41738" x="2878138" y="4924425"/>
          <p14:tracePt t="41738" x="2867025" y="4924425"/>
          <p14:tracePt t="41747" x="2776538" y="4924425"/>
          <p14:tracePt t="41757" x="2563813" y="4884738"/>
          <p14:tracePt t="41767" x="2338388" y="4840288"/>
          <p14:tracePt t="41777" x="2079625" y="4794250"/>
          <p14:tracePt t="41787" x="1816100" y="4749800"/>
          <p14:tracePt t="41797" x="1539875" y="4699000"/>
          <p14:tracePt t="41807" x="1258888" y="4648200"/>
          <p14:tracePt t="41817" x="995363" y="4598988"/>
          <p14:tracePt t="41827" x="765175" y="4548188"/>
          <p14:tracePt t="41837" x="561975" y="4502150"/>
          <p14:tracePt t="41847" x="387350" y="4451350"/>
          <p14:tracePt t="41857" x="241300" y="4418013"/>
          <p14:tracePt t="41867" x="128588" y="4384675"/>
          <p14:tracePt t="41877" x="50800" y="4362450"/>
          <p14:tracePt t="45158" x="0" y="4249738"/>
          <p14:tracePt t="45167" x="17463" y="4232275"/>
          <p14:tracePt t="45177" x="39688" y="4198938"/>
          <p14:tracePt t="45187" x="73025" y="4170363"/>
          <p14:tracePt t="45197" x="106363" y="4143375"/>
          <p14:tracePt t="45207" x="146050" y="4114800"/>
          <p14:tracePt t="45217" x="174625" y="4097338"/>
          <p14:tracePt t="45227" x="190500" y="4086225"/>
          <p14:tracePt t="45237" x="196850" y="4086225"/>
          <p14:tracePt t="45247" x="201613" y="4081463"/>
          <p14:tracePt t="45262" x="207963" y="4081463"/>
          <p14:tracePt t="54568" x="214313" y="4086225"/>
          <p14:tracePt t="54570" x="219075" y="4092575"/>
          <p14:tracePt t="54578" x="241300" y="4121150"/>
          <p14:tracePt t="54587" x="287338" y="4194175"/>
          <p14:tracePt t="54597" x="336550" y="4300538"/>
          <p14:tracePt t="54607" x="387350" y="4406900"/>
          <p14:tracePt t="54617" x="444500" y="4513263"/>
          <p14:tracePt t="54627" x="495300" y="4614863"/>
          <p14:tracePt t="54637" x="557213" y="4710113"/>
          <p14:tracePt t="54647" x="623888" y="4800600"/>
          <p14:tracePt t="54657" x="685800" y="4879975"/>
          <p14:tracePt t="54667" x="747713" y="4957763"/>
          <p14:tracePt t="54677" x="809625" y="5037138"/>
          <p14:tracePt t="54687" x="871538" y="5110163"/>
          <p14:tracePt t="54697" x="922338" y="5160963"/>
          <p14:tracePt t="54707" x="977900" y="5227638"/>
          <p14:tracePt t="54717" x="1035050" y="5289550"/>
          <p14:tracePt t="54727" x="1084263" y="5334000"/>
          <p14:tracePt t="54737" x="1123950" y="5380038"/>
          <p14:tracePt t="54747" x="1146175" y="5395913"/>
          <p14:tracePt t="54757" x="1157288" y="5407025"/>
          <p14:tracePt t="54767" x="1163638" y="5407025"/>
          <p14:tracePt t="54778" x="1168400" y="5407025"/>
          <p14:tracePt t="54787" x="1174750" y="5407025"/>
          <p14:tracePt t="54797" x="1185863" y="5402263"/>
          <p14:tracePt t="54807" x="1208088" y="5380038"/>
          <p14:tracePt t="54817" x="1243013" y="5340350"/>
          <p14:tracePt t="54827" x="1281113" y="5295900"/>
          <p14:tracePt t="54837" x="1331913" y="5245100"/>
          <p14:tracePt t="54847" x="1389063" y="5194300"/>
          <p14:tracePt t="54857" x="1433513" y="5143500"/>
          <p14:tracePt t="54867" x="1484313" y="5099050"/>
          <p14:tracePt t="54877" x="1524000" y="5059363"/>
          <p14:tracePt t="54888" x="1535113" y="5053013"/>
          <p14:tracePt t="54898" x="1535113" y="5048250"/>
          <p14:tracePt t="54930" x="1539875" y="5048250"/>
          <p14:tracePt t="54966" x="1539875" y="5041900"/>
          <p14:tracePt t="55004" x="1539875" y="5037138"/>
          <p14:tracePt t="55008" x="1539875" y="5030788"/>
          <p14:tracePt t="55012" x="1539875" y="5026025"/>
          <p14:tracePt t="55017" x="1539875" y="5019675"/>
          <p14:tracePt t="55027" x="1528763" y="4986338"/>
          <p14:tracePt t="55037" x="1524000" y="4953000"/>
          <p14:tracePt t="55047" x="1506538" y="4913313"/>
          <p14:tracePt t="55057" x="1495425" y="4891088"/>
          <p14:tracePt t="55067" x="1489075" y="4862513"/>
          <p14:tracePt t="55077" x="1477963" y="4840288"/>
          <p14:tracePt t="55087" x="1473200" y="4829175"/>
          <p14:tracePt t="55098" x="1473200" y="4822825"/>
          <p14:tracePt t="55107" x="1473200" y="4818063"/>
          <p14:tracePt t="55117" x="1473200" y="4806950"/>
          <p14:tracePt t="55132" x="1473200" y="4800600"/>
          <p14:tracePt t="55144" x="1466850" y="4800600"/>
          <p14:tracePt t="55160" x="1466850" y="4794250"/>
          <p14:tracePt t="55190" x="1466850" y="4789488"/>
          <p14:tracePt t="55198" x="1473200" y="4789488"/>
          <p14:tracePt t="55202" x="1473200" y="4783138"/>
          <p14:tracePt t="55208" x="1484313" y="4783138"/>
          <p14:tracePt t="55218" x="1495425" y="4783138"/>
          <p14:tracePt t="55228" x="1539875" y="4778375"/>
          <p14:tracePt t="55238" x="1590675" y="4767263"/>
          <p14:tracePt t="55239" x="1601788" y="4767263"/>
          <p14:tracePt t="55248" x="1685925" y="4760913"/>
          <p14:tracePt t="55257" x="1787525" y="4756150"/>
          <p14:tracePt t="55267" x="1916113" y="4756150"/>
          <p14:tracePt t="55277" x="2090738" y="4756150"/>
          <p14:tracePt t="55287" x="2349500" y="4772025"/>
          <p14:tracePt t="55297" x="2613025" y="4794250"/>
          <p14:tracePt t="55307" x="2889250" y="4829175"/>
          <p14:tracePt t="55317" x="3136900" y="4845050"/>
          <p14:tracePt t="55327" x="3349625" y="4856163"/>
          <p14:tracePt t="55337" x="3541713" y="4867275"/>
          <p14:tracePt t="55347" x="3698875" y="4873625"/>
          <p14:tracePt t="55357" x="3849688" y="4879975"/>
          <p14:tracePt t="55368" x="3973513" y="4884738"/>
          <p14:tracePt t="55377" x="4070350" y="4895850"/>
          <p14:tracePt t="55387" x="4154488" y="4906963"/>
          <p14:tracePt t="55388" x="4170363" y="4913313"/>
          <p14:tracePt t="55397" x="4216400" y="4924425"/>
          <p14:tracePt t="55407" x="4271963" y="4946650"/>
          <p14:tracePt t="55417" x="4294188" y="4964113"/>
          <p14:tracePt t="55427" x="4305300" y="4979988"/>
          <p14:tracePt t="55428" x="4311650" y="4979988"/>
          <p14:tracePt t="55437" x="4316413" y="4997450"/>
          <p14:tracePt t="55447" x="4322763" y="5026025"/>
          <p14:tracePt t="55457" x="4322763" y="5048250"/>
          <p14:tracePt t="55467" x="4322763" y="5070475"/>
          <p14:tracePt t="55477" x="4311650" y="5099050"/>
          <p14:tracePt t="55487" x="4294188" y="5114925"/>
          <p14:tracePt t="55497" x="4271963" y="5121275"/>
          <p14:tracePt t="55507" x="4238625" y="5132388"/>
          <p14:tracePt t="55517" x="4192588" y="5132388"/>
          <p14:tracePt t="55527" x="4108450" y="5132388"/>
          <p14:tracePt t="55537" x="3997325" y="5121275"/>
          <p14:tracePt t="55547" x="3838575" y="5081588"/>
          <p14:tracePt t="55557" x="3597275" y="5019675"/>
          <p14:tracePt t="55567" x="3355975" y="4946650"/>
          <p14:tracePt t="55568" x="3305175" y="4929188"/>
          <p14:tracePt t="55577" x="3090863" y="4856163"/>
          <p14:tracePt t="55587" x="2820988" y="4772025"/>
          <p14:tracePt t="55597" x="2546350" y="4683125"/>
          <p14:tracePt t="55607" x="2298700" y="4603750"/>
          <p14:tracePt t="55617" x="2062163" y="4530725"/>
          <p14:tracePt t="55627" x="1843088" y="4468813"/>
          <p14:tracePt t="55638" x="1646238" y="4429125"/>
          <p14:tracePt t="55647" x="1477963" y="4395788"/>
          <p14:tracePt t="55657" x="1327150" y="4362450"/>
          <p14:tracePt t="55667" x="1219200" y="4351338"/>
          <p14:tracePt t="55677" x="1130300" y="4333875"/>
          <p14:tracePt t="55687" x="1057275" y="4333875"/>
          <p14:tracePt t="55697" x="995363" y="4333875"/>
          <p14:tracePt t="55707" x="933450" y="4333875"/>
          <p14:tracePt t="55717" x="871538" y="4340225"/>
          <p14:tracePt t="55727" x="809625" y="4351338"/>
          <p14:tracePt t="55737" x="758825" y="4367213"/>
          <p14:tracePt t="55747" x="692150" y="4391025"/>
          <p14:tracePt t="55757" x="617538" y="4406900"/>
          <p14:tracePt t="55767" x="544513" y="4424363"/>
          <p14:tracePt t="55777" x="460375" y="4440238"/>
          <p14:tracePt t="55787" x="393700" y="4464050"/>
          <p14:tracePt t="55797" x="336550" y="4486275"/>
          <p14:tracePt t="55807" x="309563" y="4497388"/>
          <p14:tracePt t="55817" x="303213" y="4508500"/>
          <p14:tracePt t="55827" x="298450" y="4519613"/>
          <p14:tracePt t="55837" x="298450" y="4548188"/>
          <p14:tracePt t="55847" x="314325" y="4581525"/>
          <p14:tracePt t="55857" x="354013" y="4625975"/>
          <p14:tracePt t="55867" x="422275" y="4694238"/>
          <p14:tracePt t="55877" x="500063" y="4756150"/>
          <p14:tracePt t="55888" x="635000" y="4862513"/>
          <p14:tracePt t="55897" x="765175" y="4957763"/>
          <p14:tracePt t="55907" x="944563" y="5087938"/>
          <p14:tracePt t="55917" x="1095375" y="5194300"/>
          <p14:tracePt t="55919" x="1130300" y="5227638"/>
          <p14:tracePt t="55927" x="1247775" y="5311775"/>
          <p14:tracePt t="55937" x="1360488" y="5424488"/>
          <p14:tracePt t="55948" x="1438275" y="5508625"/>
          <p14:tracePt t="55957" x="1484313" y="5576888"/>
          <p14:tracePt t="55967" x="1506538" y="5627688"/>
          <p14:tracePt t="55977" x="1524000" y="5694363"/>
          <p14:tracePt t="55987" x="1524000" y="5762625"/>
          <p14:tracePt t="55997" x="1524000" y="5840413"/>
          <p14:tracePt t="56007" x="1524000" y="5935663"/>
          <p14:tracePt t="56017" x="1517650" y="6081713"/>
          <p14:tracePt t="56027" x="1517650" y="6267450"/>
          <p14:tracePt t="56037" x="1528763" y="6481763"/>
          <p14:tracePt t="56047" x="1550988" y="6705600"/>
          <p14:tracePt t="60744" x="595313" y="6807200"/>
          <p14:tracePt t="60747" x="579438" y="6784975"/>
          <p14:tracePt t="60757" x="517525" y="6650038"/>
          <p14:tracePt t="60767" x="433388" y="6497638"/>
          <p14:tracePt t="60777" x="331788" y="6307138"/>
          <p14:tracePt t="60787" x="219075" y="6127750"/>
          <p14:tracePt t="60797" x="106363" y="5953125"/>
          <p14:tracePt t="60980" x="66675" y="4772025"/>
          <p14:tracePt t="60987" x="214313" y="4749800"/>
          <p14:tracePt t="60998" x="500063" y="4699000"/>
          <p14:tracePt t="61008" x="825500" y="4665663"/>
          <p14:tracePt t="61018" x="1123950" y="4632325"/>
          <p14:tracePt t="61028" x="1393825" y="4598988"/>
          <p14:tracePt t="61037" x="1585913" y="4559300"/>
          <p14:tracePt t="61047" x="1714500" y="4513263"/>
          <p14:tracePt t="61057" x="1781175" y="4486275"/>
          <p14:tracePt t="61067" x="1820863" y="4457700"/>
          <p14:tracePt t="61077" x="1827213" y="4446588"/>
          <p14:tracePt t="61087" x="1831975" y="4440238"/>
          <p14:tracePt t="61124" x="1831975" y="4435475"/>
          <p14:tracePt t="61160" x="1838325" y="4435475"/>
          <p14:tracePt t="61166" x="1843088" y="4435475"/>
          <p14:tracePt t="61170" x="1849438" y="4435475"/>
          <p14:tracePt t="61177" x="1866900" y="4435475"/>
          <p14:tracePt t="61187" x="1933575" y="4457700"/>
          <p14:tracePt t="61197" x="2046288" y="4497388"/>
          <p14:tracePt t="61207" x="2243138" y="4586288"/>
          <p14:tracePt t="61217" x="2484438" y="4699000"/>
          <p14:tracePt t="61227" x="2720975" y="4822825"/>
          <p14:tracePt t="61237" x="2940050" y="4935538"/>
          <p14:tracePt t="61247" x="3108325" y="5026025"/>
          <p14:tracePt t="61257" x="3243263" y="5126038"/>
          <p14:tracePt t="61267" x="3367088" y="5238750"/>
          <p14:tracePt t="61277" x="3484563" y="5357813"/>
          <p14:tracePt t="61287" x="3592513" y="5486400"/>
          <p14:tracePt t="61297" x="3665538" y="5603875"/>
          <p14:tracePt t="61307" x="3709988" y="5688013"/>
          <p14:tracePt t="61317" x="3732213" y="5756275"/>
          <p14:tracePt t="61327" x="3743325" y="5822950"/>
          <p14:tracePt t="61337" x="3743325" y="5868988"/>
          <p14:tracePt t="61347" x="3732213" y="5908675"/>
          <p14:tracePt t="61357" x="3703638" y="5935663"/>
          <p14:tracePt t="61367" x="3654425" y="5953125"/>
          <p14:tracePt t="61377" x="3586163" y="5970588"/>
          <p14:tracePt t="61388" x="3440113" y="5986463"/>
          <p14:tracePt t="61397" x="3294063" y="5986463"/>
          <p14:tracePt t="61407" x="3041650" y="5986463"/>
          <p14:tracePt t="61417" x="2754313" y="5957888"/>
          <p14:tracePt t="61427" x="2422525" y="5902325"/>
          <p14:tracePt t="61437" x="2057400" y="5822950"/>
          <p14:tracePt t="61448" x="1652588" y="5734050"/>
          <p14:tracePt t="61448" x="1573213" y="5716588"/>
          <p14:tracePt t="61457" x="1276350" y="5632450"/>
          <p14:tracePt t="61467" x="966788" y="5553075"/>
          <p14:tracePt t="61477" x="736600" y="5480050"/>
          <p14:tracePt t="61487" x="590550" y="5424488"/>
          <p14:tracePt t="61497" x="528638" y="5384800"/>
          <p14:tracePt t="61507" x="495300" y="5351463"/>
          <p14:tracePt t="61517" x="477838" y="5318125"/>
          <p14:tracePt t="61527" x="477838" y="5267325"/>
          <p14:tracePt t="61537" x="488950" y="5199063"/>
          <p14:tracePt t="61547" x="522288" y="5132388"/>
          <p14:tracePt t="61558" x="573088" y="5059363"/>
          <p14:tracePt t="61567" x="641350" y="4997450"/>
          <p14:tracePt t="61577" x="714375" y="4946650"/>
          <p14:tracePt t="61587" x="787400" y="4895850"/>
          <p14:tracePt t="61597" x="887413" y="4851400"/>
          <p14:tracePt t="61607" x="1006475" y="4811713"/>
          <p14:tracePt t="61617" x="1135063" y="4772025"/>
          <p14:tracePt t="61627" x="1292225" y="4745038"/>
          <p14:tracePt t="61637" x="1466850" y="4721225"/>
          <p14:tracePt t="61647" x="1658938" y="4710113"/>
          <p14:tracePt t="61657" x="1838325" y="4710113"/>
          <p14:tracePt t="61667" x="2006600" y="4716463"/>
          <p14:tracePt t="61677" x="2163763" y="4745038"/>
          <p14:tracePt t="61687" x="2344738" y="4800600"/>
          <p14:tracePt t="61697" x="2563813" y="4895850"/>
          <p14:tracePt t="61707" x="2747963" y="4979988"/>
          <p14:tracePt t="61718" x="2906713" y="5064125"/>
          <p14:tracePt t="61728" x="2955925" y="5099050"/>
          <p14:tracePt t="61728" x="2962275" y="5103813"/>
          <p14:tracePt t="61737" x="2984500" y="5126038"/>
          <p14:tracePt t="61747" x="3001963" y="5154613"/>
          <p14:tracePt t="61757" x="3017838" y="5194300"/>
          <p14:tracePt t="61767" x="3035300" y="5238750"/>
          <p14:tracePt t="61777" x="3046413" y="5295900"/>
          <p14:tracePt t="61787" x="3063875" y="5357813"/>
          <p14:tracePt t="61797" x="3068638" y="5407025"/>
          <p14:tracePt t="61807" x="3079750" y="5464175"/>
          <p14:tracePt t="61817" x="3090863" y="5514975"/>
          <p14:tracePt t="61827" x="3090863" y="5559425"/>
          <p14:tracePt t="61837" x="3090863" y="5599113"/>
          <p14:tracePt t="61847" x="3090863" y="5638800"/>
          <p14:tracePt t="61857" x="3090863" y="5676900"/>
          <p14:tracePt t="61867" x="3090863" y="5716588"/>
          <p14:tracePt t="61877" x="3090863" y="5767388"/>
          <p14:tracePt t="61887" x="3086100" y="5829300"/>
          <p14:tracePt t="61897" x="3068638" y="5891213"/>
          <p14:tracePt t="61907" x="3052763" y="5946775"/>
          <p14:tracePt t="61917" x="3024188" y="6003925"/>
          <p14:tracePt t="61919" x="3013075" y="6008688"/>
          <p14:tracePt t="61927" x="2979738" y="6043613"/>
          <p14:tracePt t="61937" x="2940050" y="6088063"/>
          <p14:tracePt t="61948" x="2882900" y="6121400"/>
          <p14:tracePt t="61957" x="2833688" y="6154738"/>
          <p14:tracePt t="61967" x="2771775" y="6183313"/>
          <p14:tracePt t="61977" x="2703513" y="6216650"/>
          <p14:tracePt t="61987" x="2625725" y="6256338"/>
          <p14:tracePt t="61997" x="2524125" y="6307138"/>
          <p14:tracePt t="62007" x="2405063" y="6362700"/>
          <p14:tracePt t="62018" x="2270125" y="6430963"/>
          <p14:tracePt t="62027" x="2185988" y="6481763"/>
          <p14:tracePt t="62037" x="2079625" y="6548438"/>
          <p14:tracePt t="62047" x="1984375" y="6610350"/>
          <p14:tracePt t="62057" x="1893888" y="6672263"/>
          <p14:tracePt t="62067" x="1820863" y="6740525"/>
          <p14:tracePt t="62077" x="1758950" y="6807200"/>
          <p14:tracePt t="62234" x="185738" y="6802438"/>
          <p14:tracePt t="62237" x="123825" y="6751638"/>
        </p14:tracePtLst>
      </p14:laserTraceLst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831F5-76B7-883C-7527-1610B49BA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13C1952-2612-F26D-5FF8-D123EC0DB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/>
          <a:lstStyle/>
          <a:p>
            <a:r>
              <a:rPr lang="en-US" dirty="0"/>
              <a:t>The Cardiovascular System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D680816-1D53-E962-CAAF-6E14DFB14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Delivers oxygenated, nutrient-rich blood to body, brings waste products 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1FDEC-4E36-A18A-2767-86A89285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-18288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791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5"/>
    </mc:Choice>
    <mc:Fallback xmlns="">
      <p:transition spd="slow" advTm="15005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A4376A-0D43-6E9B-9B5D-0BC458AB3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Cardiovascular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AEE82-FAE7-E5F8-AE60-662BA91E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7" name="Picture Placeholder 2" descr="The anatomy of the human heart and the flow of blood through the heart are depicted.">
            <a:extLst>
              <a:ext uri="{FF2B5EF4-FFF2-40B4-BE49-F238E27FC236}">
                <a16:creationId xmlns:a16="http://schemas.microsoft.com/office/drawing/2014/main" id="{BE60996E-46A0-7B24-E8AA-68DD470C21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20" b="-390"/>
          <a:stretch/>
        </p:blipFill>
        <p:spPr>
          <a:xfrm>
            <a:off x="3360267" y="1825625"/>
            <a:ext cx="4636441" cy="420687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B16FD0-33D1-C783-C115-4CA208B51D40}"/>
              </a:ext>
            </a:extLst>
          </p:cNvPr>
          <p:cNvSpPr txBox="1"/>
          <p:nvPr/>
        </p:nvSpPr>
        <p:spPr>
          <a:xfrm>
            <a:off x="8617129" y="2451734"/>
            <a:ext cx="27902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Left side</a:t>
            </a:r>
            <a:r>
              <a:rPr lang="en-US" dirty="0"/>
              <a:t>: Receives oxygenated blood from lungs, then pumps it out through the aorta to disperse throughout the body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414A48-0A9D-64B5-8207-B7A5F6787DE4}"/>
              </a:ext>
            </a:extLst>
          </p:cNvPr>
          <p:cNvSpPr txBox="1"/>
          <p:nvPr/>
        </p:nvSpPr>
        <p:spPr>
          <a:xfrm>
            <a:off x="570039" y="2451734"/>
            <a:ext cx="27902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Right side</a:t>
            </a:r>
            <a:r>
              <a:rPr lang="en-US" dirty="0"/>
              <a:t>: Receives blood with waste products from the body, then pumps the blood to the lungs through the pulmonary artery to be oxygenated</a:t>
            </a:r>
          </a:p>
        </p:txBody>
      </p:sp>
    </p:spTree>
    <p:extLst>
      <p:ext uri="{BB962C8B-B14F-4D97-AF65-F5344CB8AC3E}">
        <p14:creationId xmlns:p14="http://schemas.microsoft.com/office/powerpoint/2010/main" val="3303156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240"/>
    </mc:Choice>
    <mc:Fallback xmlns="">
      <p:transition spd="slow" advTm="59240"/>
    </mc:Fallback>
  </mc:AlternateContent>
  <p:extLst>
    <p:ext uri="{3A86A75C-4F4B-4683-9AE1-C65F6400EC91}">
      <p14:laserTraceLst xmlns:p14="http://schemas.microsoft.com/office/powerpoint/2010/main">
        <p14:tracePtLst>
          <p14:tracePt t="16332" x="73025" y="2805113"/>
          <p14:tracePt t="16340" x="287338" y="2979738"/>
          <p14:tracePt t="16340" x="354013" y="3030538"/>
          <p14:tracePt t="16350" x="652463" y="3300413"/>
          <p14:tracePt t="16360" x="849313" y="3513138"/>
          <p14:tracePt t="16360" x="882650" y="3557588"/>
          <p14:tracePt t="16370" x="1011238" y="3778250"/>
          <p14:tracePt t="16370" x="1035050" y="3822700"/>
          <p14:tracePt t="16380" x="1095375" y="4024313"/>
          <p14:tracePt t="16380" x="1108075" y="4081463"/>
          <p14:tracePt t="16390" x="1119188" y="4329113"/>
          <p14:tracePt t="16400" x="1108075" y="4614863"/>
          <p14:tracePt t="16410" x="1062038" y="4935538"/>
          <p14:tracePt t="16420" x="1006475" y="5307013"/>
          <p14:tracePt t="16430" x="944563" y="5705475"/>
          <p14:tracePt t="16440" x="882650" y="6037263"/>
          <p14:tracePt t="16440" x="871538" y="6110288"/>
          <p14:tracePt t="16450" x="781050" y="6475413"/>
          <p14:tracePt t="16460" x="703263" y="6802438"/>
          <p14:tracePt t="16588" x="1287463" y="6778625"/>
          <p14:tracePt t="16590" x="1320800" y="6740525"/>
          <p14:tracePt t="16600" x="1524000" y="6526213"/>
          <p14:tracePt t="16610" x="1743075" y="6278563"/>
          <p14:tracePt t="16620" x="1916113" y="6065838"/>
          <p14:tracePt t="16620" x="1955800" y="6008688"/>
          <p14:tracePt t="16630" x="2159000" y="5738813"/>
          <p14:tracePt t="16640" x="2298700" y="5503863"/>
          <p14:tracePt t="16640" x="2332038" y="5446713"/>
          <p14:tracePt t="16650" x="2473325" y="5137150"/>
          <p14:tracePt t="16660" x="2574925" y="4891088"/>
          <p14:tracePt t="16660" x="2590800" y="4829175"/>
          <p14:tracePt t="16670" x="2681288" y="4508500"/>
          <p14:tracePt t="16680" x="2743200" y="4278313"/>
          <p14:tracePt t="16680" x="2754313" y="4232275"/>
          <p14:tracePt t="16690" x="2798763" y="4008438"/>
          <p14:tracePt t="16700" x="2805113" y="3884613"/>
          <p14:tracePt t="16710" x="2816225" y="3822700"/>
          <p14:tracePt t="16710" x="2816225" y="3811588"/>
          <p14:tracePt t="16720" x="2820988" y="3749675"/>
          <p14:tracePt t="16730" x="2827338" y="3692525"/>
          <p14:tracePt t="16740" x="2833688" y="3654425"/>
          <p14:tracePt t="16740" x="2833688" y="3648075"/>
          <p14:tracePt t="16750" x="2833688" y="3614738"/>
          <p14:tracePt t="16760" x="2833688" y="3592513"/>
          <p14:tracePt t="16760" x="2833688" y="3586163"/>
          <p14:tracePt t="16770" x="2838450" y="3563938"/>
          <p14:tracePt t="16770" x="2838450" y="3557588"/>
          <p14:tracePt t="16780" x="2838450" y="3541713"/>
          <p14:tracePt t="16780" x="2838450" y="3535363"/>
          <p14:tracePt t="16790" x="2844800" y="3513138"/>
          <p14:tracePt t="16800" x="2849563" y="3502025"/>
          <p14:tracePt t="16810" x="2849563" y="3490913"/>
          <p14:tracePt t="16820" x="2855913" y="3479800"/>
          <p14:tracePt t="16830" x="2867025" y="3462338"/>
          <p14:tracePt t="16840" x="2871788" y="3440113"/>
          <p14:tracePt t="16850" x="2882900" y="3429000"/>
          <p14:tracePt t="16850" x="2882900" y="3422650"/>
          <p14:tracePt t="16860" x="2895600" y="3406775"/>
          <p14:tracePt t="16860" x="2895600" y="3400425"/>
          <p14:tracePt t="16870" x="2906713" y="3384550"/>
          <p14:tracePt t="16870" x="2906713" y="3378200"/>
          <p14:tracePt t="16880" x="2917825" y="3362325"/>
          <p14:tracePt t="16890" x="2922588" y="3349625"/>
          <p14:tracePt t="16890" x="2922588" y="3344863"/>
          <p14:tracePt t="16900" x="2928938" y="3344863"/>
          <p14:tracePt t="16910" x="2928938" y="3338513"/>
          <p14:tracePt t="17288" x="2928938" y="3333750"/>
          <p14:tracePt t="17290" x="2928938" y="3327400"/>
          <p14:tracePt t="17299" x="2933700" y="3322638"/>
          <p14:tracePt t="17310" x="2944813" y="3300413"/>
          <p14:tracePt t="17320" x="2951163" y="3287713"/>
          <p14:tracePt t="17330" x="2955925" y="3276600"/>
          <p14:tracePt t="17354" x="2955925" y="3271838"/>
          <p14:tracePt t="17450" x="2962275" y="3271838"/>
          <p14:tracePt t="17456" x="2973388" y="3271838"/>
          <p14:tracePt t="17460" x="2979738" y="3271838"/>
          <p14:tracePt t="17470" x="3028950" y="3294063"/>
          <p14:tracePt t="17470" x="3057525" y="3300413"/>
          <p14:tracePt t="17480" x="3159125" y="3322638"/>
          <p14:tracePt t="17490" x="3254375" y="3338513"/>
          <p14:tracePt t="17490" x="3282950" y="3338513"/>
          <p14:tracePt t="17500" x="3422650" y="3349625"/>
          <p14:tracePt t="17510" x="3563938" y="3362325"/>
          <p14:tracePt t="17520" x="3687763" y="3367088"/>
          <p14:tracePt t="17520" x="3721100" y="3373438"/>
          <p14:tracePt t="17530" x="3889375" y="3378200"/>
          <p14:tracePt t="17540" x="4064000" y="3378200"/>
          <p14:tracePt t="17550" x="4198938" y="3378200"/>
          <p14:tracePt t="17560" x="4289425" y="3362325"/>
          <p14:tracePt t="17570" x="4338638" y="3344863"/>
          <p14:tracePt t="17580" x="4367213" y="3327400"/>
          <p14:tracePt t="17590" x="4384675" y="3311525"/>
          <p14:tracePt t="17600" x="4395788" y="3294063"/>
          <p14:tracePt t="17610" x="4400550" y="3276600"/>
          <p14:tracePt t="17620" x="4400550" y="3249613"/>
          <p14:tracePt t="17630" x="4400550" y="3227388"/>
          <p14:tracePt t="17640" x="4400550" y="3181350"/>
          <p14:tracePt t="17650" x="4389438" y="3141663"/>
          <p14:tracePt t="17650" x="4389438" y="3130550"/>
          <p14:tracePt t="17660" x="4373563" y="3068638"/>
          <p14:tracePt t="17670" x="4367213" y="2995613"/>
          <p14:tracePt t="17680" x="4362450" y="2900363"/>
          <p14:tracePt t="17690" x="4378325" y="2805113"/>
          <p14:tracePt t="17700" x="4400550" y="2736850"/>
          <p14:tracePt t="17700" x="4406900" y="2720975"/>
          <p14:tracePt t="17710" x="4440238" y="2659063"/>
          <p14:tracePt t="17710" x="4446588" y="2647950"/>
          <p14:tracePt t="17720" x="4479925" y="2579688"/>
          <p14:tracePt t="17730" x="4513263" y="2541588"/>
          <p14:tracePt t="17730" x="4524375" y="2524125"/>
          <p14:tracePt t="17740" x="4552950" y="2495550"/>
          <p14:tracePt t="17740" x="4559300" y="2484438"/>
          <p14:tracePt t="17750" x="4592638" y="2451100"/>
          <p14:tracePt t="17760" x="4614863" y="2422525"/>
          <p14:tracePt t="17760" x="4621213" y="2417763"/>
          <p14:tracePt t="17770" x="4648200" y="2389188"/>
          <p14:tracePt t="17780" x="4670425" y="2371725"/>
          <p14:tracePt t="17790" x="4687888" y="2355850"/>
          <p14:tracePt t="17800" x="4705350" y="2349500"/>
          <p14:tracePt t="17810" x="4705350" y="2344738"/>
          <p14:tracePt t="17932" x="4710113" y="2338388"/>
          <p14:tracePt t="17936" x="4710113" y="2333625"/>
          <p14:tracePt t="17940" x="4710113" y="2327275"/>
          <p14:tracePt t="17950" x="4721225" y="2316163"/>
          <p14:tracePt t="17960" x="4727575" y="2298700"/>
          <p14:tracePt t="17970" x="4732338" y="2282825"/>
          <p14:tracePt t="17980" x="4743450" y="2271713"/>
          <p14:tracePt t="17990" x="4749800" y="2254250"/>
          <p14:tracePt t="17990" x="4749800" y="2243138"/>
          <p14:tracePt t="18000" x="4756150" y="2232025"/>
          <p14:tracePt t="18010" x="4767263" y="2214563"/>
          <p14:tracePt t="18010" x="4767263" y="2203450"/>
          <p14:tracePt t="18020" x="4778375" y="2192338"/>
          <p14:tracePt t="18030" x="4789488" y="2181225"/>
          <p14:tracePt t="18030" x="4794250" y="2174875"/>
          <p14:tracePt t="18040" x="4800600" y="2170113"/>
          <p14:tracePt t="18040" x="4805363" y="2170113"/>
          <p14:tracePt t="18050" x="4811713" y="2163763"/>
          <p14:tracePt t="18060" x="4816475" y="2159000"/>
          <p14:tracePt t="18078" x="4822825" y="2159000"/>
          <p14:tracePt t="18106" x="4822825" y="2152650"/>
          <p14:tracePt t="18624" x="4822825" y="2147888"/>
          <p14:tracePt t="18632" x="4822825" y="2141538"/>
          <p14:tracePt t="18636" x="4822825" y="2136775"/>
          <p14:tracePt t="18640" x="4822825" y="2130425"/>
          <p14:tracePt t="18650" x="4822825" y="2124075"/>
          <p14:tracePt t="18660" x="4822825" y="2119313"/>
          <p14:tracePt t="18672" x="4822825" y="2112963"/>
          <p14:tracePt t="18680" x="4822825" y="2108200"/>
          <p14:tracePt t="18706" x="4822825" y="2101850"/>
          <p14:tracePt t="18708" x="4816475" y="2101850"/>
          <p14:tracePt t="18722" x="4816475" y="2097088"/>
          <p14:tracePt t="18734" x="4816475" y="2090738"/>
          <p14:tracePt t="18740" x="4811713" y="2085975"/>
          <p14:tracePt t="18744" x="4805363" y="2085975"/>
          <p14:tracePt t="18750" x="4805363" y="2079625"/>
          <p14:tracePt t="18760" x="4789488" y="2057400"/>
          <p14:tracePt t="18770" x="4772025" y="2024063"/>
          <p14:tracePt t="18780" x="4760913" y="1995488"/>
          <p14:tracePt t="18790" x="4743450" y="1962150"/>
          <p14:tracePt t="18800" x="4727575" y="1944688"/>
          <p14:tracePt t="18800" x="4727575" y="1939925"/>
          <p14:tracePt t="18810" x="4716463" y="1928813"/>
          <p14:tracePt t="18820" x="4710113" y="1922463"/>
          <p14:tracePt t="18854" x="4705350" y="1922463"/>
          <p14:tracePt t="18858" x="4705350" y="1916113"/>
          <p14:tracePt t="18884" x="4699000" y="1916113"/>
          <p14:tracePt t="18888" x="4694238" y="1916113"/>
          <p14:tracePt t="18892" x="4687888" y="1916113"/>
          <p14:tracePt t="18900" x="4670425" y="1939925"/>
          <p14:tracePt t="18910" x="4632325" y="1978025"/>
          <p14:tracePt t="18920" x="4564063" y="2046288"/>
          <p14:tracePt t="18930" x="4508500" y="2124075"/>
          <p14:tracePt t="18940" x="4462463" y="2209800"/>
          <p14:tracePt t="18950" x="4418013" y="2316163"/>
          <p14:tracePt t="18960" x="4395788" y="2406650"/>
          <p14:tracePt t="18970" x="4367213" y="2546350"/>
          <p14:tracePt t="18980" x="4338638" y="2670175"/>
          <p14:tracePt t="18990" x="4327525" y="2798763"/>
          <p14:tracePt t="19000" x="4316413" y="2951163"/>
          <p14:tracePt t="19010" x="4305300" y="3108325"/>
          <p14:tracePt t="19020" x="4305300" y="3238500"/>
          <p14:tracePt t="19020" x="4305300" y="3271838"/>
          <p14:tracePt t="19030" x="4305300" y="3400425"/>
          <p14:tracePt t="19030" x="4305300" y="3440113"/>
          <p14:tracePt t="19040" x="4316413" y="3575050"/>
          <p14:tracePt t="19040" x="4322763" y="3614738"/>
          <p14:tracePt t="19050" x="4344988" y="3800475"/>
          <p14:tracePt t="19060" x="4373563" y="3986213"/>
          <p14:tracePt t="19070" x="4395788" y="4121150"/>
          <p14:tracePt t="19070" x="4400550" y="4148138"/>
          <p14:tracePt t="19080" x="4429125" y="4289425"/>
          <p14:tracePt t="19090" x="4446588" y="4373563"/>
          <p14:tracePt t="19090" x="4451350" y="4395788"/>
          <p14:tracePt t="19100" x="4462463" y="4464050"/>
          <p14:tracePt t="19100" x="4468813" y="4479925"/>
          <p14:tracePt t="19110" x="4486275" y="4541838"/>
          <p14:tracePt t="19120" x="4497388" y="4581525"/>
          <p14:tracePt t="19120" x="4502150" y="4592638"/>
          <p14:tracePt t="19130" x="4519613" y="4625975"/>
          <p14:tracePt t="19140" x="4530725" y="4648200"/>
          <p14:tracePt t="19140" x="4535488" y="4654550"/>
          <p14:tracePt t="19150" x="4541838" y="4672013"/>
          <p14:tracePt t="19160" x="4552950" y="4694238"/>
          <p14:tracePt t="19170" x="4559300" y="4699000"/>
          <p14:tracePt t="19180" x="4564063" y="4705350"/>
          <p14:tracePt t="19236" x="4570413" y="4705350"/>
          <p14:tracePt t="19240" x="4575175" y="4694238"/>
          <p14:tracePt t="19242" x="4575175" y="4687888"/>
          <p14:tracePt t="19250" x="4592638" y="4643438"/>
          <p14:tracePt t="19260" x="4614863" y="4559300"/>
          <p14:tracePt t="19270" x="4637088" y="4457700"/>
          <p14:tracePt t="19280" x="4665663" y="4260850"/>
          <p14:tracePt t="19290" x="4681538" y="4121150"/>
          <p14:tracePt t="19290" x="4687888" y="4086225"/>
          <p14:tracePt t="19300" x="4687888" y="3844925"/>
          <p14:tracePt t="19310" x="4687888" y="3603625"/>
          <p14:tracePt t="19320" x="4648200" y="3349625"/>
          <p14:tracePt t="19330" x="4603750" y="3097213"/>
          <p14:tracePt t="19340" x="4559300" y="2911475"/>
          <p14:tracePt t="19340" x="4548188" y="2867025"/>
          <p14:tracePt t="19350" x="4497388" y="2652713"/>
          <p14:tracePt t="19360" x="4457700" y="2473325"/>
          <p14:tracePt t="19370" x="4440238" y="2355850"/>
          <p14:tracePt t="19370" x="4435475" y="2333625"/>
          <p14:tracePt t="19380" x="4424363" y="2243138"/>
          <p14:tracePt t="19390" x="4418013" y="2181225"/>
          <p14:tracePt t="19400" x="4418013" y="2152650"/>
          <p14:tracePt t="19400" x="4418013" y="2147888"/>
          <p14:tracePt t="19410" x="4413250" y="2130425"/>
          <p14:tracePt t="19420" x="4413250" y="2124075"/>
          <p14:tracePt t="19430" x="4413250" y="2119313"/>
          <p14:tracePt t="19440" x="4413250" y="2112963"/>
          <p14:tracePt t="20014" x="4413250" y="2119313"/>
          <p14:tracePt t="20024" x="4413250" y="2124075"/>
          <p14:tracePt t="20026" x="4413250" y="2130425"/>
          <p14:tracePt t="20030" x="4413250" y="2136775"/>
          <p14:tracePt t="20040" x="4413250" y="2159000"/>
          <p14:tracePt t="20050" x="4406900" y="2192338"/>
          <p14:tracePt t="20060" x="4395788" y="2243138"/>
          <p14:tracePt t="20070" x="4384675" y="2276475"/>
          <p14:tracePt t="20080" x="4373563" y="2333625"/>
          <p14:tracePt t="20090" x="4362450" y="2366963"/>
          <p14:tracePt t="20090" x="4362450" y="2371725"/>
          <p14:tracePt t="20100" x="4356100" y="2406650"/>
          <p14:tracePt t="20110" x="4351338" y="2428875"/>
          <p14:tracePt t="20120" x="4351338" y="2433638"/>
          <p14:tracePt t="20130" x="4344988" y="2444750"/>
          <p14:tracePt t="20140" x="4344988" y="2455863"/>
          <p14:tracePt t="20150" x="4338638" y="2466975"/>
          <p14:tracePt t="20160" x="4338638" y="2473325"/>
          <p14:tracePt t="20170" x="4338638" y="2479675"/>
          <p14:tracePt t="20180" x="4338638" y="2484438"/>
          <p14:tracePt t="20192" x="4338638" y="2490788"/>
          <p14:tracePt t="20208" x="4338638" y="2495550"/>
          <p14:tracePt t="20790" x="4338638" y="2490788"/>
          <p14:tracePt t="20840" x="4338638" y="2484438"/>
          <p14:tracePt t="21824" x="4338638" y="2490788"/>
          <p14:tracePt t="21826" x="4338638" y="2495550"/>
          <p14:tracePt t="21830" x="4338638" y="2501900"/>
          <p14:tracePt t="21840" x="4338638" y="2541588"/>
          <p14:tracePt t="21850" x="4338638" y="2574925"/>
          <p14:tracePt t="21860" x="4351338" y="2670175"/>
          <p14:tracePt t="21870" x="4351338" y="2736850"/>
          <p14:tracePt t="21880" x="4373563" y="2855913"/>
          <p14:tracePt t="21890" x="4389438" y="2962275"/>
          <p14:tracePt t="21890" x="4395788" y="2984500"/>
          <p14:tracePt t="21900" x="4413250" y="3092450"/>
          <p14:tracePt t="21910" x="4440238" y="3243263"/>
          <p14:tracePt t="21920" x="4462463" y="3362325"/>
          <p14:tracePt t="21930" x="4479925" y="3457575"/>
          <p14:tracePt t="21930" x="4486275" y="3479800"/>
          <p14:tracePt t="21940" x="4502150" y="3608388"/>
          <p14:tracePt t="21950" x="4524375" y="3721100"/>
          <p14:tracePt t="21960" x="4524375" y="3805238"/>
          <p14:tracePt t="21970" x="4530725" y="3929063"/>
          <p14:tracePt t="21980" x="4535488" y="4035425"/>
          <p14:tracePt t="21990" x="4548188" y="4170363"/>
          <p14:tracePt t="22000" x="4552950" y="4283075"/>
          <p14:tracePt t="22000" x="4552950" y="4316413"/>
          <p14:tracePt t="22010" x="4559300" y="4424363"/>
          <p14:tracePt t="22010" x="4559300" y="4446588"/>
          <p14:tracePt t="22020" x="4564063" y="4581525"/>
          <p14:tracePt t="22030" x="4564063" y="4687888"/>
          <p14:tracePt t="22040" x="4570413" y="4789488"/>
          <p14:tracePt t="22050" x="4570413" y="4879975"/>
          <p14:tracePt t="22060" x="4570413" y="4957763"/>
          <p14:tracePt t="22070" x="4575175" y="4997450"/>
          <p14:tracePt t="22080" x="4581525" y="5014913"/>
          <p14:tracePt t="22090" x="4581525" y="5019675"/>
          <p14:tracePt t="22116" x="4581525" y="5026025"/>
          <p14:tracePt t="22124" x="4586288" y="5026025"/>
          <p14:tracePt t="22132" x="4586288" y="5019675"/>
          <p14:tracePt t="22134" x="4586288" y="5014913"/>
          <p14:tracePt t="22140" x="4597400" y="4997450"/>
          <p14:tracePt t="22150" x="4603750" y="4957763"/>
          <p14:tracePt t="22160" x="4614863" y="4895850"/>
          <p14:tracePt t="22170" x="4643438" y="4800600"/>
          <p14:tracePt t="22180" x="4681538" y="4710113"/>
          <p14:tracePt t="22190" x="4738688" y="4598988"/>
          <p14:tracePt t="22200" x="4811713" y="4479925"/>
          <p14:tracePt t="22210" x="4873625" y="4356100"/>
          <p14:tracePt t="22220" x="4924425" y="4249738"/>
          <p14:tracePt t="22230" x="4957763" y="4159250"/>
          <p14:tracePt t="22240" x="4979988" y="4075113"/>
          <p14:tracePt t="22250" x="4991100" y="3997325"/>
          <p14:tracePt t="22260" x="5008563" y="3924300"/>
          <p14:tracePt t="22270" x="5019675" y="3844925"/>
          <p14:tracePt t="22280" x="5037138" y="3778250"/>
          <p14:tracePt t="22290" x="5048250" y="3705225"/>
          <p14:tracePt t="22300" x="5059363" y="3636963"/>
          <p14:tracePt t="22310" x="5070475" y="3563938"/>
          <p14:tracePt t="22320" x="5070475" y="3502025"/>
          <p14:tracePt t="22330" x="5075238" y="3440113"/>
          <p14:tracePt t="22340" x="5075238" y="3373438"/>
          <p14:tracePt t="22350" x="5075238" y="3316288"/>
          <p14:tracePt t="22360" x="5059363" y="3243263"/>
          <p14:tracePt t="22370" x="5041900" y="3176588"/>
          <p14:tracePt t="22380" x="5030788" y="3119438"/>
          <p14:tracePt t="22390" x="5013325" y="3074988"/>
          <p14:tracePt t="22400" x="5002213" y="3035300"/>
          <p14:tracePt t="22410" x="4991100" y="3013075"/>
          <p14:tracePt t="22420" x="4979988" y="2984500"/>
          <p14:tracePt t="22430" x="4968875" y="2957513"/>
          <p14:tracePt t="22440" x="4957763" y="2922588"/>
          <p14:tracePt t="22450" x="4935538" y="2878138"/>
          <p14:tracePt t="22460" x="4918075" y="2833688"/>
          <p14:tracePt t="22470" x="4902200" y="2782888"/>
          <p14:tracePt t="22480" x="4884738" y="2725738"/>
          <p14:tracePt t="22490" x="4873625" y="2676525"/>
          <p14:tracePt t="22500" x="4867275" y="2625725"/>
          <p14:tracePt t="22510" x="4856163" y="2568575"/>
          <p14:tracePt t="22520" x="4851400" y="2513013"/>
          <p14:tracePt t="22530" x="4845050" y="2462213"/>
          <p14:tracePt t="22540" x="4840288" y="2411413"/>
          <p14:tracePt t="22550" x="4840288" y="2366963"/>
          <p14:tracePt t="22560" x="4840288" y="2333625"/>
          <p14:tracePt t="22570" x="4840288" y="2293938"/>
          <p14:tracePt t="22580" x="4833938" y="2271713"/>
          <p14:tracePt t="22590" x="4833938" y="2254250"/>
          <p14:tracePt t="22600" x="4833938" y="2243138"/>
          <p14:tracePt t="22610" x="4833938" y="2236788"/>
          <p14:tracePt t="22620" x="4829175" y="2220913"/>
          <p14:tracePt t="22630" x="4822825" y="2203450"/>
          <p14:tracePt t="22640" x="4811713" y="2163763"/>
          <p14:tracePt t="22650" x="4794250" y="2124075"/>
          <p14:tracePt t="22660" x="4778375" y="2079625"/>
          <p14:tracePt t="22670" x="4767263" y="2039938"/>
          <p14:tracePt t="22680" x="4743450" y="2006600"/>
          <p14:tracePt t="22690" x="4727575" y="1973263"/>
          <p14:tracePt t="22700" x="4710113" y="1951038"/>
          <p14:tracePt t="22710" x="4699000" y="1933575"/>
          <p14:tracePt t="22710" x="4699000" y="1928813"/>
          <p14:tracePt t="22720" x="4694238" y="1916113"/>
          <p14:tracePt t="22730" x="4681538" y="1905000"/>
          <p14:tracePt t="22740" x="4676775" y="1900238"/>
          <p14:tracePt t="22750" x="4670425" y="1893888"/>
          <p14:tracePt t="22760" x="4665663" y="1889125"/>
          <p14:tracePt t="22776" x="4659313" y="1889125"/>
          <p14:tracePt t="22786" x="4659313" y="1882775"/>
          <p14:tracePt t="22790" x="4654550" y="1882775"/>
          <p14:tracePt t="22800" x="4643438" y="1882775"/>
          <p14:tracePt t="22810" x="4637088" y="1882775"/>
          <p14:tracePt t="22820" x="4632325" y="1882775"/>
          <p14:tracePt t="22830" x="4621213" y="1878013"/>
          <p14:tracePt t="22840" x="4614863" y="1878013"/>
          <p14:tracePt t="22850" x="4608513" y="1878013"/>
          <p14:tracePt t="22860" x="4597400" y="1878013"/>
          <p14:tracePt t="22870" x="4592638" y="1878013"/>
          <p14:tracePt t="22870" x="4586288" y="1878013"/>
          <p14:tracePt t="22880" x="4570413" y="1889125"/>
          <p14:tracePt t="22890" x="4552950" y="1893888"/>
          <p14:tracePt t="22900" x="4535488" y="1905000"/>
          <p14:tracePt t="22910" x="4524375" y="1922463"/>
          <p14:tracePt t="22920" x="4502150" y="1933575"/>
          <p14:tracePt t="22930" x="4468813" y="1962150"/>
          <p14:tracePt t="22940" x="4440238" y="1978025"/>
          <p14:tracePt t="22950" x="4413250" y="2001838"/>
          <p14:tracePt t="22960" x="4378325" y="2024063"/>
          <p14:tracePt t="22970" x="4344988" y="2051050"/>
          <p14:tracePt t="22980" x="4316413" y="2074863"/>
          <p14:tracePt t="22990" x="4283075" y="2097088"/>
          <p14:tracePt t="23000" x="4249738" y="2124075"/>
          <p14:tracePt t="23010" x="4227513" y="2152650"/>
          <p14:tracePt t="23020" x="4187825" y="2181225"/>
          <p14:tracePt t="23030" x="4159250" y="2203450"/>
          <p14:tracePt t="23040" x="4137025" y="2220913"/>
          <p14:tracePt t="23050" x="4119563" y="2236788"/>
          <p14:tracePt t="23060" x="4108450" y="2254250"/>
          <p14:tracePt t="23070" x="4097338" y="2265363"/>
          <p14:tracePt t="23080" x="4086225" y="2287588"/>
          <p14:tracePt t="23090" x="4075113" y="2316163"/>
          <p14:tracePt t="23100" x="4064000" y="2349500"/>
          <p14:tracePt t="23110" x="4052888" y="2382838"/>
          <p14:tracePt t="23120" x="4041775" y="2428875"/>
          <p14:tracePt t="23130" x="4024313" y="2473325"/>
          <p14:tracePt t="23140" x="4013200" y="2517775"/>
          <p14:tracePt t="23150" x="4002088" y="2552700"/>
          <p14:tracePt t="23160" x="3990975" y="2579688"/>
          <p14:tracePt t="23170" x="3984625" y="2608263"/>
          <p14:tracePt t="23180" x="3984625" y="2630488"/>
          <p14:tracePt t="23190" x="3984625" y="2659063"/>
          <p14:tracePt t="23200" x="3984625" y="2681288"/>
          <p14:tracePt t="23210" x="3984625" y="2720975"/>
          <p14:tracePt t="23220" x="3984625" y="2765425"/>
          <p14:tracePt t="23230" x="3984625" y="2816225"/>
          <p14:tracePt t="23240" x="3984625" y="2871788"/>
          <p14:tracePt t="23250" x="3984625" y="2922588"/>
          <p14:tracePt t="23260" x="3984625" y="2973388"/>
          <p14:tracePt t="23270" x="3984625" y="3030538"/>
          <p14:tracePt t="23280" x="3979863" y="3086100"/>
          <p14:tracePt t="23290" x="3979863" y="3148013"/>
          <p14:tracePt t="23300" x="3973513" y="3198813"/>
          <p14:tracePt t="23310" x="3973513" y="3254375"/>
          <p14:tracePt t="23320" x="3973513" y="3311525"/>
          <p14:tracePt t="23330" x="3973513" y="3389313"/>
          <p14:tracePt t="23340" x="3979863" y="3468688"/>
          <p14:tracePt t="23350" x="3979863" y="3546475"/>
          <p14:tracePt t="23360" x="3984625" y="3625850"/>
          <p14:tracePt t="23370" x="3990975" y="3698875"/>
          <p14:tracePt t="23380" x="3990975" y="3760788"/>
          <p14:tracePt t="23390" x="3990975" y="3822700"/>
          <p14:tracePt t="23400" x="3997325" y="3884613"/>
          <p14:tracePt t="23410" x="3997325" y="3946525"/>
          <p14:tracePt t="23420" x="4002088" y="4013200"/>
          <p14:tracePt t="23430" x="4013200" y="4086225"/>
          <p14:tracePt t="23440" x="4019550" y="4159250"/>
          <p14:tracePt t="23450" x="4030663" y="4227513"/>
          <p14:tracePt t="23460" x="4035425" y="4289425"/>
          <p14:tracePt t="23470" x="4046538" y="4344988"/>
          <p14:tracePt t="23480" x="4064000" y="4402138"/>
          <p14:tracePt t="23490" x="4075113" y="4457700"/>
          <p14:tracePt t="23500" x="4092575" y="4519613"/>
          <p14:tracePt t="23510" x="4108450" y="4575175"/>
          <p14:tracePt t="23510" x="4108450" y="4592638"/>
          <p14:tracePt t="23520" x="4130675" y="4665663"/>
          <p14:tracePt t="23530" x="4159250" y="4745038"/>
          <p14:tracePt t="23540" x="4181475" y="4829175"/>
          <p14:tracePt t="23550" x="4205288" y="4913313"/>
          <p14:tracePt t="23560" x="4227513" y="4979988"/>
          <p14:tracePt t="23570" x="4249738" y="5026025"/>
          <p14:tracePt t="23580" x="4278313" y="5087938"/>
          <p14:tracePt t="23590" x="4305300" y="5132388"/>
          <p14:tracePt t="23600" x="4338638" y="5172075"/>
          <p14:tracePt t="23610" x="4367213" y="5205413"/>
          <p14:tracePt t="23620" x="4406900" y="5238750"/>
          <p14:tracePt t="23630" x="4446588" y="5267325"/>
          <p14:tracePt t="23640" x="4486275" y="5295900"/>
          <p14:tracePt t="23650" x="4530725" y="5318125"/>
          <p14:tracePt t="23660" x="4581525" y="5340350"/>
          <p14:tracePt t="23670" x="4621213" y="5357813"/>
          <p14:tracePt t="23680" x="4670425" y="5368925"/>
          <p14:tracePt t="23690" x="4727575" y="5384800"/>
          <p14:tracePt t="23700" x="4789488" y="5395913"/>
          <p14:tracePt t="23710" x="4851400" y="5413375"/>
          <p14:tracePt t="23720" x="4902200" y="5419725"/>
          <p14:tracePt t="23730" x="4924425" y="5424488"/>
          <p14:tracePt t="23740" x="4935538" y="5424488"/>
          <p14:tracePt t="23750" x="4951413" y="5424488"/>
          <p14:tracePt t="23760" x="4964113" y="5424488"/>
          <p14:tracePt t="23760" x="4975225" y="5424488"/>
          <p14:tracePt t="23770" x="5002213" y="5424488"/>
          <p14:tracePt t="23780" x="5041900" y="5424488"/>
          <p14:tracePt t="23790" x="5070475" y="5424488"/>
          <p14:tracePt t="23800" x="5103813" y="5424488"/>
          <p14:tracePt t="23810" x="5137150" y="5424488"/>
          <p14:tracePt t="23820" x="5172075" y="5424488"/>
          <p14:tracePt t="23830" x="5199063" y="5424488"/>
          <p14:tracePt t="23840" x="5232400" y="5424488"/>
          <p14:tracePt t="23850" x="5267325" y="5424488"/>
          <p14:tracePt t="23860" x="5307013" y="5424488"/>
          <p14:tracePt t="23870" x="5340350" y="5424488"/>
          <p14:tracePt t="23880" x="5384800" y="5424488"/>
          <p14:tracePt t="23890" x="5418138" y="5424488"/>
          <p14:tracePt t="23900" x="5446713" y="5424488"/>
          <p14:tracePt t="23910" x="5464175" y="5419725"/>
          <p14:tracePt t="23920" x="5475288" y="5413375"/>
          <p14:tracePt t="23930" x="5480050" y="5413375"/>
          <p14:tracePt t="23940" x="5486400" y="5413375"/>
          <p14:tracePt t="23950" x="5497513" y="5407025"/>
          <p14:tracePt t="23960" x="5514975" y="5402263"/>
          <p14:tracePt t="23970" x="5526088" y="5402263"/>
          <p14:tracePt t="23980" x="5537200" y="5395913"/>
          <p14:tracePt t="23990" x="5553075" y="5391150"/>
          <p14:tracePt t="24000" x="5559425" y="5384800"/>
          <p14:tracePt t="24010" x="5559425" y="5380038"/>
          <p14:tracePt t="24038" x="5564188" y="5380038"/>
          <p14:tracePt t="24044" x="5564188" y="5373688"/>
          <p14:tracePt t="24050" x="5570538" y="5368925"/>
          <p14:tracePt t="24060" x="5570538" y="5362575"/>
          <p14:tracePt t="24068" x="5575300" y="5357813"/>
          <p14:tracePt t="24078" x="5575300" y="5351463"/>
          <p14:tracePt t="24082" x="5575300" y="5345113"/>
          <p14:tracePt t="24090" x="5581650" y="5340350"/>
          <p14:tracePt t="24100" x="5588000" y="5334000"/>
          <p14:tracePt t="24100" x="5588000" y="5329238"/>
          <p14:tracePt t="24110" x="5592763" y="5322888"/>
          <p14:tracePt t="24120" x="5599113" y="5307013"/>
          <p14:tracePt t="24130" x="5603875" y="5295900"/>
          <p14:tracePt t="24140" x="5603875" y="5284788"/>
          <p14:tracePt t="24150" x="5610225" y="5272088"/>
          <p14:tracePt t="24160" x="5610225" y="5267325"/>
          <p14:tracePt t="24160" x="5614988" y="5267325"/>
          <p14:tracePt t="24170" x="5614988" y="5260975"/>
          <p14:tracePt t="24180" x="5614988" y="5256213"/>
          <p14:tracePt t="24196" x="5614988" y="5249863"/>
          <p14:tracePt t="24218" x="5614988" y="5245100"/>
          <p14:tracePt t="24224" x="5621338" y="5245100"/>
          <p14:tracePt t="24232" x="5621338" y="5238750"/>
          <p14:tracePt t="24240" x="5621338" y="5233988"/>
          <p14:tracePt t="24244" x="5621338" y="5227638"/>
          <p14:tracePt t="24250" x="5621338" y="5222875"/>
          <p14:tracePt t="24260" x="5626100" y="5205413"/>
          <p14:tracePt t="24270" x="5626100" y="5187950"/>
          <p14:tracePt t="24280" x="5626100" y="5165725"/>
          <p14:tracePt t="24290" x="5626100" y="5143500"/>
          <p14:tracePt t="24300" x="5626100" y="5099050"/>
          <p14:tracePt t="24310" x="5614988" y="5048250"/>
          <p14:tracePt t="24320" x="5610225" y="4991100"/>
          <p14:tracePt t="24320" x="5610225" y="4979988"/>
          <p14:tracePt t="24330" x="5599113" y="4935538"/>
          <p14:tracePt t="24330" x="5592763" y="4918075"/>
          <p14:tracePt t="24340" x="5581650" y="4856163"/>
          <p14:tracePt t="24350" x="5570538" y="4794250"/>
          <p14:tracePt t="24360" x="5559425" y="4710113"/>
          <p14:tracePt t="24370" x="5537200" y="4621213"/>
          <p14:tracePt t="24380" x="5491163" y="4497388"/>
          <p14:tracePt t="24390" x="5402263" y="4289425"/>
          <p14:tracePt t="24400" x="5322888" y="4103688"/>
          <p14:tracePt t="24400" x="5307013" y="4059238"/>
          <p14:tracePt t="24410" x="5187950" y="3783013"/>
          <p14:tracePt t="24420" x="5075238" y="3473450"/>
          <p14:tracePt t="24430" x="4986338" y="3227388"/>
          <p14:tracePt t="24440" x="4856163" y="2867025"/>
          <p14:tracePt t="24450" x="4767263" y="2641600"/>
          <p14:tracePt t="24450" x="4749800" y="2590800"/>
          <p14:tracePt t="24460" x="4676775" y="2393950"/>
          <p14:tracePt t="24460" x="4654550" y="2349500"/>
          <p14:tracePt t="24470" x="4575175" y="2141538"/>
          <p14:tracePt t="24480" x="4513263" y="1978025"/>
          <p14:tracePt t="24490" x="4473575" y="1878013"/>
          <p14:tracePt t="24500" x="4429125" y="1754188"/>
          <p14:tracePt t="24510" x="4406900" y="1703388"/>
          <p14:tracePt t="24520" x="4389438" y="1663700"/>
          <p14:tracePt t="24530" x="4384675" y="1647825"/>
          <p14:tracePt t="24544" x="4378325" y="1647825"/>
          <p14:tracePt t="24550" x="4378325" y="1641475"/>
          <p14:tracePt t="24582" x="4378325" y="1635125"/>
          <p14:tracePt t="24722" x="4378325" y="1641475"/>
          <p14:tracePt t="24730" x="4378325" y="1647825"/>
          <p14:tracePt t="24732" x="4373563" y="1647825"/>
          <p14:tracePt t="24740" x="4373563" y="1658938"/>
          <p14:tracePt t="24750" x="4362450" y="1674813"/>
          <p14:tracePt t="24760" x="4344988" y="1714500"/>
          <p14:tracePt t="24770" x="4327525" y="1743075"/>
          <p14:tracePt t="24780" x="4311650" y="1776413"/>
          <p14:tracePt t="24790" x="4294188" y="1820863"/>
          <p14:tracePt t="24800" x="4278313" y="1855788"/>
          <p14:tracePt t="24810" x="4254500" y="1893888"/>
          <p14:tracePt t="24820" x="4238625" y="1933575"/>
          <p14:tracePt t="24820" x="4232275" y="1944688"/>
          <p14:tracePt t="24830" x="4216400" y="1990725"/>
          <p14:tracePt t="24840" x="4187825" y="2039938"/>
          <p14:tracePt t="24850" x="4170363" y="2097088"/>
          <p14:tracePt t="24860" x="4154488" y="2152650"/>
          <p14:tracePt t="24870" x="4143375" y="2203450"/>
          <p14:tracePt t="24880" x="4125913" y="2287588"/>
          <p14:tracePt t="24890" x="4108450" y="2389188"/>
          <p14:tracePt t="24900" x="4103688" y="2462213"/>
          <p14:tracePt t="24900" x="4103688" y="2479675"/>
          <p14:tracePt t="24910" x="4103688" y="2579688"/>
          <p14:tracePt t="24920" x="4103688" y="2703513"/>
          <p14:tracePt t="24930" x="4119563" y="2838450"/>
          <p14:tracePt t="24940" x="4137025" y="2957513"/>
          <p14:tracePt t="24950" x="4143375" y="3068638"/>
          <p14:tracePt t="24960" x="4154488" y="3165475"/>
          <p14:tracePt t="24970" x="4154488" y="3243263"/>
          <p14:tracePt t="24980" x="4159250" y="3305175"/>
          <p14:tracePt t="24990" x="4159250" y="3338513"/>
          <p14:tracePt t="25000" x="4159250" y="3362325"/>
          <p14:tracePt t="25000" x="4165600" y="3362325"/>
          <p14:tracePt t="25010" x="4165600" y="3373438"/>
          <p14:tracePt t="25020" x="4165600" y="3378200"/>
          <p14:tracePt t="25036" x="4165600" y="3384550"/>
          <p14:tracePt t="25068" x="4165600" y="3389313"/>
          <p14:tracePt t="25574" x="4165600" y="3395663"/>
          <p14:tracePt t="25580" x="4165600" y="3400425"/>
          <p14:tracePt t="25584" x="4165600" y="3411538"/>
          <p14:tracePt t="25590" x="4165600" y="3417888"/>
          <p14:tracePt t="25600" x="4154488" y="3462338"/>
          <p14:tracePt t="25610" x="4143375" y="3502025"/>
          <p14:tracePt t="25620" x="4130675" y="3541713"/>
          <p14:tracePt t="25630" x="4119563" y="3581400"/>
          <p14:tracePt t="25640" x="4108450" y="3625850"/>
          <p14:tracePt t="25650" x="4097338" y="3654425"/>
          <p14:tracePt t="25650" x="4097338" y="3659188"/>
          <p14:tracePt t="25660" x="4086225" y="3687763"/>
          <p14:tracePt t="25670" x="4081463" y="3716338"/>
          <p14:tracePt t="25680" x="4075113" y="3738563"/>
          <p14:tracePt t="25690" x="4075113" y="3754438"/>
          <p14:tracePt t="25700" x="4075113" y="3760788"/>
          <p14:tracePt t="25710" x="4075113" y="3765550"/>
          <p14:tracePt t="25722" x="4075113" y="3771900"/>
          <p14:tracePt t="25734" x="4070350" y="3771900"/>
          <p14:tracePt t="25740" x="4070350" y="3778250"/>
          <p14:tracePt t="25858" x="4075113" y="3771900"/>
          <p14:tracePt t="25864" x="4075113" y="3765550"/>
          <p14:tracePt t="25866" x="4081463" y="3765550"/>
          <p14:tracePt t="25870" x="4086225" y="3754438"/>
          <p14:tracePt t="25880" x="4103688" y="3727450"/>
          <p14:tracePt t="25890" x="4130675" y="3687763"/>
          <p14:tracePt t="25900" x="4170363" y="3630613"/>
          <p14:tracePt t="25910" x="4210050" y="3575050"/>
          <p14:tracePt t="25920" x="4254500" y="3519488"/>
          <p14:tracePt t="25930" x="4283075" y="3473450"/>
          <p14:tracePt t="25940" x="4311650" y="3429000"/>
          <p14:tracePt t="25950" x="4327525" y="3389313"/>
          <p14:tracePt t="25960" x="4344988" y="3355975"/>
          <p14:tracePt t="25970" x="4356100" y="3311525"/>
          <p14:tracePt t="25980" x="4367213" y="3249613"/>
          <p14:tracePt t="25990" x="4373563" y="3159125"/>
          <p14:tracePt t="26000" x="4384675" y="3074988"/>
          <p14:tracePt t="26010" x="4389438" y="3006725"/>
          <p14:tracePt t="26020" x="4389438" y="2951163"/>
          <p14:tracePt t="26030" x="4389438" y="2900363"/>
          <p14:tracePt t="26040" x="4389438" y="2844800"/>
          <p14:tracePt t="26050" x="4389438" y="2782888"/>
          <p14:tracePt t="26060" x="4389438" y="2714625"/>
          <p14:tracePt t="26070" x="4395788" y="2641600"/>
          <p14:tracePt t="26080" x="4395788" y="2563813"/>
          <p14:tracePt t="26090" x="4378325" y="2479675"/>
          <p14:tracePt t="26100" x="4356100" y="2382838"/>
          <p14:tracePt t="26110" x="4316413" y="2287588"/>
          <p14:tracePt t="26120" x="4289425" y="2209800"/>
          <p14:tracePt t="26130" x="4260850" y="2152650"/>
          <p14:tracePt t="26140" x="4243388" y="2108200"/>
          <p14:tracePt t="26150" x="4227513" y="2074863"/>
          <p14:tracePt t="26160" x="4216400" y="2046288"/>
          <p14:tracePt t="26170" x="4192588" y="2006600"/>
          <p14:tracePt t="26180" x="4176713" y="1966913"/>
          <p14:tracePt t="26190" x="4154488" y="1928813"/>
          <p14:tracePt t="26200" x="4137025" y="1889125"/>
          <p14:tracePt t="26210" x="4119563" y="1866900"/>
          <p14:tracePt t="26220" x="4114800" y="1849438"/>
          <p14:tracePt t="26230" x="4114800" y="1843088"/>
          <p14:tracePt t="26240" x="4108450" y="1831975"/>
          <p14:tracePt t="26250" x="4108450" y="1827213"/>
          <p14:tracePt t="26262" x="4108450" y="1820863"/>
          <p14:tracePt t="26276" x="4108450" y="1816100"/>
          <p14:tracePt t="26296" x="4108450" y="1809750"/>
          <p14:tracePt t="26328" x="4108450" y="1804988"/>
          <p14:tracePt t="26432" x="4103688" y="1804988"/>
          <p14:tracePt t="26436" x="4097338" y="1804988"/>
          <p14:tracePt t="26440" x="4097338" y="1798638"/>
          <p14:tracePt t="26440" x="4092575" y="1798638"/>
          <p14:tracePt t="26450" x="4070350" y="1787525"/>
          <p14:tracePt t="26460" x="4041775" y="1776413"/>
          <p14:tracePt t="26470" x="3957638" y="1754188"/>
          <p14:tracePt t="26480" x="3889375" y="1731963"/>
          <p14:tracePt t="26480" x="3873500" y="1725613"/>
          <p14:tracePt t="26490" x="3754438" y="1703388"/>
          <p14:tracePt t="26500" x="3625850" y="1681163"/>
          <p14:tracePt t="26510" x="3513138" y="1663700"/>
          <p14:tracePt t="26510" x="3490913" y="1663700"/>
          <p14:tracePt t="26520" x="3384550" y="1652588"/>
          <p14:tracePt t="26520" x="3360738" y="1652588"/>
          <p14:tracePt t="26530" x="3265488" y="1652588"/>
          <p14:tracePt t="26530" x="3243263" y="1647825"/>
          <p14:tracePt t="26540" x="3170238" y="1647825"/>
          <p14:tracePt t="26540" x="3152775" y="1647825"/>
          <p14:tracePt t="26550" x="3074988" y="1647825"/>
          <p14:tracePt t="26560" x="3001963" y="1652588"/>
          <p14:tracePt t="26570" x="2951163" y="1658938"/>
          <p14:tracePt t="26570" x="2940050" y="1663700"/>
          <p14:tracePt t="26580" x="2867025" y="1681163"/>
          <p14:tracePt t="26590" x="2809875" y="1697038"/>
          <p14:tracePt t="26590" x="2794000" y="1703388"/>
          <p14:tracePt t="26600" x="2736850" y="1725613"/>
          <p14:tracePt t="26600" x="2720975" y="1736725"/>
          <p14:tracePt t="26610" x="2636838" y="1787525"/>
          <p14:tracePt t="26620" x="2535238" y="1855788"/>
          <p14:tracePt t="26630" x="2405063" y="1933575"/>
          <p14:tracePt t="26640" x="2305050" y="1984375"/>
          <p14:tracePt t="26640" x="2270125" y="2001838"/>
          <p14:tracePt t="26650" x="2119313" y="2046288"/>
          <p14:tracePt t="26660" x="2017713" y="2063750"/>
          <p14:tracePt t="26670" x="2006600" y="2063750"/>
          <p14:tracePt t="26680" x="2001838" y="2063750"/>
          <p14:tracePt t="27610" x="2001838" y="2068513"/>
          <p14:tracePt t="27616" x="2006600" y="2074863"/>
          <p14:tracePt t="27620" x="2006600" y="2079625"/>
          <p14:tracePt t="27630" x="2024063" y="2097088"/>
          <p14:tracePt t="27640" x="2039938" y="2108200"/>
          <p14:tracePt t="27650" x="2051050" y="2112963"/>
          <p14:tracePt t="27660" x="2057400" y="2119313"/>
          <p14:tracePt t="27670" x="2074863" y="2124075"/>
          <p14:tracePt t="27680" x="2090738" y="2136775"/>
          <p14:tracePt t="27690" x="2101850" y="2136775"/>
          <p14:tracePt t="27700" x="2108200" y="2141538"/>
          <p14:tracePt t="27722" x="2108200" y="2147888"/>
          <p14:tracePt t="27736" x="2112963" y="2147888"/>
          <p14:tracePt t="27750" x="2112963" y="2141538"/>
          <p14:tracePt t="27752" x="2119313" y="2141538"/>
          <p14:tracePt t="27760" x="2119313" y="2136775"/>
          <p14:tracePt t="27770" x="2124075" y="2124075"/>
          <p14:tracePt t="27770" x="2124075" y="2119313"/>
          <p14:tracePt t="27780" x="2136775" y="2097088"/>
          <p14:tracePt t="27780" x="2136775" y="2090738"/>
          <p14:tracePt t="27790" x="2152650" y="2063750"/>
          <p14:tracePt t="27790" x="2152650" y="2057400"/>
          <p14:tracePt t="27800" x="2163763" y="2028825"/>
          <p14:tracePt t="27810" x="2174875" y="2001838"/>
          <p14:tracePt t="27820" x="2181225" y="1973263"/>
          <p14:tracePt t="27820" x="2181225" y="1966913"/>
          <p14:tracePt t="27830" x="2192338" y="1933575"/>
          <p14:tracePt t="27840" x="2209800" y="1893888"/>
          <p14:tracePt t="27850" x="2236788" y="1831975"/>
          <p14:tracePt t="27860" x="2270125" y="1765300"/>
          <p14:tracePt t="27860" x="2276475" y="1747838"/>
          <p14:tracePt t="27870" x="2309813" y="1670050"/>
          <p14:tracePt t="27880" x="2332038" y="1619250"/>
          <p14:tracePt t="27880" x="2338388" y="1601788"/>
          <p14:tracePt t="27890" x="2360613" y="1546225"/>
          <p14:tracePt t="27890" x="2366963" y="1535113"/>
          <p14:tracePt t="27900" x="2389188" y="1473200"/>
          <p14:tracePt t="27900" x="2400300" y="1455738"/>
          <p14:tracePt t="27910" x="2433638" y="1389063"/>
          <p14:tracePt t="27910" x="2439988" y="1365250"/>
          <p14:tracePt t="27920" x="2490788" y="1298575"/>
          <p14:tracePt t="27930" x="2546350" y="1208088"/>
          <p14:tracePt t="27930" x="2557463" y="1192213"/>
          <p14:tracePt t="27940" x="2608263" y="1130300"/>
          <p14:tracePt t="27940" x="2613025" y="1108075"/>
          <p14:tracePt t="27950" x="2663825" y="1050925"/>
          <p14:tracePt t="27960" x="2698750" y="1000125"/>
          <p14:tracePt t="27970" x="2720975" y="977900"/>
          <p14:tracePt t="27980" x="2732088" y="966788"/>
          <p14:tracePt t="27990" x="2736850" y="962025"/>
          <p14:tracePt t="28000" x="2743200" y="955675"/>
          <p14:tracePt t="28036" x="2747963" y="955675"/>
          <p14:tracePt t="28068" x="2754313" y="955675"/>
          <p14:tracePt t="28072" x="2760663" y="955675"/>
          <p14:tracePt t="28074" x="2765425" y="955675"/>
          <p14:tracePt t="28080" x="2771775" y="955675"/>
          <p14:tracePt t="28080" x="2782888" y="955675"/>
          <p14:tracePt t="28090" x="2816225" y="966788"/>
          <p14:tracePt t="28090" x="2820988" y="973138"/>
          <p14:tracePt t="28100" x="2906713" y="989013"/>
          <p14:tracePt t="28110" x="2990850" y="1011238"/>
          <p14:tracePt t="28120" x="3074988" y="1028700"/>
          <p14:tracePt t="28120" x="3097213" y="1035050"/>
          <p14:tracePt t="28130" x="3181350" y="1050925"/>
          <p14:tracePt t="28130" x="3198813" y="1057275"/>
          <p14:tracePt t="28140" x="3282950" y="1073150"/>
          <p14:tracePt t="28140" x="3311525" y="1079500"/>
          <p14:tracePt t="28150" x="3406775" y="1095375"/>
          <p14:tracePt t="28150" x="3429000" y="1101725"/>
          <p14:tracePt t="28160" x="3586163" y="1135063"/>
          <p14:tracePt t="28170" x="3760788" y="1169988"/>
          <p14:tracePt t="28180" x="3968750" y="1219200"/>
          <p14:tracePt t="28190" x="4081463" y="1243013"/>
          <p14:tracePt t="28190" x="4108450" y="1254125"/>
          <p14:tracePt t="28200" x="4176713" y="1270000"/>
          <p14:tracePt t="28210" x="4198938" y="1281113"/>
          <p14:tracePt t="28220" x="4210050" y="1287463"/>
          <p14:tracePt t="28230" x="4216400" y="1292225"/>
          <p14:tracePt t="28240" x="4227513" y="1304925"/>
          <p14:tracePt t="28240" x="4227513" y="1309688"/>
          <p14:tracePt t="28250" x="4238625" y="1320800"/>
          <p14:tracePt t="28250" x="4238625" y="1327150"/>
          <p14:tracePt t="28260" x="4254500" y="1343025"/>
          <p14:tracePt t="28270" x="4265613" y="1360488"/>
          <p14:tracePt t="28280" x="4278313" y="1377950"/>
          <p14:tracePt t="28290" x="4278313" y="1393825"/>
          <p14:tracePt t="28290" x="4283075" y="1393825"/>
          <p14:tracePt t="28300" x="4283075" y="1411288"/>
          <p14:tracePt t="28310" x="4283075" y="1433513"/>
          <p14:tracePt t="28320" x="4283075" y="1450975"/>
          <p14:tracePt t="28330" x="4283075" y="1466850"/>
          <p14:tracePt t="28330" x="4283075" y="1473200"/>
          <p14:tracePt t="28340" x="4278313" y="1489075"/>
          <p14:tracePt t="28350" x="4278313" y="1506538"/>
          <p14:tracePt t="28350" x="4278313" y="1512888"/>
          <p14:tracePt t="28360" x="4278313" y="1524000"/>
          <p14:tracePt t="28360" x="4278313" y="1528763"/>
          <p14:tracePt t="28370" x="4278313" y="1546225"/>
          <p14:tracePt t="28370" x="4278313" y="1550988"/>
          <p14:tracePt t="28380" x="4278313" y="1557338"/>
          <p14:tracePt t="28380" x="4278313" y="1562100"/>
          <p14:tracePt t="28390" x="4278313" y="1568450"/>
          <p14:tracePt t="28400" x="4278313" y="1573213"/>
          <p14:tracePt t="28596" x="4283075" y="1573213"/>
          <p14:tracePt t="28600" x="4283075" y="1579563"/>
          <p14:tracePt t="28602" x="4289425" y="1579563"/>
          <p14:tracePt t="28610" x="4322763" y="1597025"/>
          <p14:tracePt t="28620" x="4384675" y="1641475"/>
          <p14:tracePt t="28630" x="4457700" y="1692275"/>
          <p14:tracePt t="28640" x="4502150" y="1731963"/>
          <p14:tracePt t="28640" x="4513263" y="1736725"/>
          <p14:tracePt t="28650" x="4559300" y="1781175"/>
          <p14:tracePt t="28650" x="4575175" y="1787525"/>
          <p14:tracePt t="28660" x="4608513" y="1827213"/>
          <p14:tracePt t="28660" x="4621213" y="1838325"/>
          <p14:tracePt t="28670" x="4659313" y="1889125"/>
          <p14:tracePt t="28670" x="4665663" y="1893888"/>
          <p14:tracePt t="28680" x="4694238" y="1939925"/>
          <p14:tracePt t="28680" x="4699000" y="1955800"/>
          <p14:tracePt t="28690" x="4727575" y="2001838"/>
          <p14:tracePt t="28700" x="4738688" y="2035175"/>
          <p14:tracePt t="28710" x="4749800" y="2051050"/>
          <p14:tracePt t="28720" x="4749800" y="2057400"/>
          <p14:tracePt t="28720" x="4749800" y="2063750"/>
          <p14:tracePt t="28730" x="4749800" y="2068513"/>
          <p14:tracePt t="28740" x="4749800" y="2074863"/>
          <p14:tracePt t="28786" x="4749800" y="2079625"/>
          <p14:tracePt t="33146" x="4749800" y="2085975"/>
          <p14:tracePt t="33154" x="4749800" y="2090738"/>
          <p14:tracePt t="33156" x="4749800" y="2097088"/>
          <p14:tracePt t="33170" x="4756150" y="2112963"/>
          <p14:tracePt t="33180" x="4756150" y="2130425"/>
          <p14:tracePt t="33190" x="4756150" y="2147888"/>
          <p14:tracePt t="33200" x="4756150" y="2170113"/>
          <p14:tracePt t="33210" x="4756150" y="2198688"/>
          <p14:tracePt t="33220" x="4760913" y="2247900"/>
          <p14:tracePt t="33230" x="4760913" y="2282825"/>
          <p14:tracePt t="33240" x="4760913" y="2316163"/>
          <p14:tracePt t="33250" x="4760913" y="2355850"/>
          <p14:tracePt t="33260" x="4760913" y="2389188"/>
          <p14:tracePt t="33270" x="4760913" y="2428875"/>
          <p14:tracePt t="33280" x="4760913" y="2466975"/>
          <p14:tracePt t="33290" x="4760913" y="2506663"/>
          <p14:tracePt t="33300" x="4760913" y="2541588"/>
          <p14:tracePt t="33310" x="4760913" y="2586038"/>
          <p14:tracePt t="33320" x="4760913" y="2625725"/>
          <p14:tracePt t="33330" x="4760913" y="2659063"/>
          <p14:tracePt t="33340" x="4760913" y="2681288"/>
          <p14:tracePt t="33350" x="4760913" y="2703513"/>
          <p14:tracePt t="33360" x="4760913" y="2720975"/>
          <p14:tracePt t="33370" x="4760913" y="2743200"/>
          <p14:tracePt t="33380" x="4760913" y="2760663"/>
          <p14:tracePt t="33390" x="4760913" y="2782888"/>
          <p14:tracePt t="33400" x="4760913" y="2805113"/>
          <p14:tracePt t="33410" x="4756150" y="2822575"/>
          <p14:tracePt t="33420" x="4756150" y="2838450"/>
          <p14:tracePt t="33430" x="4756150" y="2855913"/>
          <p14:tracePt t="33440" x="4756150" y="2860675"/>
          <p14:tracePt t="33450" x="4756150" y="2871788"/>
          <p14:tracePt t="33460" x="4756150" y="2884488"/>
          <p14:tracePt t="33470" x="4756150" y="2889250"/>
          <p14:tracePt t="33480" x="4756150" y="2900363"/>
          <p14:tracePt t="33490" x="4756150" y="2906713"/>
          <p14:tracePt t="33500" x="4756150" y="2917825"/>
          <p14:tracePt t="33510" x="4756150" y="2928938"/>
          <p14:tracePt t="33520" x="4760913" y="2940050"/>
          <p14:tracePt t="33530" x="4760913" y="2951163"/>
          <p14:tracePt t="33540" x="4767263" y="2962275"/>
          <p14:tracePt t="33550" x="4767263" y="2973388"/>
          <p14:tracePt t="33560" x="4767263" y="2979738"/>
          <p14:tracePt t="33570" x="4767263" y="2984500"/>
          <p14:tracePt t="33586" x="4767263" y="2990850"/>
          <p14:tracePt t="33592" x="4767263" y="2995613"/>
          <p14:tracePt t="33602" x="4767263" y="3001963"/>
          <p14:tracePt t="33612" x="4767263" y="3006725"/>
          <p14:tracePt t="33620" x="4772025" y="3013075"/>
          <p14:tracePt t="33630" x="4772025" y="3019425"/>
          <p14:tracePt t="33640" x="4772025" y="3024188"/>
          <p14:tracePt t="33650" x="4772025" y="3030538"/>
          <p14:tracePt t="33686" x="4772025" y="3035300"/>
          <p14:tracePt t="33706" x="4772025" y="3041650"/>
          <p14:tracePt t="33738" x="4772025" y="3046413"/>
          <p14:tracePt t="33752" x="4772025" y="3052763"/>
          <p14:tracePt t="33762" x="4772025" y="3057525"/>
          <p14:tracePt t="33766" x="4772025" y="3063875"/>
          <p14:tracePt t="33770" x="4772025" y="3068638"/>
          <p14:tracePt t="33780" x="4772025" y="3079750"/>
          <p14:tracePt t="33790" x="4772025" y="3097213"/>
          <p14:tracePt t="33800" x="4772025" y="3125788"/>
          <p14:tracePt t="33810" x="4772025" y="3170238"/>
          <p14:tracePt t="33820" x="4767263" y="3214688"/>
          <p14:tracePt t="33830" x="4767263" y="3271838"/>
          <p14:tracePt t="33840" x="4767263" y="3338513"/>
          <p14:tracePt t="33850" x="4767263" y="3406775"/>
          <p14:tracePt t="33860" x="4767263" y="3519488"/>
          <p14:tracePt t="33870" x="4767263" y="3614738"/>
          <p14:tracePt t="33880" x="4767263" y="3709988"/>
          <p14:tracePt t="33890" x="4772025" y="3833813"/>
          <p14:tracePt t="33900" x="4783138" y="3979863"/>
          <p14:tracePt t="33910" x="4789488" y="4132263"/>
          <p14:tracePt t="33920" x="4794250" y="4278313"/>
          <p14:tracePt t="33930" x="4800600" y="4395788"/>
          <p14:tracePt t="33940" x="4800600" y="4479925"/>
          <p14:tracePt t="33950" x="4805363" y="4541838"/>
          <p14:tracePt t="33960" x="4805363" y="4581525"/>
          <p14:tracePt t="33970" x="4805363" y="4603750"/>
          <p14:tracePt t="33980" x="4805363" y="4614863"/>
          <p14:tracePt t="33990" x="4805363" y="4625975"/>
          <p14:tracePt t="34000" x="4805363" y="4632325"/>
          <p14:tracePt t="34014" x="4805363" y="4637088"/>
          <p14:tracePt t="34030" x="4805363" y="4643438"/>
          <p14:tracePt t="34036" x="4805363" y="4648200"/>
          <p14:tracePt t="34076" x="4805363" y="4654550"/>
          <p14:tracePt t="34098" x="4805363" y="4659313"/>
          <p14:tracePt t="34146" x="4805363" y="4665663"/>
          <p14:tracePt t="34162" x="4805363" y="4672013"/>
          <p14:tracePt t="34164" x="4811713" y="4672013"/>
          <p14:tracePt t="34174" x="4811713" y="4676775"/>
          <p14:tracePt t="34180" x="4811713" y="4683125"/>
          <p14:tracePt t="34190" x="4816475" y="4699000"/>
          <p14:tracePt t="34200" x="4816475" y="4716463"/>
          <p14:tracePt t="34210" x="4822825" y="4738688"/>
          <p14:tracePt t="34220" x="4822825" y="4756150"/>
          <p14:tracePt t="34230" x="4829175" y="4772025"/>
          <p14:tracePt t="34240" x="4829175" y="4789488"/>
          <p14:tracePt t="34250" x="4829175" y="4800600"/>
          <p14:tracePt t="34260" x="4833938" y="4811713"/>
          <p14:tracePt t="34270" x="4833938" y="4822825"/>
          <p14:tracePt t="34280" x="4833938" y="4845050"/>
          <p14:tracePt t="34290" x="4840288" y="4856163"/>
          <p14:tracePt t="34300" x="4840288" y="4873625"/>
          <p14:tracePt t="34310" x="4840288" y="4879975"/>
          <p14:tracePt t="34320" x="4840288" y="4884738"/>
          <p14:tracePt t="34332" x="4840288" y="4891088"/>
          <p14:tracePt t="34632" x="4840288" y="4884738"/>
          <p14:tracePt t="34664" x="4840288" y="4879975"/>
          <p14:tracePt t="34682" x="4845050" y="4879975"/>
          <p14:tracePt t="34714" x="4845050" y="4873625"/>
          <p14:tracePt t="34736" x="4845050" y="4867275"/>
          <p14:tracePt t="34744" x="4851400" y="4862513"/>
          <p14:tracePt t="34754" x="4856163" y="4862513"/>
          <p14:tracePt t="34758" x="4856163" y="4856163"/>
          <p14:tracePt t="34768" x="4856163" y="4851400"/>
          <p14:tracePt t="34774" x="4862513" y="4851400"/>
          <p14:tracePt t="34780" x="4862513" y="4845050"/>
          <p14:tracePt t="34790" x="4867275" y="4840288"/>
          <p14:tracePt t="34800" x="4873625" y="4829175"/>
          <p14:tracePt t="34810" x="4878388" y="4811713"/>
          <p14:tracePt t="34820" x="4884738" y="4789488"/>
          <p14:tracePt t="34830" x="4895850" y="4749800"/>
          <p14:tracePt t="34840" x="4906963" y="4710113"/>
          <p14:tracePt t="34850" x="4913313" y="4676775"/>
          <p14:tracePt t="34860" x="4924425" y="4632325"/>
          <p14:tracePt t="34870" x="4924425" y="4598988"/>
          <p14:tracePt t="34880" x="4929188" y="4548188"/>
          <p14:tracePt t="34890" x="4929188" y="4497388"/>
          <p14:tracePt t="34900" x="4935538" y="4435475"/>
          <p14:tracePt t="34910" x="4935538" y="4367213"/>
          <p14:tracePt t="34920" x="4935538" y="4267200"/>
          <p14:tracePt t="34930" x="4940300" y="4187825"/>
          <p14:tracePt t="34940" x="4951413" y="4103688"/>
          <p14:tracePt t="34950" x="4964113" y="4019550"/>
          <p14:tracePt t="34960" x="4986338" y="3946525"/>
          <p14:tracePt t="34970" x="5002213" y="3884613"/>
          <p14:tracePt t="34980" x="5024438" y="3827463"/>
          <p14:tracePt t="34990" x="5041900" y="3778250"/>
          <p14:tracePt t="35000" x="5059363" y="3738563"/>
          <p14:tracePt t="35010" x="5070475" y="3705225"/>
          <p14:tracePt t="35020" x="5075238" y="3687763"/>
          <p14:tracePt t="35030" x="5086350" y="3665538"/>
          <p14:tracePt t="35040" x="5099050" y="3643313"/>
          <p14:tracePt t="35050" x="5103813" y="3619500"/>
          <p14:tracePt t="35060" x="5110163" y="3597275"/>
          <p14:tracePt t="35070" x="5114925" y="3581400"/>
          <p14:tracePt t="35070" x="5114925" y="3575050"/>
          <p14:tracePt t="35080" x="5114925" y="3563938"/>
          <p14:tracePt t="35090" x="5114925" y="3557588"/>
          <p14:tracePt t="35100" x="5114925" y="3552825"/>
          <p14:tracePt t="35110" x="5114925" y="3546475"/>
          <p14:tracePt t="35138" x="5121275" y="3546475"/>
          <p14:tracePt t="35156" x="5121275" y="3541713"/>
          <p14:tracePt t="35228" x="5126038" y="3541713"/>
          <p14:tracePt t="35236" x="5126038" y="3535363"/>
          <p14:tracePt t="35242" x="5132388" y="3535363"/>
          <p14:tracePt t="35244" x="5132388" y="3530600"/>
          <p14:tracePt t="35250" x="5137150" y="3524250"/>
          <p14:tracePt t="35260" x="5154613" y="3519488"/>
          <p14:tracePt t="35270" x="5165725" y="3502025"/>
          <p14:tracePt t="35280" x="5183188" y="3484563"/>
          <p14:tracePt t="35290" x="5194300" y="3473450"/>
          <p14:tracePt t="35300" x="5216525" y="3440113"/>
          <p14:tracePt t="35310" x="5245100" y="3400425"/>
          <p14:tracePt t="35320" x="5307013" y="3333750"/>
          <p14:tracePt t="35330" x="5395913" y="3254375"/>
          <p14:tracePt t="35340" x="5548313" y="3148013"/>
          <p14:tracePt t="35350" x="5738813" y="3030538"/>
          <p14:tracePt t="35360" x="5969000" y="2917825"/>
          <p14:tracePt t="35370" x="6223000" y="2809875"/>
          <p14:tracePt t="35380" x="6464300" y="2714625"/>
          <p14:tracePt t="35390" x="6683375" y="2641600"/>
          <p14:tracePt t="35400" x="6862763" y="2579688"/>
          <p14:tracePt t="35410" x="6986588" y="2541588"/>
          <p14:tracePt t="35420" x="7059613" y="2517775"/>
          <p14:tracePt t="35430" x="7099300" y="2513013"/>
          <p14:tracePt t="35440" x="7105650" y="2513013"/>
          <p14:tracePt t="35450" x="7110413" y="2513013"/>
          <p14:tracePt t="35476" x="7116763" y="2513013"/>
          <p14:tracePt t="35486" x="7121525" y="2513013"/>
          <p14:tracePt t="35490" x="7127875" y="2513013"/>
          <p14:tracePt t="35492" x="7132638" y="2513013"/>
          <p14:tracePt t="35500" x="7167563" y="2517775"/>
          <p14:tracePt t="35510" x="7212013" y="2528888"/>
          <p14:tracePt t="35520" x="7278688" y="2546350"/>
          <p14:tracePt t="35530" x="7346950" y="2552700"/>
          <p14:tracePt t="35540" x="7402513" y="2557463"/>
          <p14:tracePt t="35550" x="7435850" y="2557463"/>
          <p14:tracePt t="35560" x="7442200" y="2557463"/>
          <p14:tracePt t="35596" x="7448550" y="2557463"/>
          <p14:tracePt t="35984" x="7453313" y="2557463"/>
          <p14:tracePt t="35992" x="7459663" y="2563813"/>
          <p14:tracePt t="35996" x="7470775" y="2568575"/>
          <p14:tracePt t="36010" x="7526338" y="2568575"/>
          <p14:tracePt t="36020" x="7621588" y="2590800"/>
          <p14:tracePt t="36030" x="7712075" y="2608263"/>
          <p14:tracePt t="36040" x="7813675" y="2625725"/>
          <p14:tracePt t="36050" x="7908925" y="2647950"/>
          <p14:tracePt t="36060" x="7981950" y="2659063"/>
          <p14:tracePt t="36070" x="8032750" y="2670175"/>
          <p14:tracePt t="36080" x="8054975" y="2676525"/>
          <p14:tracePt t="36090" x="8066088" y="2676525"/>
          <p14:tracePt t="36114" x="8072438" y="2676525"/>
          <p14:tracePt t="43724" x="8072438" y="2659063"/>
          <p14:tracePt t="43728" x="8072438" y="2647950"/>
          <p14:tracePt t="43730" x="8077200" y="2641600"/>
          <p14:tracePt t="43740" x="8083550" y="2597150"/>
          <p14:tracePt t="43750" x="8099425" y="2552700"/>
          <p14:tracePt t="43760" x="8099425" y="2546350"/>
          <p14:tracePt t="43776" x="8099425" y="2541588"/>
          <p14:tracePt t="43808" x="8105775" y="2541588"/>
          <p14:tracePt t="43812" x="8105775" y="2546350"/>
          <p14:tracePt t="43820" x="8110538" y="2563813"/>
          <p14:tracePt t="43830" x="8116888" y="2579688"/>
          <p14:tracePt t="43840" x="8128000" y="2601913"/>
          <p14:tracePt t="43850" x="8139113" y="2619375"/>
          <p14:tracePt t="43860" x="8150225" y="2636838"/>
          <p14:tracePt t="43870" x="8161338" y="2647950"/>
          <p14:tracePt t="43880" x="8167688" y="2652713"/>
          <p14:tracePt t="43890" x="8167688" y="2659063"/>
          <p14:tracePt t="43900" x="8172450" y="2659063"/>
          <p14:tracePt t="43910" x="8172450" y="2663825"/>
          <p14:tracePt t="43920" x="8183563" y="2670175"/>
          <p14:tracePt t="43930" x="8201025" y="2687638"/>
          <p14:tracePt t="43940" x="8223250" y="2725738"/>
          <p14:tracePt t="43950" x="8245475" y="2760663"/>
          <p14:tracePt t="43960" x="8262938" y="2794000"/>
          <p14:tracePt t="43970" x="8285163" y="2844800"/>
          <p14:tracePt t="43980" x="8302625" y="2889250"/>
          <p14:tracePt t="43990" x="8307388" y="2917825"/>
          <p14:tracePt t="44000" x="8318500" y="2933700"/>
          <p14:tracePt t="44010" x="8324850" y="2951163"/>
          <p14:tracePt t="44020" x="8329613" y="2957513"/>
          <p14:tracePt t="44030" x="8335963" y="2968625"/>
          <p14:tracePt t="44040" x="8342313" y="2979738"/>
          <p14:tracePt t="44050" x="8347075" y="2990850"/>
          <p14:tracePt t="44060" x="8353425" y="3001963"/>
          <p14:tracePt t="44070" x="8364538" y="3019425"/>
          <p14:tracePt t="44080" x="8369300" y="3030538"/>
          <p14:tracePt t="44090" x="8369300" y="3035300"/>
          <p14:tracePt t="44090" x="8375650" y="3035300"/>
          <p14:tracePt t="44120" x="8375650" y="3041650"/>
          <p14:tracePt t="44126" x="8380413" y="3041650"/>
          <p14:tracePt t="44130" x="8386763" y="3041650"/>
          <p14:tracePt t="44140" x="8397875" y="3041650"/>
          <p14:tracePt t="44150" x="8408988" y="3030538"/>
          <p14:tracePt t="44160" x="8408988" y="3024188"/>
          <p14:tracePt t="44182" x="8415338" y="3024188"/>
          <p14:tracePt t="44196" x="8415338" y="3019425"/>
          <p14:tracePt t="44212" x="8415338" y="3013075"/>
          <p14:tracePt t="44216" x="8415338" y="3006725"/>
          <p14:tracePt t="44226" x="8420100" y="3006725"/>
          <p14:tracePt t="44238" x="8420100" y="3001963"/>
          <p14:tracePt t="44312" x="8420100" y="2995613"/>
          <p14:tracePt t="44318" x="8420100" y="2990850"/>
          <p14:tracePt t="44322" x="8420100" y="2984500"/>
          <p14:tracePt t="44330" x="8420100" y="2979738"/>
          <p14:tracePt t="44340" x="8420100" y="2973388"/>
          <p14:tracePt t="44350" x="8420100" y="2962275"/>
          <p14:tracePt t="44364" x="8420100" y="2957513"/>
          <p14:tracePt t="44370" x="8420100" y="2951163"/>
          <p14:tracePt t="44380" x="8420100" y="2940050"/>
          <p14:tracePt t="44390" x="8420100" y="2928938"/>
          <p14:tracePt t="44400" x="8420100" y="2922588"/>
          <p14:tracePt t="44410" x="8415338" y="2911475"/>
          <p14:tracePt t="44424" x="8415338" y="2906713"/>
          <p14:tracePt t="44432" x="8408988" y="2900363"/>
          <p14:tracePt t="44440" x="8397875" y="2889250"/>
          <p14:tracePt t="44450" x="8358188" y="2867025"/>
          <p14:tracePt t="44460" x="8274050" y="2833688"/>
          <p14:tracePt t="44470" x="8183563" y="2805113"/>
          <p14:tracePt t="44480" x="8099425" y="2782888"/>
          <p14:tracePt t="44490" x="8026400" y="2771775"/>
          <p14:tracePt t="44500" x="7981950" y="2771775"/>
          <p14:tracePt t="44510" x="7959725" y="2771775"/>
          <p14:tracePt t="44520" x="7942263" y="2771775"/>
          <p14:tracePt t="44530" x="7931150" y="2771775"/>
          <p14:tracePt t="44540" x="7926388" y="2776538"/>
          <p14:tracePt t="44560" x="7926388" y="2782888"/>
          <p14:tracePt t="44568" x="7926388" y="2787650"/>
          <p14:tracePt t="44572" x="7931150" y="2794000"/>
          <p14:tracePt t="44580" x="7953375" y="2798763"/>
          <p14:tracePt t="44590" x="7981950" y="2805113"/>
          <p14:tracePt t="44600" x="8004175" y="2809875"/>
          <p14:tracePt t="44610" x="8043863" y="2822575"/>
          <p14:tracePt t="44620" x="8083550" y="2827338"/>
          <p14:tracePt t="44630" x="8161338" y="2838450"/>
          <p14:tracePt t="44640" x="8251825" y="2844800"/>
          <p14:tracePt t="44650" x="8353425" y="2855913"/>
          <p14:tracePt t="44660" x="8442325" y="2855913"/>
          <p14:tracePt t="44670" x="8515350" y="2855913"/>
          <p14:tracePt t="44680" x="8532813" y="2855913"/>
          <p14:tracePt t="44690" x="8537575" y="2855913"/>
          <p14:tracePt t="44730" x="8543925" y="2855913"/>
          <p14:tracePt t="44856" x="8537575" y="2855913"/>
          <p14:tracePt t="44858" x="8532813" y="2855913"/>
          <p14:tracePt t="44860" x="8532813" y="2849563"/>
          <p14:tracePt t="44870" x="8504238" y="2838450"/>
          <p14:tracePt t="44880" x="8464550" y="2816225"/>
          <p14:tracePt t="44890" x="8415338" y="2787650"/>
          <p14:tracePt t="44900" x="8358188" y="2765425"/>
          <p14:tracePt t="44910" x="8307388" y="2743200"/>
          <p14:tracePt t="44920" x="8256588" y="2714625"/>
          <p14:tracePt t="44930" x="8194675" y="2692400"/>
          <p14:tracePt t="44940" x="8134350" y="2670175"/>
          <p14:tracePt t="44950" x="8072438" y="2647950"/>
          <p14:tracePt t="44960" x="8021638" y="2630488"/>
          <p14:tracePt t="44970" x="7970838" y="2614613"/>
          <p14:tracePt t="44980" x="7920038" y="2597150"/>
          <p14:tracePt t="44990" x="7864475" y="2586038"/>
          <p14:tracePt t="45000" x="7813675" y="2568575"/>
          <p14:tracePt t="45010" x="7762875" y="2557463"/>
          <p14:tracePt t="45020" x="7705725" y="2546350"/>
          <p14:tracePt t="45030" x="7650163" y="2541588"/>
          <p14:tracePt t="45040" x="7588250" y="2528888"/>
          <p14:tracePt t="45050" x="7526338" y="2524125"/>
          <p14:tracePt t="45060" x="7459663" y="2513013"/>
          <p14:tracePt t="45070" x="7391400" y="2501900"/>
          <p14:tracePt t="45080" x="7324725" y="2490788"/>
          <p14:tracePt t="45090" x="7262813" y="2479675"/>
          <p14:tracePt t="45100" x="7205663" y="2473325"/>
          <p14:tracePt t="45110" x="7150100" y="2462213"/>
          <p14:tracePt t="45120" x="7092950" y="2455863"/>
          <p14:tracePt t="45130" x="7032625" y="2444750"/>
          <p14:tracePt t="45140" x="6975475" y="2439988"/>
          <p14:tracePt t="45150" x="6919913" y="2433638"/>
          <p14:tracePt t="45160" x="6873875" y="2428875"/>
          <p14:tracePt t="45170" x="6840538" y="2422525"/>
          <p14:tracePt t="45180" x="6818313" y="2422525"/>
          <p14:tracePt t="45190" x="6784975" y="2422525"/>
          <p14:tracePt t="45200" x="6756400" y="2422525"/>
          <p14:tracePt t="45210" x="6716713" y="2422525"/>
          <p14:tracePt t="45220" x="6683375" y="2422525"/>
          <p14:tracePt t="45230" x="6643688" y="2422525"/>
          <p14:tracePt t="45240" x="6604000" y="2422525"/>
          <p14:tracePt t="45250" x="6570663" y="2428875"/>
          <p14:tracePt t="45260" x="6542088" y="2433638"/>
          <p14:tracePt t="45270" x="6519863" y="2439988"/>
          <p14:tracePt t="45280" x="6503988" y="2439988"/>
          <p14:tracePt t="45290" x="6481763" y="2439988"/>
          <p14:tracePt t="45300" x="6469063" y="2444750"/>
          <p14:tracePt t="45310" x="6453188" y="2444750"/>
          <p14:tracePt t="45320" x="6442075" y="2444750"/>
          <p14:tracePt t="45330" x="6419850" y="2451100"/>
          <p14:tracePt t="45340" x="6408738" y="2451100"/>
          <p14:tracePt t="45350" x="6402388" y="2451100"/>
          <p14:tracePt t="45360" x="6391275" y="2455863"/>
          <p14:tracePt t="45370" x="6380163" y="2462213"/>
          <p14:tracePt t="45380" x="6373813" y="2462213"/>
          <p14:tracePt t="45390" x="6357938" y="2466975"/>
          <p14:tracePt t="45400" x="6334125" y="2473325"/>
          <p14:tracePt t="45410" x="6318250" y="2473325"/>
          <p14:tracePt t="45420" x="6296025" y="2484438"/>
          <p14:tracePt t="45430" x="6273800" y="2484438"/>
          <p14:tracePt t="45440" x="6256338" y="2490788"/>
          <p14:tracePt t="45450" x="6249988" y="2490788"/>
          <p14:tracePt t="45460" x="6249988" y="2495550"/>
          <p14:tracePt t="45470" x="6238875" y="2495550"/>
          <p14:tracePt t="45480" x="6227763" y="2501900"/>
          <p14:tracePt t="45490" x="6211888" y="2506663"/>
          <p14:tracePt t="45500" x="6183313" y="2513013"/>
          <p14:tracePt t="45510" x="6138863" y="2524125"/>
          <p14:tracePt t="45520" x="6110288" y="2535238"/>
          <p14:tracePt t="45530" x="6081713" y="2535238"/>
          <p14:tracePt t="45540" x="6070600" y="2546350"/>
          <p14:tracePt t="45550" x="6065838" y="2546350"/>
          <p14:tracePt t="45566" x="6059488" y="2546350"/>
          <p14:tracePt t="45596" x="6059488" y="2552700"/>
          <p14:tracePt t="45714" x="6059488" y="2557463"/>
          <p14:tracePt t="45722" x="6053138" y="2557463"/>
          <p14:tracePt t="45730" x="6053138" y="2563813"/>
          <p14:tracePt t="45734" x="6048375" y="2563813"/>
          <p14:tracePt t="45740" x="6048375" y="2568575"/>
          <p14:tracePt t="45750" x="6037263" y="2579688"/>
          <p14:tracePt t="45760" x="6026150" y="2590800"/>
          <p14:tracePt t="45770" x="6015038" y="2601913"/>
          <p14:tracePt t="45780" x="6008688" y="2614613"/>
          <p14:tracePt t="45790" x="6003925" y="2625725"/>
          <p14:tracePt t="45800" x="6003925" y="2636838"/>
          <p14:tracePt t="45810" x="5997575" y="2641600"/>
          <p14:tracePt t="45820" x="5991225" y="2652713"/>
          <p14:tracePt t="45830" x="5986463" y="2663825"/>
          <p14:tracePt t="45840" x="5980113" y="2676525"/>
          <p14:tracePt t="45850" x="5980113" y="2692400"/>
          <p14:tracePt t="45860" x="5969000" y="2714625"/>
          <p14:tracePt t="45870" x="5964238" y="2736850"/>
          <p14:tracePt t="45880" x="5957888" y="2760663"/>
          <p14:tracePt t="45890" x="5957888" y="2776538"/>
          <p14:tracePt t="45900" x="5953125" y="2794000"/>
          <p14:tracePt t="45910" x="5946775" y="2805113"/>
          <p14:tracePt t="45920" x="5946775" y="2816225"/>
          <p14:tracePt t="45930" x="5946775" y="2827338"/>
          <p14:tracePt t="45940" x="5942013" y="2838450"/>
          <p14:tracePt t="45950" x="5942013" y="2844800"/>
          <p14:tracePt t="45960" x="5942013" y="2855913"/>
          <p14:tracePt t="45970" x="5942013" y="2860675"/>
          <p14:tracePt t="45980" x="5935663" y="2867025"/>
          <p14:tracePt t="45990" x="5935663" y="2871788"/>
          <p14:tracePt t="46000" x="5935663" y="2884488"/>
          <p14:tracePt t="46014" x="5935663" y="2889250"/>
          <p14:tracePt t="46020" x="5930900" y="2889250"/>
          <p14:tracePt t="46030" x="5930900" y="2895600"/>
          <p14:tracePt t="46040" x="5924550" y="2895600"/>
          <p14:tracePt t="46050" x="5924550" y="2900363"/>
          <p14:tracePt t="46060" x="5924550" y="2906713"/>
          <p14:tracePt t="46098" x="5924550" y="2911475"/>
          <p14:tracePt t="47044" x="5924550" y="2917825"/>
          <p14:tracePt t="47048" x="5918200" y="2917825"/>
          <p14:tracePt t="47050" x="5918200" y="2922588"/>
          <p14:tracePt t="47060" x="5918200" y="2940050"/>
          <p14:tracePt t="47070" x="5918200" y="2957513"/>
          <p14:tracePt t="47080" x="5913438" y="2979738"/>
          <p14:tracePt t="47090" x="5902325" y="3013075"/>
          <p14:tracePt t="47100" x="5895975" y="3057525"/>
          <p14:tracePt t="47110" x="5895975" y="3097213"/>
          <p14:tracePt t="47120" x="5884863" y="3141663"/>
          <p14:tracePt t="47130" x="5884863" y="3187700"/>
          <p14:tracePt t="47140" x="5884863" y="3232150"/>
          <p14:tracePt t="47150" x="5884863" y="3271838"/>
          <p14:tracePt t="47160" x="5884863" y="3300413"/>
          <p14:tracePt t="47170" x="5884863" y="3322638"/>
          <p14:tracePt t="47180" x="5884863" y="3333750"/>
          <p14:tracePt t="47190" x="5884863" y="3338513"/>
          <p14:tracePt t="47200" x="5884863" y="3349625"/>
          <p14:tracePt t="47210" x="5884863" y="3355975"/>
          <p14:tracePt t="47220" x="5884863" y="3362325"/>
          <p14:tracePt t="47238" x="5884863" y="3367088"/>
          <p14:tracePt t="47258" x="5884863" y="3373438"/>
          <p14:tracePt t="47268" x="5884863" y="3378200"/>
          <p14:tracePt t="47290" x="5884863" y="3384550"/>
          <p14:tracePt t="47312" x="5884863" y="3389313"/>
          <p14:tracePt t="47326" x="5884863" y="3395663"/>
          <p14:tracePt t="47332" x="5884863" y="3400425"/>
          <p14:tracePt t="47342" x="5884863" y="3406775"/>
          <p14:tracePt t="47346" x="5891213" y="3406775"/>
          <p14:tracePt t="47350" x="5891213" y="3411538"/>
          <p14:tracePt t="47360" x="5891213" y="3422650"/>
          <p14:tracePt t="47372" x="5891213" y="3429000"/>
          <p14:tracePt t="47380" x="5895975" y="3429000"/>
          <p14:tracePt t="47412" x="5895975" y="3435350"/>
          <p14:tracePt t="47470" x="5895975" y="3440113"/>
          <p14:tracePt t="47482" x="5902325" y="3446463"/>
          <p14:tracePt t="47516" x="5902325" y="3451225"/>
          <p14:tracePt t="47560" x="5902325" y="3457575"/>
          <p14:tracePt t="49924" x="5902325" y="3451225"/>
          <p14:tracePt t="49926" x="5907088" y="3451225"/>
          <p14:tracePt t="49942" x="5913438" y="3451225"/>
          <p14:tracePt t="49972" x="5913438" y="3446463"/>
          <p14:tracePt t="50018" x="5918200" y="3446463"/>
          <p14:tracePt t="50030" x="5924550" y="3446463"/>
          <p14:tracePt t="50046" x="5930900" y="3446463"/>
          <p14:tracePt t="50084" x="5935663" y="3446463"/>
          <p14:tracePt t="50092" x="5942013" y="3446463"/>
          <p14:tracePt t="50102" x="5942013" y="3451225"/>
          <p14:tracePt t="50104" x="5946775" y="3451225"/>
          <p14:tracePt t="50110" x="5953125" y="3457575"/>
          <p14:tracePt t="50120" x="5957888" y="3468688"/>
          <p14:tracePt t="50130" x="5964238" y="3473450"/>
          <p14:tracePt t="50140" x="5975350" y="3484563"/>
          <p14:tracePt t="50150" x="5980113" y="3495675"/>
          <p14:tracePt t="50160" x="5986463" y="3502025"/>
          <p14:tracePt t="50170" x="5991225" y="3508375"/>
          <p14:tracePt t="50180" x="5997575" y="3519488"/>
          <p14:tracePt t="50190" x="6008688" y="3530600"/>
          <p14:tracePt t="50200" x="6015038" y="3535363"/>
          <p14:tracePt t="50210" x="6015038" y="3546475"/>
          <p14:tracePt t="50220" x="6019800" y="3552825"/>
          <p14:tracePt t="50230" x="6030913" y="3563938"/>
          <p14:tracePt t="50240" x="6042025" y="3586163"/>
          <p14:tracePt t="50250" x="6053138" y="3614738"/>
          <p14:tracePt t="50260" x="6070600" y="3643313"/>
          <p14:tracePt t="50270" x="6088063" y="3676650"/>
          <p14:tracePt t="50280" x="6103938" y="3705225"/>
          <p14:tracePt t="50290" x="6115050" y="3743325"/>
          <p14:tracePt t="50300" x="6138863" y="3783013"/>
          <p14:tracePt t="50310" x="6154738" y="3827463"/>
          <p14:tracePt t="50320" x="6176963" y="3873500"/>
          <p14:tracePt t="50330" x="6194425" y="3917950"/>
          <p14:tracePt t="50340" x="6205538" y="3957638"/>
          <p14:tracePt t="50350" x="6211888" y="3979863"/>
          <p14:tracePt t="50360" x="6216650" y="3997325"/>
          <p14:tracePt t="50370" x="6216650" y="4013200"/>
          <p14:tracePt t="50380" x="6223000" y="4030663"/>
          <p14:tracePt t="50390" x="6227763" y="4052888"/>
          <p14:tracePt t="50400" x="6234113" y="4070350"/>
          <p14:tracePt t="50410" x="6245225" y="4092575"/>
          <p14:tracePt t="50420" x="6245225" y="4114800"/>
          <p14:tracePt t="50430" x="6249988" y="4137025"/>
          <p14:tracePt t="50440" x="6249988" y="4165600"/>
          <p14:tracePt t="50450" x="6256338" y="4198938"/>
          <p14:tracePt t="50460" x="6261100" y="4227513"/>
          <p14:tracePt t="50470" x="6261100" y="4256088"/>
          <p14:tracePt t="50480" x="6261100" y="4283075"/>
          <p14:tracePt t="50490" x="6267450" y="4311650"/>
          <p14:tracePt t="50500" x="6273800" y="4344988"/>
          <p14:tracePt t="50510" x="6273800" y="4373563"/>
          <p14:tracePt t="50520" x="6273800" y="4406900"/>
          <p14:tracePt t="50530" x="6278563" y="4435475"/>
          <p14:tracePt t="50540" x="6278563" y="4457700"/>
          <p14:tracePt t="50550" x="6278563" y="4479925"/>
          <p14:tracePt t="50560" x="6278563" y="4497388"/>
          <p14:tracePt t="50570" x="6278563" y="4508500"/>
          <p14:tracePt t="50580" x="6278563" y="4513263"/>
          <p14:tracePt t="50590" x="6278563" y="4519613"/>
          <p14:tracePt t="50600" x="6278563" y="4524375"/>
          <p14:tracePt t="50614" x="6278563" y="4530725"/>
          <p14:tracePt t="50630" x="6278563" y="4537075"/>
          <p14:tracePt t="50636" x="6278563" y="4541838"/>
          <p14:tracePt t="50652" x="6278563" y="4548188"/>
          <p14:tracePt t="50666" x="6273800" y="4548188"/>
          <p14:tracePt t="50682" x="6273800" y="4552950"/>
          <p14:tracePt t="50706" x="6267450" y="4552950"/>
          <p14:tracePt t="50732" x="6261100" y="4552950"/>
          <p14:tracePt t="50810" x="6256338" y="4552950"/>
          <p14:tracePt t="50826" x="6249988" y="4552950"/>
          <p14:tracePt t="50832" x="6245225" y="4548188"/>
          <p14:tracePt t="50834" x="6238875" y="4548188"/>
          <p14:tracePt t="50840" x="6234113" y="4537075"/>
          <p14:tracePt t="50850" x="6211888" y="4519613"/>
          <p14:tracePt t="50860" x="6194425" y="4502150"/>
          <p14:tracePt t="50870" x="6188075" y="4491038"/>
          <p14:tracePt t="50880" x="6176963" y="4486275"/>
          <p14:tracePt t="50890" x="6165850" y="4479925"/>
          <p14:tracePt t="50900" x="6161088" y="4468813"/>
          <p14:tracePt t="50910" x="6149975" y="4464050"/>
          <p14:tracePt t="50920" x="6138863" y="4457700"/>
          <p14:tracePt t="50930" x="6126163" y="4451350"/>
          <p14:tracePt t="50940" x="6121400" y="4451350"/>
          <p14:tracePt t="50950" x="6115050" y="4446588"/>
          <p14:tracePt t="50960" x="6103938" y="4440238"/>
          <p14:tracePt t="50970" x="6092825" y="4435475"/>
          <p14:tracePt t="50980" x="6081713" y="4424363"/>
          <p14:tracePt t="50990" x="6070600" y="4418013"/>
          <p14:tracePt t="51000" x="6059488" y="4418013"/>
          <p14:tracePt t="51014" x="6053138" y="4418013"/>
          <p14:tracePt t="51020" x="6053138" y="4413250"/>
          <p14:tracePt t="51038" x="6048375" y="4413250"/>
          <p14:tracePt t="51052" x="6042025" y="4413250"/>
          <p14:tracePt t="51058" x="6037263" y="4406900"/>
          <p14:tracePt t="51060" x="6030913" y="4406900"/>
          <p14:tracePt t="51070" x="6026150" y="4402138"/>
          <p14:tracePt t="51086" x="6019800" y="4402138"/>
          <p14:tracePt t="51096" x="6019800" y="4395788"/>
          <p14:tracePt t="51108" x="6015038" y="4395788"/>
          <p14:tracePt t="51130" x="6008688" y="4395788"/>
          <p14:tracePt t="51160" x="6008688" y="4391025"/>
          <p14:tracePt t="51162" x="6003925" y="4391025"/>
          <p14:tracePt t="51170" x="5997575" y="4378325"/>
          <p14:tracePt t="51180" x="5986463" y="4362450"/>
          <p14:tracePt t="51190" x="5969000" y="4340225"/>
          <p14:tracePt t="51200" x="5957888" y="4322763"/>
          <p14:tracePt t="51210" x="5942013" y="4300538"/>
          <p14:tracePt t="51220" x="5924550" y="4278313"/>
          <p14:tracePt t="51230" x="5902325" y="4243388"/>
          <p14:tracePt t="51240" x="5880100" y="4205288"/>
          <p14:tracePt t="51250" x="5851525" y="4154488"/>
          <p14:tracePt t="51260" x="5818188" y="4097338"/>
          <p14:tracePt t="51270" x="5789613" y="4048125"/>
          <p14:tracePt t="51280" x="5749925" y="3979863"/>
          <p14:tracePt t="51290" x="5727700" y="3929063"/>
          <p14:tracePt t="51300" x="5705475" y="3884613"/>
          <p14:tracePt t="51310" x="5676900" y="3844925"/>
          <p14:tracePt t="51320" x="5654675" y="3800475"/>
          <p14:tracePt t="51330" x="5621338" y="3749675"/>
          <p14:tracePt t="51340" x="5592763" y="3692525"/>
          <p14:tracePt t="51350" x="5564188" y="3643313"/>
          <p14:tracePt t="51360" x="5530850" y="3581400"/>
          <p14:tracePt t="51370" x="5502275" y="3524250"/>
          <p14:tracePt t="51380" x="5468938" y="3468688"/>
          <p14:tracePt t="51390" x="5440363" y="3411538"/>
          <p14:tracePt t="51400" x="5418138" y="3362325"/>
          <p14:tracePt t="51410" x="5395913" y="3311525"/>
          <p14:tracePt t="51420" x="5373688" y="3254375"/>
          <p14:tracePt t="51430" x="5356225" y="3198813"/>
          <p14:tracePt t="51440" x="5334000" y="3136900"/>
          <p14:tracePt t="51450" x="5318125" y="3063875"/>
          <p14:tracePt t="51460" x="5294313" y="2995613"/>
          <p14:tracePt t="51470" x="5278438" y="2922588"/>
          <p14:tracePt t="51480" x="5267325" y="2844800"/>
          <p14:tracePt t="51490" x="5256213" y="2776538"/>
          <p14:tracePt t="51500" x="5245100" y="2709863"/>
          <p14:tracePt t="51510" x="5245100" y="2641600"/>
          <p14:tracePt t="51520" x="5245100" y="2568575"/>
          <p14:tracePt t="51530" x="5245100" y="2506663"/>
          <p14:tracePt t="51540" x="5249863" y="2428875"/>
          <p14:tracePt t="51550" x="5267325" y="2360613"/>
          <p14:tracePt t="51560" x="5283200" y="2293938"/>
          <p14:tracePt t="51570" x="5311775" y="2225675"/>
          <p14:tracePt t="51580" x="5340350" y="2170113"/>
          <p14:tracePt t="51590" x="5367338" y="2112963"/>
          <p14:tracePt t="51600" x="5391150" y="2068513"/>
          <p14:tracePt t="51610" x="5418138" y="2024063"/>
          <p14:tracePt t="51620" x="5424488" y="2006600"/>
          <p14:tracePt t="51630" x="5435600" y="1984375"/>
          <p14:tracePt t="51640" x="5440363" y="1978025"/>
          <p14:tracePt t="51650" x="5446713" y="1973263"/>
          <p14:tracePt t="51660" x="5453063" y="1966913"/>
          <p14:tracePt t="51670" x="5464175" y="1962150"/>
          <p14:tracePt t="51680" x="5468938" y="1955800"/>
          <p14:tracePt t="51690" x="5480050" y="1951038"/>
          <p14:tracePt t="51700" x="5497513" y="1944688"/>
          <p14:tracePt t="51710" x="5530850" y="1944688"/>
          <p14:tracePt t="51720" x="5564188" y="1933575"/>
          <p14:tracePt t="51730" x="5614988" y="1933575"/>
          <p14:tracePt t="51740" x="5683250" y="1933575"/>
          <p14:tracePt t="51750" x="5778500" y="1933575"/>
          <p14:tracePt t="51760" x="5913438" y="1951038"/>
          <p14:tracePt t="51770" x="6076950" y="1973263"/>
          <p14:tracePt t="51780" x="6323013" y="2006600"/>
          <p14:tracePt t="51790" x="6548438" y="2046288"/>
          <p14:tracePt t="51800" x="6778625" y="2074863"/>
          <p14:tracePt t="51810" x="6981825" y="2090738"/>
          <p14:tracePt t="51820" x="7172325" y="2112963"/>
          <p14:tracePt t="51830" x="7318375" y="2136775"/>
          <p14:tracePt t="51840" x="7391400" y="2147888"/>
          <p14:tracePt t="51850" x="7413625" y="2152650"/>
          <p14:tracePt t="51866" x="7419975" y="2152650"/>
          <p14:tracePt t="52874" x="7408863" y="2152650"/>
          <p14:tracePt t="52880" x="7369175" y="2152650"/>
          <p14:tracePt t="52890" x="7200900" y="2130425"/>
          <p14:tracePt t="52900" x="6946900" y="2074863"/>
          <p14:tracePt t="52910" x="6616700" y="2001838"/>
          <p14:tracePt t="52920" x="6227763" y="1939925"/>
          <p14:tracePt t="52930" x="5829300" y="1905000"/>
          <p14:tracePt t="52940" x="5440363" y="1905000"/>
          <p14:tracePt t="52950" x="5064125" y="1905000"/>
          <p14:tracePt t="52960" x="4721225" y="1928813"/>
          <p14:tracePt t="52970" x="4373563" y="1962150"/>
          <p14:tracePt t="52980" x="4035425" y="2001838"/>
          <p14:tracePt t="52990" x="3698875" y="2035175"/>
          <p14:tracePt t="53000" x="3371850" y="2068513"/>
          <p14:tracePt t="53010" x="3063875" y="2090738"/>
          <p14:tracePt t="53020" x="2794000" y="2112963"/>
          <p14:tracePt t="53030" x="2557463" y="2130425"/>
          <p14:tracePt t="53040" x="2389188" y="2141538"/>
          <p14:tracePt t="53050" x="2265363" y="2147888"/>
          <p14:tracePt t="53060" x="2185988" y="2147888"/>
          <p14:tracePt t="53070" x="2101850" y="2152650"/>
          <p14:tracePt t="53080" x="2028825" y="2152650"/>
          <p14:tracePt t="53090" x="1966913" y="2159000"/>
          <p14:tracePt t="53100" x="1911350" y="2159000"/>
          <p14:tracePt t="53110" x="1878013" y="2163763"/>
          <p14:tracePt t="53120" x="1866900" y="2170113"/>
          <p14:tracePt t="53130" x="1854200" y="2170113"/>
          <p14:tracePt t="53140" x="1854200" y="2174875"/>
          <p14:tracePt t="53152" x="1854200" y="2181225"/>
          <p14:tracePt t="53160" x="1849438" y="2185988"/>
          <p14:tracePt t="53170" x="1843088" y="2192338"/>
          <p14:tracePt t="53180" x="1827213" y="2209800"/>
          <p14:tracePt t="53190" x="1804988" y="2236788"/>
          <p14:tracePt t="53200" x="1787525" y="2265363"/>
          <p14:tracePt t="53210" x="1770063" y="2293938"/>
          <p14:tracePt t="53220" x="1754188" y="2320925"/>
          <p14:tracePt t="53230" x="1736725" y="2355850"/>
          <p14:tracePt t="53240" x="1714500" y="2389188"/>
          <p14:tracePt t="53250" x="1685925" y="2428875"/>
          <p14:tracePt t="53260" x="1658938" y="2462213"/>
          <p14:tracePt t="53270" x="1624013" y="2490788"/>
          <p14:tracePt t="53280" x="1597025" y="2513013"/>
          <p14:tracePt t="53290" x="1568450" y="2524125"/>
          <p14:tracePt t="53300" x="1557338" y="2528888"/>
          <p14:tracePt t="53310" x="1550988" y="2528888"/>
          <p14:tracePt t="53334" x="1546225" y="2528888"/>
          <p14:tracePt t="53348" x="1539875" y="2528888"/>
          <p14:tracePt t="53350" x="1535113" y="2528888"/>
          <p14:tracePt t="53352" x="1535113" y="2535238"/>
          <p14:tracePt t="53360" x="1517650" y="2541588"/>
          <p14:tracePt t="53370" x="1473200" y="2541588"/>
          <p14:tracePt t="53380" x="1422400" y="2546350"/>
          <p14:tracePt t="53390" x="1331913" y="2563813"/>
          <p14:tracePt t="53400" x="1254125" y="2574925"/>
          <p14:tracePt t="53410" x="1192213" y="2579688"/>
          <p14:tracePt t="53420" x="1141413" y="2590800"/>
          <p14:tracePt t="53430" x="1123950" y="2597150"/>
          <p14:tracePt t="53440" x="1112838" y="2601913"/>
          <p14:tracePt t="53450" x="1108075" y="2601913"/>
          <p14:tracePt t="53470" x="1101725" y="2601913"/>
          <p14:tracePt t="53484" x="1101725" y="2608263"/>
          <p14:tracePt t="53628" x="1101725" y="2614613"/>
          <p14:tracePt t="53632" x="1101725" y="2619375"/>
          <p14:tracePt t="53640" x="1108075" y="2636838"/>
          <p14:tracePt t="53650" x="1130300" y="2676525"/>
          <p14:tracePt t="53660" x="1181100" y="2732088"/>
          <p14:tracePt t="53670" x="1281113" y="2794000"/>
          <p14:tracePt t="53680" x="1489075" y="2900363"/>
          <p14:tracePt t="53690" x="1719263" y="3006725"/>
          <p14:tracePt t="53700" x="1951038" y="3103563"/>
          <p14:tracePt t="53710" x="2152650" y="3159125"/>
          <p14:tracePt t="53720" x="2332038" y="3198813"/>
          <p14:tracePt t="53730" x="2495550" y="3209925"/>
          <p14:tracePt t="53740" x="2647950" y="3209925"/>
          <p14:tracePt t="53750" x="2787650" y="3192463"/>
          <p14:tracePt t="53760" x="2889250" y="3170238"/>
          <p14:tracePt t="53770" x="2940050" y="3152775"/>
          <p14:tracePt t="53780" x="2979738" y="3125788"/>
          <p14:tracePt t="53790" x="3013075" y="3097213"/>
          <p14:tracePt t="53800" x="3046413" y="3052763"/>
          <p14:tracePt t="53810" x="3090863" y="3006725"/>
          <p14:tracePt t="53820" x="3141663" y="2957513"/>
          <p14:tracePt t="53830" x="3192463" y="2911475"/>
          <p14:tracePt t="53840" x="3249613" y="2855913"/>
          <p14:tracePt t="53850" x="3333750" y="2798763"/>
          <p14:tracePt t="53860" x="3451225" y="2725738"/>
          <p14:tracePt t="53870" x="3592513" y="2659063"/>
          <p14:tracePt t="53880" x="3727450" y="2597150"/>
          <p14:tracePt t="53890" x="3844925" y="2557463"/>
          <p14:tracePt t="53900" x="3929063" y="2535238"/>
          <p14:tracePt t="53910" x="3951288" y="2524125"/>
          <p14:tracePt t="53920" x="3957638" y="2517775"/>
          <p14:tracePt t="53944" x="3951288" y="2517775"/>
          <p14:tracePt t="53946" x="3946525" y="2517775"/>
          <p14:tracePt t="53950" x="3929063" y="2517775"/>
          <p14:tracePt t="53960" x="3856038" y="2517775"/>
          <p14:tracePt t="53970" x="3743325" y="2513013"/>
          <p14:tracePt t="53980" x="3592513" y="2501900"/>
          <p14:tracePt t="53990" x="3417888" y="2466975"/>
          <p14:tracePt t="54000" x="3238500" y="2428875"/>
          <p14:tracePt t="54010" x="3046413" y="2389188"/>
          <p14:tracePt t="54020" x="2867025" y="2355850"/>
          <p14:tracePt t="54030" x="2720975" y="2338388"/>
          <p14:tracePt t="54040" x="2625725" y="2327275"/>
          <p14:tracePt t="54050" x="2586038" y="2327275"/>
          <p14:tracePt t="54062" x="2579688" y="2327275"/>
          <p14:tracePt t="54070" x="2574925" y="2327275"/>
          <p14:tracePt t="54086" x="2574925" y="2333625"/>
          <p14:tracePt t="54090" x="2579688" y="2344738"/>
          <p14:tracePt t="54100" x="2630488" y="2393950"/>
          <p14:tracePt t="54110" x="2720975" y="2473325"/>
          <p14:tracePt t="54120" x="2906713" y="2601913"/>
          <p14:tracePt t="54130" x="3136900" y="2743200"/>
          <p14:tracePt t="54140" x="3422650" y="2906713"/>
          <p14:tracePt t="54150" x="3800475" y="3079750"/>
          <p14:tracePt t="54160" x="4294188" y="3282950"/>
          <p14:tracePt t="54170" x="4856163" y="3473450"/>
          <p14:tracePt t="54180" x="5395913" y="3630613"/>
          <p14:tracePt t="54190" x="5745163" y="3705225"/>
          <p14:tracePt t="54200" x="5953125" y="3721100"/>
          <p14:tracePt t="54210" x="5997575" y="3721100"/>
          <p14:tracePt t="54220" x="6008688" y="3716338"/>
          <p14:tracePt t="54230" x="6008688" y="3705225"/>
          <p14:tracePt t="54230" x="6008688" y="3692525"/>
          <p14:tracePt t="54240" x="6003925" y="3654425"/>
          <p14:tracePt t="54250" x="5964238" y="3557588"/>
          <p14:tracePt t="54260" x="5891213" y="3411538"/>
          <p14:tracePt t="54270" x="5778500" y="3214688"/>
          <p14:tracePt t="54280" x="5661025" y="3019425"/>
          <p14:tracePt t="54290" x="5519738" y="2822575"/>
          <p14:tracePt t="54300" x="5356225" y="2630488"/>
          <p14:tracePt t="54310" x="5176838" y="2462213"/>
          <p14:tracePt t="54320" x="5002213" y="2316163"/>
          <p14:tracePt t="54330" x="4873625" y="2225675"/>
          <p14:tracePt t="54340" x="4805363" y="2192338"/>
          <p14:tracePt t="54350" x="4767263" y="2170113"/>
          <p14:tracePt t="54360" x="4749800" y="2159000"/>
          <p14:tracePt t="54370" x="4727575" y="2159000"/>
          <p14:tracePt t="54380" x="4705350" y="2159000"/>
          <p14:tracePt t="54390" x="4665663" y="2170113"/>
          <p14:tracePt t="54400" x="4564063" y="2214563"/>
          <p14:tracePt t="54410" x="4389438" y="2309813"/>
          <p14:tracePt t="54420" x="4159250" y="2428875"/>
          <p14:tracePt t="54430" x="3895725" y="2574925"/>
          <p14:tracePt t="54440" x="3608388" y="2749550"/>
          <p14:tracePt t="54450" x="3338513" y="2933700"/>
          <p14:tracePt t="54460" x="3103563" y="3130550"/>
          <p14:tracePt t="54470" x="2933700" y="3327400"/>
          <p14:tracePt t="54480" x="2860675" y="3513138"/>
          <p14:tracePt t="54490" x="2867025" y="3676650"/>
          <p14:tracePt t="54500" x="2928938" y="3811588"/>
          <p14:tracePt t="54510" x="3041650" y="3917950"/>
          <p14:tracePt t="54520" x="3181350" y="3979863"/>
          <p14:tracePt t="54530" x="3327400" y="4002088"/>
          <p14:tracePt t="54540" x="3433763" y="3990975"/>
          <p14:tracePt t="54550" x="3513138" y="3935413"/>
          <p14:tracePt t="54560" x="3575050" y="3851275"/>
          <p14:tracePt t="54570" x="3641725" y="3709988"/>
          <p14:tracePt t="54580" x="3681413" y="3535363"/>
          <p14:tracePt t="54590" x="3703638" y="3322638"/>
          <p14:tracePt t="54600" x="3703638" y="3079750"/>
          <p14:tracePt t="54610" x="3703638" y="2844800"/>
          <p14:tracePt t="54620" x="3676650" y="2608263"/>
          <p14:tracePt t="54630" x="3636963" y="2393950"/>
          <p14:tracePt t="54640" x="3568700" y="2209800"/>
          <p14:tracePt t="54650" x="3484563" y="2057400"/>
          <p14:tracePt t="54660" x="3371850" y="1933575"/>
          <p14:tracePt t="54670" x="3238500" y="1827213"/>
          <p14:tracePt t="54680" x="3090863" y="1747838"/>
          <p14:tracePt t="54690" x="2944813" y="1708150"/>
          <p14:tracePt t="54700" x="2816225" y="1685925"/>
          <p14:tracePt t="54710" x="2720975" y="1685925"/>
          <p14:tracePt t="54720" x="2652713" y="1714500"/>
          <p14:tracePt t="54730" x="2601913" y="1758950"/>
          <p14:tracePt t="54740" x="2574925" y="1827213"/>
          <p14:tracePt t="54750" x="2557463" y="1944688"/>
          <p14:tracePt t="54760" x="2552700" y="2097088"/>
          <p14:tracePt t="54770" x="2563813" y="2265363"/>
          <p14:tracePt t="54780" x="2586038" y="2451100"/>
          <p14:tracePt t="54790" x="2619375" y="2619375"/>
          <p14:tracePt t="54800" x="2652713" y="2760663"/>
          <p14:tracePt t="54810" x="2681288" y="2855913"/>
          <p14:tracePt t="54820" x="2698750" y="2906713"/>
          <p14:tracePt t="54830" x="2703513" y="2917825"/>
          <p14:tracePt t="54840" x="2703513" y="2922588"/>
          <p14:tracePt t="54854" x="2709863" y="2922588"/>
          <p14:tracePt t="54876" x="2709863" y="2928938"/>
          <p14:tracePt t="54900" x="2709863" y="2922588"/>
          <p14:tracePt t="54904" x="2709863" y="2917825"/>
          <p14:tracePt t="54910" x="2714625" y="2906713"/>
          <p14:tracePt t="54920" x="2714625" y="2889250"/>
          <p14:tracePt t="54930" x="2720975" y="2867025"/>
          <p14:tracePt t="54940" x="2736850" y="2822575"/>
          <p14:tracePt t="54950" x="2754313" y="2787650"/>
          <p14:tracePt t="54960" x="2787650" y="2749550"/>
          <p14:tracePt t="54970" x="2849563" y="2692400"/>
          <p14:tracePt t="54980" x="2944813" y="2625725"/>
          <p14:tracePt t="54990" x="3057525" y="2563813"/>
          <p14:tracePt t="54990" x="3108325" y="2535238"/>
          <p14:tracePt t="55000" x="3311525" y="2444750"/>
          <p14:tracePt t="55010" x="3541713" y="2355850"/>
          <p14:tracePt t="55020" x="3776663" y="2265363"/>
          <p14:tracePt t="55030" x="4019550" y="2163763"/>
          <p14:tracePt t="55040" x="4254500" y="2057400"/>
          <p14:tracePt t="55050" x="4429125" y="1951038"/>
          <p14:tracePt t="55060" x="4541838" y="1849438"/>
          <p14:tracePt t="55070" x="4597400" y="1776413"/>
          <p14:tracePt t="55080" x="4637088" y="1703388"/>
          <p14:tracePt t="55090" x="4676775" y="1635125"/>
          <p14:tracePt t="55100" x="4716463" y="1579563"/>
          <p14:tracePt t="55110" x="4760913" y="1528763"/>
          <p14:tracePt t="55120" x="4800600" y="1495425"/>
          <p14:tracePt t="55130" x="4829175" y="1466850"/>
          <p14:tracePt t="55140" x="4856163" y="1455738"/>
          <p14:tracePt t="55150" x="4873625" y="1450975"/>
          <p14:tracePt t="55160" x="4906963" y="1438275"/>
          <p14:tracePt t="55170" x="4957763" y="1427163"/>
          <p14:tracePt t="55180" x="5059363" y="1416050"/>
          <p14:tracePt t="55190" x="5183188" y="1404938"/>
          <p14:tracePt t="55200" x="5362575" y="1400175"/>
          <p14:tracePt t="55210" x="5588000" y="1393825"/>
          <p14:tracePt t="55220" x="5807075" y="1382713"/>
          <p14:tracePt t="55230" x="6042025" y="1365250"/>
          <p14:tracePt t="55240" x="6289675" y="1343025"/>
          <p14:tracePt t="55250" x="6519863" y="1309688"/>
          <p14:tracePt t="55260" x="6762750" y="1270000"/>
          <p14:tracePt t="55270" x="6981825" y="1243013"/>
          <p14:tracePt t="55280" x="7205663" y="1219200"/>
          <p14:tracePt t="55290" x="7408863" y="1208088"/>
          <p14:tracePt t="55300" x="7594600" y="1203325"/>
          <p14:tracePt t="55310" x="7729538" y="1203325"/>
          <p14:tracePt t="55320" x="7835900" y="1214438"/>
          <p14:tracePt t="55330" x="7897813" y="1230313"/>
          <p14:tracePt t="55340" x="7948613" y="1258888"/>
          <p14:tracePt t="55350" x="7993063" y="1292225"/>
          <p14:tracePt t="55360" x="8048625" y="1349375"/>
          <p14:tracePt t="55370" x="8128000" y="1450975"/>
          <p14:tracePt t="55380" x="8229600" y="1590675"/>
          <p14:tracePt t="55390" x="8364538" y="1787525"/>
          <p14:tracePt t="55400" x="8543925" y="2035175"/>
          <p14:tracePt t="55410" x="8740775" y="2293938"/>
          <p14:tracePt t="55420" x="8942388" y="2546350"/>
          <p14:tracePt t="55430" x="9134475" y="2794000"/>
          <p14:tracePt t="55440" x="9296400" y="3030538"/>
          <p14:tracePt t="55450" x="9431338" y="3265488"/>
          <p14:tracePt t="55460" x="9528175" y="3502025"/>
          <p14:tracePt t="55470" x="9594850" y="3732213"/>
          <p14:tracePt t="55480" x="9628188" y="3940175"/>
          <p14:tracePt t="55490" x="9645650" y="4132263"/>
          <p14:tracePt t="55500" x="9645650" y="4300538"/>
          <p14:tracePt t="55510" x="9628188" y="4435475"/>
          <p14:tracePt t="55520" x="9578975" y="4548188"/>
          <p14:tracePt t="55530" x="9517063" y="4625975"/>
          <p14:tracePt t="55540" x="9420225" y="4687888"/>
          <p14:tracePt t="55550" x="9291638" y="4733925"/>
          <p14:tracePt t="55560" x="9150350" y="4749800"/>
          <p14:tracePt t="55570" x="9004300" y="4749800"/>
          <p14:tracePt t="55580" x="8836025" y="4699000"/>
          <p14:tracePt t="55590" x="8634413" y="4621213"/>
          <p14:tracePt t="55600" x="8369300" y="4497388"/>
          <p14:tracePt t="55610" x="8043863" y="4333875"/>
          <p14:tracePt t="55620" x="7639050" y="4143375"/>
          <p14:tracePt t="55630" x="7178675" y="3913188"/>
          <p14:tracePt t="55640" x="6654800" y="3654425"/>
          <p14:tracePt t="55650" x="6110288" y="3367088"/>
          <p14:tracePt t="55660" x="5559425" y="3046413"/>
          <p14:tracePt t="55670" x="5059363" y="2720975"/>
          <p14:tracePt t="55680" x="4681538" y="2462213"/>
          <p14:tracePt t="55690" x="4400550" y="2247900"/>
          <p14:tracePt t="55700" x="4187825" y="2063750"/>
          <p14:tracePt t="55710" x="4052888" y="1916113"/>
          <p14:tracePt t="55720" x="3979863" y="1804988"/>
          <p14:tracePt t="55730" x="3940175" y="1714500"/>
          <p14:tracePt t="55740" x="3922713" y="1624013"/>
          <p14:tracePt t="55750" x="3917950" y="1528763"/>
          <p14:tracePt t="55760" x="3917950" y="1433513"/>
          <p14:tracePt t="55770" x="3940175" y="1327150"/>
          <p14:tracePt t="55780" x="3973513" y="1230313"/>
          <p14:tracePt t="55790" x="4035425" y="1135063"/>
          <p14:tracePt t="55800" x="4119563" y="1057275"/>
          <p14:tracePt t="55810" x="4210050" y="1000125"/>
          <p14:tracePt t="55820" x="4344988" y="944563"/>
          <p14:tracePt t="55830" x="4535488" y="893763"/>
          <p14:tracePt t="55840" x="4783138" y="854075"/>
          <p14:tracePt t="55850" x="5092700" y="831850"/>
          <p14:tracePt t="55860" x="5446713" y="809625"/>
          <p14:tracePt t="55870" x="5807075" y="798513"/>
          <p14:tracePt t="55880" x="6143625" y="792163"/>
          <p14:tracePt t="55890" x="6453188" y="803275"/>
          <p14:tracePt t="55900" x="6738938" y="842963"/>
          <p14:tracePt t="55910" x="6981825" y="900113"/>
          <p14:tracePt t="55920" x="7183438" y="973138"/>
          <p14:tracePt t="55930" x="7346950" y="1062038"/>
          <p14:tracePt t="55940" x="7486650" y="1157288"/>
          <p14:tracePt t="55950" x="7610475" y="1270000"/>
          <p14:tracePt t="55960" x="7712075" y="1404938"/>
          <p14:tracePt t="55970" x="7767638" y="1528763"/>
          <p14:tracePt t="55980" x="7791450" y="1641475"/>
          <p14:tracePt t="55990" x="7796213" y="1765300"/>
          <p14:tracePt t="56000" x="7785100" y="1905000"/>
          <p14:tracePt t="56010" x="7756525" y="2057400"/>
          <p14:tracePt t="56020" x="7729538" y="2209800"/>
          <p14:tracePt t="56030" x="7683500" y="2360613"/>
          <p14:tracePt t="56040" x="7639050" y="2506663"/>
          <p14:tracePt t="56050" x="7588250" y="2636838"/>
          <p14:tracePt t="56060" x="7521575" y="2760663"/>
          <p14:tracePt t="56070" x="7435850" y="2878138"/>
          <p14:tracePt t="56080" x="7335838" y="2984500"/>
          <p14:tracePt t="56090" x="7227888" y="3086100"/>
          <p14:tracePt t="56100" x="7143750" y="3159125"/>
          <p14:tracePt t="56110" x="7088188" y="3198813"/>
          <p14:tracePt t="56120" x="7065963" y="3221038"/>
          <p14:tracePt t="56130" x="7054850" y="3221038"/>
          <p14:tracePt t="56160" x="7059613" y="3221038"/>
          <p14:tracePt t="56162" x="7059613" y="3214688"/>
          <p14:tracePt t="56170" x="7070725" y="3203575"/>
          <p14:tracePt t="56180" x="7092950" y="3170238"/>
          <p14:tracePt t="56190" x="7116763" y="3141663"/>
          <p14:tracePt t="56200" x="7138988" y="3108325"/>
          <p14:tracePt t="56210" x="7161213" y="3074988"/>
          <p14:tracePt t="56220" x="7183438" y="3035300"/>
          <p14:tracePt t="56230" x="7205663" y="3001963"/>
          <p14:tracePt t="56240" x="7223125" y="2973388"/>
          <p14:tracePt t="56250" x="7240588" y="2957513"/>
          <p14:tracePt t="56260" x="7251700" y="2951163"/>
          <p14:tracePt t="56270" x="7256463" y="2951163"/>
          <p14:tracePt t="56280" x="7273925" y="2951163"/>
          <p14:tracePt t="56290" x="7307263" y="2962275"/>
          <p14:tracePt t="56300" x="7358063" y="2990850"/>
          <p14:tracePt t="56310" x="7435850" y="3041650"/>
          <p14:tracePt t="56320" x="7497763" y="3086100"/>
          <p14:tracePt t="56330" x="7543800" y="3136900"/>
          <p14:tracePt t="56340" x="7570788" y="3187700"/>
          <p14:tracePt t="56350" x="7588250" y="3232150"/>
          <p14:tracePt t="56360" x="7588250" y="3265488"/>
          <p14:tracePt t="56370" x="7588250" y="3287713"/>
          <p14:tracePt t="56380" x="7588250" y="3305175"/>
          <p14:tracePt t="56390" x="7588250" y="3311525"/>
          <p14:tracePt t="56400" x="7588250" y="3316288"/>
          <p14:tracePt t="56410" x="7588250" y="3322638"/>
          <p14:tracePt t="56434" x="7583488" y="3322638"/>
          <p14:tracePt t="56436" x="7577138" y="3322638"/>
          <p14:tracePt t="56440" x="7559675" y="3322638"/>
          <p14:tracePt t="56450" x="7510463" y="3316288"/>
          <p14:tracePt t="56460" x="7419975" y="3300413"/>
          <p14:tracePt t="56470" x="7307263" y="3276600"/>
          <p14:tracePt t="56480" x="7150100" y="3243263"/>
          <p14:tracePt t="56490" x="6919913" y="3181350"/>
          <p14:tracePt t="56500" x="6672263" y="3092450"/>
          <p14:tracePt t="56510" x="6424613" y="2990850"/>
          <p14:tracePt t="56520" x="6200775" y="2871788"/>
          <p14:tracePt t="56530" x="6026150" y="2771775"/>
          <p14:tracePt t="56540" x="5957888" y="2714625"/>
          <p14:tracePt t="56550" x="5942013" y="2692400"/>
          <p14:tracePt t="56560" x="5942013" y="2687638"/>
          <p14:tracePt t="56570" x="5942013" y="2670175"/>
          <p14:tracePt t="56580" x="5942013" y="2659063"/>
          <p14:tracePt t="56590" x="5942013" y="2641600"/>
          <p14:tracePt t="56600" x="5942013" y="2630488"/>
          <p14:tracePt t="56610" x="5946775" y="2619375"/>
          <p14:tracePt t="56620" x="5957888" y="2608263"/>
          <p14:tracePt t="56630" x="5969000" y="2590800"/>
          <p14:tracePt t="56640" x="5997575" y="2563813"/>
          <p14:tracePt t="56650" x="6042025" y="2541588"/>
          <p14:tracePt t="56660" x="6121400" y="2501900"/>
          <p14:tracePt t="56670" x="6200775" y="2466975"/>
          <p14:tracePt t="56680" x="6278563" y="2433638"/>
          <p14:tracePt t="56690" x="6340475" y="2389188"/>
          <p14:tracePt t="56700" x="6391275" y="2349500"/>
          <p14:tracePt t="56710" x="6435725" y="2316163"/>
          <p14:tracePt t="56720" x="6464300" y="2282825"/>
          <p14:tracePt t="56730" x="6486525" y="2254250"/>
          <p14:tracePt t="56740" x="6515100" y="2225675"/>
          <p14:tracePt t="56750" x="6542088" y="2203450"/>
          <p14:tracePt t="56760" x="6581775" y="2185988"/>
          <p14:tracePt t="56770" x="6621463" y="2174875"/>
          <p14:tracePt t="56780" x="6665913" y="2163763"/>
          <p14:tracePt t="56790" x="6705600" y="2163763"/>
          <p14:tracePt t="56800" x="6738938" y="2163763"/>
          <p14:tracePt t="56810" x="6773863" y="2170113"/>
          <p14:tracePt t="56820" x="6824663" y="2198688"/>
          <p14:tracePt t="56830" x="6913563" y="2259013"/>
          <p14:tracePt t="56840" x="7088188" y="2378075"/>
          <p14:tracePt t="56850" x="7262813" y="2506663"/>
          <p14:tracePt t="56860" x="7431088" y="2659063"/>
          <p14:tracePt t="56870" x="7570788" y="2798763"/>
          <p14:tracePt t="56880" x="7689850" y="2933700"/>
          <p14:tracePt t="56890" x="7802563" y="3068638"/>
          <p14:tracePt t="56900" x="7886700" y="3192463"/>
          <p14:tracePt t="56910" x="7959725" y="3311525"/>
          <p14:tracePt t="56920" x="8004175" y="3389313"/>
          <p14:tracePt t="56930" x="8026400" y="3446463"/>
          <p14:tracePt t="56940" x="8026400" y="3468688"/>
          <p14:tracePt t="56950" x="8026400" y="3479800"/>
          <p14:tracePt t="56962" x="8026400" y="3484563"/>
          <p14:tracePt t="57156" x="8021638" y="3484563"/>
          <p14:tracePt t="57160" x="8015288" y="3484563"/>
          <p14:tracePt t="57164" x="8010525" y="3490913"/>
          <p14:tracePt t="57170" x="7986713" y="3513138"/>
          <p14:tracePt t="57180" x="7926388" y="3581400"/>
          <p14:tracePt t="57190" x="7858125" y="3636963"/>
          <p14:tracePt t="57236" x="7853363" y="3643313"/>
          <p14:tracePt t="57246" x="7858125" y="3648075"/>
          <p14:tracePt t="57252" x="7864475" y="3648075"/>
          <p14:tracePt t="57804" x="7875588" y="3665538"/>
          <p14:tracePt t="57806" x="7891463" y="3676650"/>
          <p14:tracePt t="57810" x="7937500" y="3705225"/>
          <p14:tracePt t="57820" x="8061325" y="3778250"/>
          <p14:tracePt t="57830" x="8218488" y="3867150"/>
          <p14:tracePt t="57840" x="8375650" y="3968750"/>
          <p14:tracePt t="57850" x="8526463" y="4075113"/>
          <p14:tracePt t="57860" x="8678863" y="4194175"/>
          <p14:tracePt t="57870" x="8802688" y="4316413"/>
          <p14:tracePt t="57880" x="8897938" y="4435475"/>
          <p14:tracePt t="57890" x="8970963" y="4541838"/>
          <p14:tracePt t="57900" x="9021763" y="4648200"/>
          <p14:tracePt t="57910" x="9066213" y="4749800"/>
          <p14:tracePt t="57920" x="9101138" y="4851400"/>
          <p14:tracePt t="57930" x="9139238" y="4991100"/>
          <p14:tracePt t="57940" x="9185275" y="5172075"/>
          <p14:tracePt t="57950" x="9236075" y="5380038"/>
          <p14:tracePt t="57960" x="9274175" y="5592763"/>
          <p14:tracePt t="57970" x="9313863" y="5846763"/>
          <p14:tracePt t="57980" x="9336088" y="6116638"/>
          <p14:tracePt t="57990" x="9336088" y="6386513"/>
          <p14:tracePt t="58000" x="9342438" y="6650038"/>
          <p14:tracePt t="58298" x="2185988" y="6807200"/>
          <p14:tracePt t="58300" x="1989138" y="6767513"/>
          <p14:tracePt t="58310" x="893763" y="6537325"/>
        </p14:tracePtLst>
      </p14:laserTraceLst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F25A-C15D-16F5-4576-E74803E7F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A72DEE9-4257-0BF1-6330-6C8408F88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/>
          <a:lstStyle/>
          <a:p>
            <a:r>
              <a:rPr lang="en-US" dirty="0"/>
              <a:t>The Respiratory System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0B055C8-1F35-CA70-948A-64685A653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Takes in oxygen; Excretes carbon dioxide; Regulate the composition of the blood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F35EF-AD2C-DC48-6B3B-7889B78AE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-18288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62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71"/>
    </mc:Choice>
    <mc:Fallback xmlns="">
      <p:transition spd="slow" advTm="2177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6A87DE-E81D-46A2-7891-9C06422C7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D6799D-4A30-4426-B1D1-73A16A53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D53964-75DB-47FC-995E-A11B07A07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1D54AB-1B89-42B2-90D1-A01C9152C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29AA5B-1409-89A9-C44D-973EAF5F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898" y="302859"/>
            <a:ext cx="5248437" cy="2582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The Respiratory System</a:t>
            </a:r>
            <a:endParaRPr lang="en-US" sz="4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C44AF-3A4F-59B0-88A6-CE96524B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676" y="-14198"/>
            <a:ext cx="685800" cy="685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D80A5A-15E0-23E8-5D3F-F36F0B56E3DB}"/>
              </a:ext>
            </a:extLst>
          </p:cNvPr>
          <p:cNvSpPr txBox="1"/>
          <p:nvPr/>
        </p:nvSpPr>
        <p:spPr>
          <a:xfrm>
            <a:off x="422898" y="3354749"/>
            <a:ext cx="4548656" cy="2582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ts val="2800"/>
              </a:lnSpc>
              <a:spcAft>
                <a:spcPts val="600"/>
              </a:spcAft>
              <a:buClr>
                <a:schemeClr val="accent2"/>
              </a:buClr>
              <a:buFont typeface="Wingdings 2" panose="05020102010507070707" pitchFamily="18" charset="2"/>
              <a:buChar char=""/>
            </a:pPr>
            <a:r>
              <a:rPr lang="en-US" b="1">
                <a:solidFill>
                  <a:schemeClr val="tx2"/>
                </a:solidFill>
              </a:rPr>
              <a:t>Pathway of Air </a:t>
            </a:r>
            <a:r>
              <a:rPr lang="en-US">
                <a:solidFill>
                  <a:schemeClr val="tx2"/>
                </a:solidFill>
              </a:rPr>
              <a:t>: nose/ mouth &gt;</a:t>
            </a:r>
            <a:br>
              <a:rPr lang="en-US">
                <a:solidFill>
                  <a:schemeClr val="tx2"/>
                </a:solidFill>
              </a:rPr>
            </a:br>
            <a:r>
              <a:rPr lang="en-US">
                <a:solidFill>
                  <a:schemeClr val="tx2"/>
                </a:solidFill>
              </a:rPr>
              <a:t>pharynx &gt; larynx &gt; trachea &gt; primary bronchi (the start of the lungs) &gt; secondary bronchi &gt; bronchioles &gt; alveolar ducts &gt; alveoli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986B129-4161-4F17-B0F0-C5532551D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2028" y="-14198"/>
            <a:ext cx="0" cy="6858000"/>
          </a:xfrm>
          <a:prstGeom prst="line">
            <a:avLst/>
          </a:prstGeom>
          <a:ln w="9525" cap="rnd">
            <a:solidFill>
              <a:srgbClr val="FBBF7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Placeholder 2" descr="The different parts of the human respiratory system are depicted.">
            <a:extLst>
              <a:ext uri="{FF2B5EF4-FFF2-40B4-BE49-F238E27FC236}">
                <a16:creationId xmlns:a16="http://schemas.microsoft.com/office/drawing/2014/main" id="{75B4D2CC-7A3D-A520-114A-91E0A11F74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9" b="-807"/>
          <a:stretch/>
        </p:blipFill>
        <p:spPr>
          <a:xfrm>
            <a:off x="6064648" y="2483856"/>
            <a:ext cx="5431536" cy="3682733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1455C73-3A5E-4FE8-8383-DD667D9A6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FBBF7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9712DE8-94E0-4F45-81D9-37AF7A32F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1496182" y="685799"/>
            <a:ext cx="694291" cy="5492009"/>
          </a:xfrm>
          <a:prstGeom prst="rect">
            <a:avLst/>
          </a:prstGeom>
          <a:solidFill>
            <a:srgbClr val="FBBF7E">
              <a:alpha val="25000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9631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335"/>
    </mc:Choice>
    <mc:Fallback xmlns="">
      <p:transition spd="slow" advTm="41335"/>
    </mc:Fallback>
  </mc:AlternateContent>
  <p:extLst>
    <p:ext uri="{3A86A75C-4F4B-4683-9AE1-C65F6400EC91}">
      <p14:laserTraceLst xmlns:p14="http://schemas.microsoft.com/office/powerpoint/2010/main">
        <p14:tracePtLst>
          <p14:tracePt t="4745" x="84138" y="1119188"/>
          <p14:tracePt t="4750" x="252413" y="1203325"/>
          <p14:tracePt t="4760" x="685800" y="1427163"/>
          <p14:tracePt t="4770" x="1135063" y="1652588"/>
          <p14:tracePt t="4780" x="1630363" y="1911350"/>
          <p14:tracePt t="4790" x="2147888" y="2152650"/>
          <p14:tracePt t="4800" x="2681288" y="2406650"/>
          <p14:tracePt t="4810" x="3238500" y="2659063"/>
          <p14:tracePt t="4820" x="3805238" y="2900363"/>
          <p14:tracePt t="4830" x="4356100" y="3119438"/>
          <p14:tracePt t="4840" x="4851400" y="3311525"/>
          <p14:tracePt t="4850" x="5334000" y="3495675"/>
          <p14:tracePt t="4860" x="5716588" y="3630613"/>
          <p14:tracePt t="4870" x="6030913" y="3721100"/>
          <p14:tracePt t="4880" x="6300788" y="3783013"/>
          <p14:tracePt t="4890" x="6515100" y="3811588"/>
          <p14:tracePt t="4900" x="6705600" y="3838575"/>
          <p14:tracePt t="4910" x="6880225" y="3856038"/>
          <p14:tracePt t="4920" x="7043738" y="3862388"/>
          <p14:tracePt t="4930" x="7183438" y="3862388"/>
          <p14:tracePt t="4940" x="7302500" y="3862388"/>
          <p14:tracePt t="4950" x="7380288" y="3856038"/>
          <p14:tracePt t="4960" x="7442200" y="3838575"/>
          <p14:tracePt t="4970" x="7515225" y="3816350"/>
          <p14:tracePt t="4980" x="7605713" y="3789363"/>
          <p14:tracePt t="4990" x="7718425" y="3754438"/>
          <p14:tracePt t="5000" x="7847013" y="3716338"/>
          <p14:tracePt t="5010" x="8004175" y="3676650"/>
          <p14:tracePt t="5020" x="8167688" y="3630613"/>
          <p14:tracePt t="5030" x="8342313" y="3586163"/>
          <p14:tracePt t="5040" x="8515350" y="3541713"/>
          <p14:tracePt t="5050" x="8685213" y="3495675"/>
          <p14:tracePt t="5060" x="8853488" y="3446463"/>
          <p14:tracePt t="5070" x="9010650" y="3406775"/>
          <p14:tracePt t="5080" x="9150350" y="3362325"/>
          <p14:tracePt t="5090" x="9269413" y="3327400"/>
          <p14:tracePt t="5100" x="9386888" y="3300413"/>
          <p14:tracePt t="5110" x="9477375" y="3276600"/>
          <p14:tracePt t="5120" x="9555163" y="3265488"/>
          <p14:tracePt t="5130" x="9612313" y="3254375"/>
          <p14:tracePt t="5140" x="9628188" y="3254375"/>
          <p14:tracePt t="5150" x="9634538" y="3249613"/>
          <p14:tracePt t="5187" x="9639300" y="3249613"/>
          <p14:tracePt t="5277" x="9639300" y="3243263"/>
          <p14:tracePt t="5347" x="9645650" y="3243263"/>
          <p14:tracePt t="5351" x="9645650" y="3249613"/>
          <p14:tracePt t="5353" x="9652000" y="3249613"/>
          <p14:tracePt t="5360" x="9656763" y="3254375"/>
          <p14:tracePt t="5370" x="9685338" y="3282950"/>
          <p14:tracePt t="5380" x="9707563" y="3305175"/>
          <p14:tracePt t="5390" x="9736138" y="3327400"/>
          <p14:tracePt t="5400" x="9752013" y="3344863"/>
          <p14:tracePt t="5410" x="9774238" y="3367088"/>
          <p14:tracePt t="5420" x="9791700" y="3389313"/>
          <p14:tracePt t="5430" x="9809163" y="3406775"/>
          <p14:tracePt t="5440" x="9825038" y="3435350"/>
          <p14:tracePt t="5450" x="9842500" y="3462338"/>
          <p14:tracePt t="5460" x="9859963" y="3490913"/>
          <p14:tracePt t="5470" x="9871075" y="3513138"/>
          <p14:tracePt t="5480" x="9875838" y="3524250"/>
          <p14:tracePt t="5490" x="9875838" y="3530600"/>
          <p14:tracePt t="5523" x="9875838" y="3535363"/>
          <p14:tracePt t="5845" x="9875838" y="3530600"/>
          <p14:tracePt t="5849" x="9875838" y="3524250"/>
          <p14:tracePt t="5879" x="9875838" y="3519488"/>
          <p14:tracePt t="9387" x="9871075" y="3519488"/>
          <p14:tracePt t="9389" x="9871075" y="3513138"/>
          <p14:tracePt t="9400" x="9842500" y="3502025"/>
          <p14:tracePt t="9410" x="9798050" y="3490913"/>
          <p14:tracePt t="9420" x="9747250" y="3468688"/>
          <p14:tracePt t="9430" x="9701213" y="3457575"/>
          <p14:tracePt t="9440" x="9685338" y="3451225"/>
          <p14:tracePt t="9455" x="9685338" y="3446463"/>
          <p14:tracePt t="9483" x="9678988" y="3446463"/>
          <p14:tracePt t="9701" x="9678988" y="3440113"/>
          <p14:tracePt t="9703" x="9674225" y="3440113"/>
          <p14:tracePt t="9710" x="9674225" y="3435350"/>
          <p14:tracePt t="9721" x="9667875" y="3435350"/>
          <p14:tracePt t="9730" x="9663113" y="3429000"/>
          <p14:tracePt t="9740" x="9656763" y="3422650"/>
          <p14:tracePt t="9750" x="9652000" y="3417888"/>
          <p14:tracePt t="9760" x="9645650" y="3406775"/>
          <p14:tracePt t="9770" x="9639300" y="3400425"/>
          <p14:tracePt t="9789" x="9634538" y="3400425"/>
          <p14:tracePt t="9793" x="9634538" y="3395663"/>
          <p14:tracePt t="9843" x="9634538" y="3389313"/>
          <p14:tracePt t="9909" x="9634538" y="3384550"/>
          <p14:tracePt t="10031" x="9634538" y="3378200"/>
          <p14:tracePt t="10057" x="9634538" y="3373438"/>
          <p14:tracePt t="10061" x="9628188" y="3373438"/>
          <p14:tracePt t="10079" x="9628188" y="3367088"/>
          <p14:tracePt t="10093" x="9628188" y="3362325"/>
          <p14:tracePt t="10099" x="9623425" y="3362325"/>
          <p14:tracePt t="10141" x="9623425" y="3355975"/>
          <p14:tracePt t="10149" x="9617075" y="3355975"/>
          <p14:tracePt t="10163" x="9612313" y="3349625"/>
          <p14:tracePt t="10167" x="9605963" y="3349625"/>
          <p14:tracePt t="10171" x="9601200" y="3349625"/>
          <p14:tracePt t="10180" x="9601200" y="3338513"/>
          <p14:tracePt t="10190" x="9590088" y="3333750"/>
          <p14:tracePt t="10200" x="9572625" y="3327400"/>
          <p14:tracePt t="10210" x="9550400" y="3316288"/>
          <p14:tracePt t="10220" x="9521825" y="3300413"/>
          <p14:tracePt t="10230" x="9493250" y="3294063"/>
          <p14:tracePt t="10240" x="9482138" y="3282950"/>
          <p14:tracePt t="10250" x="9477375" y="3282950"/>
          <p14:tracePt t="10260" x="9477375" y="3276600"/>
          <p14:tracePt t="10270" x="9471025" y="3276600"/>
          <p14:tracePt t="10313" x="9466263" y="3276600"/>
          <p14:tracePt t="10475" x="9459913" y="3276600"/>
          <p14:tracePt t="10477" x="9455150" y="3276600"/>
          <p14:tracePt t="10483" x="9448800" y="3271838"/>
          <p14:tracePt t="10490" x="9444038" y="3271838"/>
          <p14:tracePt t="10500" x="9431338" y="3265488"/>
          <p14:tracePt t="10510" x="9426575" y="3260725"/>
          <p14:tracePt t="10521" x="9420225" y="3260725"/>
          <p14:tracePt t="10563" x="9415463" y="3260725"/>
          <p14:tracePt t="10595" x="9409113" y="3260725"/>
          <p14:tracePt t="10869" x="9404350" y="3260725"/>
          <p14:tracePt t="10877" x="9404350" y="3254375"/>
          <p14:tracePt t="10881" x="9398000" y="3254375"/>
          <p14:tracePt t="10890" x="9393238" y="3254375"/>
          <p14:tracePt t="10900" x="9386888" y="3254375"/>
          <p14:tracePt t="10910" x="9382125" y="3254375"/>
          <p14:tracePt t="10945" x="9375775" y="3254375"/>
          <p14:tracePt t="10973" x="9371013" y="3254375"/>
          <p14:tracePt t="10985" x="9364663" y="3254375"/>
          <p14:tracePt t="11009" x="9358313" y="3254375"/>
          <p14:tracePt t="11041" x="9353550" y="3254375"/>
          <p14:tracePt t="11063" x="9347200" y="3254375"/>
          <p14:tracePt t="11067" x="9342438" y="3254375"/>
          <p14:tracePt t="11075" x="9336088" y="3254375"/>
          <p14:tracePt t="11083" x="9331325" y="3254375"/>
          <p14:tracePt t="11091" x="9324975" y="3254375"/>
          <p14:tracePt t="11100" x="9313863" y="3249613"/>
          <p14:tracePt t="11110" x="9302750" y="3249613"/>
          <p14:tracePt t="11121" x="9296400" y="3249613"/>
          <p14:tracePt t="11135" x="9291638" y="3249613"/>
          <p14:tracePt t="11177" x="9285288" y="3249613"/>
          <p14:tracePt t="11201" x="9280525" y="3249613"/>
          <p14:tracePt t="11231" x="9274175" y="3249613"/>
          <p14:tracePt t="11247" x="9269413" y="3249613"/>
          <p14:tracePt t="11265" x="9263063" y="3249613"/>
          <p14:tracePt t="11275" x="9258300" y="3249613"/>
          <p14:tracePt t="11281" x="9258300" y="3254375"/>
          <p14:tracePt t="11283" x="9251950" y="3254375"/>
          <p14:tracePt t="11290" x="9247188" y="3254375"/>
          <p14:tracePt t="11300" x="9240838" y="3254375"/>
          <p14:tracePt t="11310" x="9236075" y="3254375"/>
          <p14:tracePt t="11320" x="9223375" y="3260725"/>
          <p14:tracePt t="11330" x="9218613" y="3265488"/>
          <p14:tracePt t="11345" x="9212263" y="3265488"/>
          <p14:tracePt t="11381" x="9207500" y="3265488"/>
          <p14:tracePt t="11399" x="9201150" y="3265488"/>
          <p14:tracePt t="11453" x="9196388" y="3265488"/>
          <p14:tracePt t="11521" x="9190038" y="3265488"/>
          <p14:tracePt t="11523" x="9190038" y="3271838"/>
          <p14:tracePt t="11579" x="9185275" y="3271838"/>
          <p14:tracePt t="11718" x="9178925" y="3271838"/>
          <p14:tracePt t="11725" x="9174163" y="3271838"/>
          <p14:tracePt t="11733" x="9167813" y="3271838"/>
          <p14:tracePt t="11737" x="9163050" y="3265488"/>
          <p14:tracePt t="11741" x="9156700" y="3265488"/>
          <p14:tracePt t="11750" x="9150350" y="3260725"/>
          <p14:tracePt t="11760" x="9139238" y="3260725"/>
          <p14:tracePt t="11770" x="9123363" y="3254375"/>
          <p14:tracePt t="11780" x="9112250" y="3254375"/>
          <p14:tracePt t="11790" x="9101138" y="3254375"/>
          <p14:tracePt t="11800" x="9088438" y="3254375"/>
          <p14:tracePt t="11810" x="9083675" y="3254375"/>
          <p14:tracePt t="11820" x="9077325" y="3254375"/>
          <p14:tracePt t="11835" x="9072563" y="3254375"/>
          <p14:tracePt t="11851" x="9066213" y="3254375"/>
          <p14:tracePt t="11861" x="9061450" y="3254375"/>
          <p14:tracePt t="11909" x="9055100" y="3254375"/>
          <p14:tracePt t="12079" x="9055100" y="3260725"/>
          <p14:tracePt t="12091" x="9055100" y="3265488"/>
          <p14:tracePt t="12103" x="9055100" y="3271838"/>
          <p14:tracePt t="12119" x="9055100" y="3276600"/>
          <p14:tracePt t="12135" x="9050338" y="3276600"/>
          <p14:tracePt t="12137" x="9050338" y="3282950"/>
          <p14:tracePt t="12153" x="9050338" y="3287713"/>
          <p14:tracePt t="12719" x="9050338" y="3294063"/>
          <p14:tracePt t="12741" x="9050338" y="3300413"/>
          <p14:tracePt t="12757" x="9050338" y="3305175"/>
          <p14:tracePt t="12765" x="9050338" y="3311525"/>
          <p14:tracePt t="12767" x="9043988" y="3311525"/>
          <p14:tracePt t="12783" x="9043988" y="3316288"/>
          <p14:tracePt t="12805" x="9043988" y="3322638"/>
          <p14:tracePt t="12807" x="9039225" y="3322638"/>
          <p14:tracePt t="12829" x="9039225" y="3327400"/>
          <p14:tracePt t="12839" x="9039225" y="3333750"/>
          <p14:tracePt t="12861" x="9039225" y="3338513"/>
          <p14:tracePt t="12873" x="9032875" y="3338513"/>
          <p14:tracePt t="12877" x="9032875" y="3344863"/>
          <p14:tracePt t="12893" x="9032875" y="3349625"/>
          <p14:tracePt t="12905" x="9032875" y="3355975"/>
          <p14:tracePt t="12909" x="9028113" y="3355975"/>
          <p14:tracePt t="12913" x="9028113" y="3362325"/>
          <p14:tracePt t="12927" x="9028113" y="3367088"/>
          <p14:tracePt t="12973" x="9028113" y="3373438"/>
          <p14:tracePt t="14077" x="9021763" y="3373438"/>
          <p14:tracePt t="14079" x="9021763" y="3378200"/>
          <p14:tracePt t="14085" x="9021763" y="3384550"/>
          <p14:tracePt t="14090" x="9015413" y="3384550"/>
          <p14:tracePt t="14100" x="9015413" y="3389313"/>
          <p14:tracePt t="14110" x="9015413" y="3395663"/>
          <p14:tracePt t="14120" x="9010650" y="3400425"/>
          <p14:tracePt t="14130" x="9010650" y="3406775"/>
          <p14:tracePt t="14140" x="9010650" y="3411538"/>
          <p14:tracePt t="14150" x="9004300" y="3411538"/>
          <p14:tracePt t="14160" x="9004300" y="3417888"/>
          <p14:tracePt t="14170" x="9004300" y="3429000"/>
          <p14:tracePt t="14181" x="8999538" y="3429000"/>
          <p14:tracePt t="14190" x="8999538" y="3435350"/>
          <p14:tracePt t="14209" x="8999538" y="3440113"/>
          <p14:tracePt t="14221" x="8993188" y="3440113"/>
          <p14:tracePt t="14235" x="8993188" y="3446463"/>
          <p14:tracePt t="14245" x="8993188" y="3451225"/>
          <p14:tracePt t="14259" x="8993188" y="3457575"/>
          <p14:tracePt t="14271" x="8988425" y="3457575"/>
          <p14:tracePt t="14273" x="8988425" y="3462338"/>
          <p14:tracePt t="14289" x="8988425" y="3468688"/>
          <p14:tracePt t="14297" x="8988425" y="3473450"/>
          <p14:tracePt t="14309" x="8988425" y="3479800"/>
          <p14:tracePt t="14321" x="8988425" y="3484563"/>
          <p14:tracePt t="14331" x="8988425" y="3490913"/>
          <p14:tracePt t="14337" x="8988425" y="3495675"/>
          <p14:tracePt t="14349" x="8988425" y="3502025"/>
          <p14:tracePt t="14361" x="8988425" y="3508375"/>
          <p14:tracePt t="14373" x="8988425" y="3513138"/>
          <p14:tracePt t="14381" x="8988425" y="3519488"/>
          <p14:tracePt t="14393" x="8988425" y="3524250"/>
          <p14:tracePt t="14401" x="8988425" y="3530600"/>
          <p14:tracePt t="14409" x="8988425" y="3535363"/>
          <p14:tracePt t="14417" x="8988425" y="3541713"/>
          <p14:tracePt t="14421" x="8988425" y="3546475"/>
          <p14:tracePt t="14430" x="8988425" y="3552825"/>
          <p14:tracePt t="14440" x="8988425" y="3557588"/>
          <p14:tracePt t="14450" x="8988425" y="3570288"/>
          <p14:tracePt t="14460" x="8988425" y="3575050"/>
          <p14:tracePt t="14470" x="8988425" y="3581400"/>
          <p14:tracePt t="14480" x="8988425" y="3592513"/>
          <p14:tracePt t="14490" x="8988425" y="3597275"/>
          <p14:tracePt t="14500" x="8988425" y="3608388"/>
          <p14:tracePt t="14510" x="8988425" y="3619500"/>
          <p14:tracePt t="14520" x="8988425" y="3625850"/>
          <p14:tracePt t="14530" x="8993188" y="3636963"/>
          <p14:tracePt t="14540" x="8993188" y="3643313"/>
          <p14:tracePt t="14550" x="8993188" y="3648075"/>
          <p14:tracePt t="14560" x="8999538" y="3659188"/>
          <p14:tracePt t="14570" x="8999538" y="3665538"/>
          <p14:tracePt t="14580" x="8999538" y="3670300"/>
          <p14:tracePt t="14590" x="8999538" y="3676650"/>
          <p14:tracePt t="14600" x="8999538" y="3681413"/>
          <p14:tracePt t="14610" x="8999538" y="3687763"/>
          <p14:tracePt t="14623" x="8999538" y="3692525"/>
          <p14:tracePt t="14635" x="8999538" y="3698875"/>
          <p14:tracePt t="14641" x="8999538" y="3705225"/>
          <p14:tracePt t="14651" x="8999538" y="3709988"/>
          <p14:tracePt t="14661" x="8999538" y="3716338"/>
          <p14:tracePt t="14670" x="8999538" y="3721100"/>
          <p14:tracePt t="14681" x="8999538" y="3727450"/>
          <p14:tracePt t="14697" x="8999538" y="3732213"/>
          <p14:tracePt t="15219" x="8999538" y="3738563"/>
          <p14:tracePt t="15231" x="8993188" y="3743325"/>
          <p14:tracePt t="15241" x="8993188" y="3749675"/>
          <p14:tracePt t="15247" x="8993188" y="3754438"/>
          <p14:tracePt t="15253" x="8988425" y="3754438"/>
          <p14:tracePt t="15260" x="8988425" y="3760788"/>
          <p14:tracePt t="15271" x="8988425" y="3765550"/>
          <p14:tracePt t="15280" x="8982075" y="3765550"/>
          <p14:tracePt t="15297" x="8982075" y="3771900"/>
          <p14:tracePt t="15313" x="8982075" y="3778250"/>
          <p14:tracePt t="15335" x="8977313" y="3778250"/>
          <p14:tracePt t="15361" x="8977313" y="3783013"/>
          <p14:tracePt t="15591" x="8977313" y="3789363"/>
          <p14:tracePt t="15633" x="8977313" y="3794125"/>
          <p14:tracePt t="15655" x="8977313" y="3800475"/>
          <p14:tracePt t="15721" x="8977313" y="3805238"/>
          <p14:tracePt t="15839" x="8977313" y="3811588"/>
          <p14:tracePt t="15869" x="8977313" y="3816350"/>
          <p14:tracePt t="15881" x="8977313" y="3822700"/>
          <p14:tracePt t="15897" x="8977313" y="3827463"/>
          <p14:tracePt t="15915" x="8977313" y="3833813"/>
          <p14:tracePt t="15935" x="8977313" y="3838575"/>
          <p14:tracePt t="15943" x="8977313" y="3844925"/>
          <p14:tracePt t="15961" x="8977313" y="3851275"/>
          <p14:tracePt t="15977" x="8977313" y="3856038"/>
          <p14:tracePt t="15989" x="8977313" y="3862388"/>
          <p14:tracePt t="15995" x="8977313" y="3867150"/>
          <p14:tracePt t="16007" x="8977313" y="3873500"/>
          <p14:tracePt t="16021" x="8977313" y="3878263"/>
          <p14:tracePt t="16041" x="8977313" y="3884613"/>
          <p14:tracePt t="16057" x="8977313" y="3889375"/>
          <p14:tracePt t="16231" x="8977313" y="3895725"/>
          <p14:tracePt t="16241" x="8977313" y="3900488"/>
          <p14:tracePt t="16249" x="8977313" y="3906838"/>
          <p14:tracePt t="16253" x="8977313" y="3913188"/>
          <p14:tracePt t="16260" x="8977313" y="3924300"/>
          <p14:tracePt t="16270" x="8977313" y="3935413"/>
          <p14:tracePt t="16280" x="8977313" y="3946525"/>
          <p14:tracePt t="16290" x="8977313" y="3951288"/>
          <p14:tracePt t="16300" x="8977313" y="3962400"/>
          <p14:tracePt t="16313" x="8977313" y="3968750"/>
          <p14:tracePt t="16327" x="8977313" y="3973513"/>
          <p14:tracePt t="16341" x="8977313" y="3979863"/>
          <p14:tracePt t="16349" x="8977313" y="3986213"/>
          <p14:tracePt t="16399" x="8977313" y="3990975"/>
          <p14:tracePt t="16485" x="8977313" y="3997325"/>
          <p14:tracePt t="16487" x="8982075" y="3997325"/>
          <p14:tracePt t="16495" x="8982075" y="4002088"/>
          <p14:tracePt t="16500" x="8982075" y="4008438"/>
          <p14:tracePt t="16510" x="8982075" y="4013200"/>
          <p14:tracePt t="16520" x="8982075" y="4019550"/>
          <p14:tracePt t="16530" x="8988425" y="4035425"/>
          <p14:tracePt t="16540" x="8993188" y="4052888"/>
          <p14:tracePt t="16550" x="8993188" y="4064000"/>
          <p14:tracePt t="16560" x="8999538" y="4081463"/>
          <p14:tracePt t="16570" x="8999538" y="4086225"/>
          <p14:tracePt t="16580" x="8999538" y="4097338"/>
          <p14:tracePt t="16590" x="8999538" y="4108450"/>
          <p14:tracePt t="16600" x="9004300" y="4121150"/>
          <p14:tracePt t="16633" x="9004300" y="4125913"/>
          <p14:tracePt t="16713" x="9004300" y="4132263"/>
          <p14:tracePt t="16723" x="9004300" y="4137025"/>
          <p14:tracePt t="16727" x="9004300" y="4143375"/>
          <p14:tracePt t="16735" x="9004300" y="4148138"/>
          <p14:tracePt t="16741" x="9004300" y="4154488"/>
          <p14:tracePt t="16750" x="9004300" y="4159250"/>
          <p14:tracePt t="16760" x="9004300" y="4170363"/>
          <p14:tracePt t="16770" x="9004300" y="4181475"/>
          <p14:tracePt t="16780" x="9004300" y="4187825"/>
          <p14:tracePt t="16790" x="9004300" y="4194175"/>
          <p14:tracePt t="16815" x="9004300" y="4198938"/>
          <p14:tracePt t="16825" x="9004300" y="4205288"/>
          <p14:tracePt t="16829" x="9004300" y="4210050"/>
          <p14:tracePt t="16837" x="9004300" y="4216400"/>
          <p14:tracePt t="16843" x="9004300" y="4221163"/>
          <p14:tracePt t="16850" x="9004300" y="4227513"/>
          <p14:tracePt t="16860" x="9004300" y="4232275"/>
          <p14:tracePt t="16870" x="9004300" y="4238625"/>
          <p14:tracePt t="16880" x="9004300" y="4243388"/>
          <p14:tracePt t="16939" x="9004300" y="4238625"/>
          <p14:tracePt t="16941" x="9004300" y="4232275"/>
          <p14:tracePt t="16950" x="8999538" y="4221163"/>
          <p14:tracePt t="16960" x="8999538" y="4194175"/>
          <p14:tracePt t="16970" x="8993188" y="4143375"/>
          <p14:tracePt t="16980" x="8993188" y="4097338"/>
          <p14:tracePt t="16990" x="8993188" y="4048125"/>
          <p14:tracePt t="17000" x="8999538" y="4008438"/>
          <p14:tracePt t="17010" x="9004300" y="3968750"/>
          <p14:tracePt t="17020" x="9004300" y="3946525"/>
          <p14:tracePt t="17030" x="9004300" y="3935413"/>
          <p14:tracePt t="17043" x="9004300" y="3929063"/>
          <p14:tracePt t="17085" x="9010650" y="3935413"/>
          <p14:tracePt t="17087" x="9010650" y="3940175"/>
          <p14:tracePt t="17090" x="9015413" y="3951288"/>
          <p14:tracePt t="17100" x="9021763" y="3997325"/>
          <p14:tracePt t="17110" x="9028113" y="4048125"/>
          <p14:tracePt t="17120" x="9028113" y="4108450"/>
          <p14:tracePt t="17130" x="9028113" y="4159250"/>
          <p14:tracePt t="17140" x="9028113" y="4210050"/>
          <p14:tracePt t="17150" x="9028113" y="4267200"/>
          <p14:tracePt t="17160" x="9021763" y="4305300"/>
          <p14:tracePt t="17170" x="9021763" y="4340225"/>
          <p14:tracePt t="17180" x="9015413" y="4351338"/>
          <p14:tracePt t="17190" x="9015413" y="4356100"/>
          <p14:tracePt t="17211" x="9010650" y="4356100"/>
          <p14:tracePt t="17221" x="9010650" y="4351338"/>
          <p14:tracePt t="17223" x="9004300" y="4340225"/>
          <p14:tracePt t="17230" x="8999538" y="4316413"/>
          <p14:tracePt t="17240" x="8977313" y="4267200"/>
          <p14:tracePt t="17250" x="8953500" y="4210050"/>
          <p14:tracePt t="17260" x="8931275" y="4148138"/>
          <p14:tracePt t="17270" x="8909050" y="4086225"/>
          <p14:tracePt t="17280" x="8880475" y="4024313"/>
          <p14:tracePt t="17290" x="8847138" y="3962400"/>
          <p14:tracePt t="17300" x="8824913" y="3924300"/>
          <p14:tracePt t="17310" x="8802688" y="3889375"/>
          <p14:tracePt t="17320" x="8796338" y="3873500"/>
          <p14:tracePt t="17330" x="8791575" y="3873500"/>
          <p14:tracePt t="17340" x="8791575" y="3867150"/>
          <p14:tracePt t="17350" x="8785225" y="3867150"/>
          <p14:tracePt t="17397" x="8785225" y="3873500"/>
          <p14:tracePt t="17399" x="8785225" y="3878263"/>
          <p14:tracePt t="17403" x="8785225" y="3884613"/>
          <p14:tracePt t="17410" x="8785225" y="3900488"/>
          <p14:tracePt t="17420" x="8785225" y="3951288"/>
          <p14:tracePt t="17430" x="8785225" y="3997325"/>
          <p14:tracePt t="17440" x="8785225" y="4041775"/>
          <p14:tracePt t="17450" x="8785225" y="4075113"/>
          <p14:tracePt t="17460" x="8785225" y="4108450"/>
          <p14:tracePt t="17470" x="8785225" y="4132263"/>
          <p14:tracePt t="17480" x="8785225" y="4143375"/>
          <p14:tracePt t="17490" x="8785225" y="4148138"/>
          <p14:tracePt t="17505" x="8785225" y="4154488"/>
          <p14:tracePt t="17525" x="8791575" y="4154488"/>
          <p14:tracePt t="17527" x="8791575" y="4148138"/>
          <p14:tracePt t="17531" x="8791575" y="4143375"/>
          <p14:tracePt t="17540" x="8796338" y="4121150"/>
          <p14:tracePt t="17550" x="8813800" y="4081463"/>
          <p14:tracePt t="17560" x="8824913" y="4048125"/>
          <p14:tracePt t="17570" x="8836025" y="4024313"/>
          <p14:tracePt t="17580" x="8836025" y="4019550"/>
          <p14:tracePt t="17590" x="8836025" y="4013200"/>
          <p14:tracePt t="17605" x="8842375" y="4013200"/>
          <p14:tracePt t="17645" x="8842375" y="4019550"/>
          <p14:tracePt t="17649" x="8842375" y="4024313"/>
          <p14:tracePt t="17651" x="8842375" y="4030663"/>
          <p14:tracePt t="17660" x="8842375" y="4041775"/>
          <p14:tracePt t="17670" x="8847138" y="4059238"/>
          <p14:tracePt t="17680" x="8847138" y="4075113"/>
          <p14:tracePt t="17690" x="8853488" y="4086225"/>
          <p14:tracePt t="17700" x="8853488" y="4092575"/>
          <p14:tracePt t="17710" x="8858250" y="4092575"/>
          <p14:tracePt t="17733" x="8864600" y="4086225"/>
          <p14:tracePt t="17735" x="8869363" y="4081463"/>
          <p14:tracePt t="17740" x="8875713" y="4070350"/>
          <p14:tracePt t="17750" x="8904288" y="4030663"/>
          <p14:tracePt t="17760" x="8937625" y="3990975"/>
          <p14:tracePt t="17770" x="8977313" y="3951288"/>
          <p14:tracePt t="17780" x="9010650" y="3924300"/>
          <p14:tracePt t="17790" x="9028113" y="3895725"/>
          <p14:tracePt t="17800" x="9039225" y="3878263"/>
          <p14:tracePt t="17810" x="9039225" y="3873500"/>
          <p14:tracePt t="17821" x="9039225" y="3867150"/>
          <p14:tracePt t="17883" x="9043988" y="3867150"/>
          <p14:tracePt t="17927" x="9043988" y="3873500"/>
          <p14:tracePt t="17929" x="9050338" y="3873500"/>
          <p14:tracePt t="17931" x="9050338" y="3878263"/>
          <p14:tracePt t="17940" x="9050338" y="3889375"/>
          <p14:tracePt t="17950" x="9050338" y="3913188"/>
          <p14:tracePt t="17960" x="9050338" y="3935413"/>
          <p14:tracePt t="17970" x="9050338" y="3962400"/>
          <p14:tracePt t="17980" x="9050338" y="3979863"/>
          <p14:tracePt t="17990" x="9050338" y="3986213"/>
          <p14:tracePt t="18000" x="9050338" y="3990975"/>
          <p14:tracePt t="18059" x="9050338" y="3986213"/>
          <p14:tracePt t="18061" x="9050338" y="3979863"/>
          <p14:tracePt t="18070" x="9050338" y="3968750"/>
          <p14:tracePt t="18080" x="9050338" y="3940175"/>
          <p14:tracePt t="18090" x="9055100" y="3913188"/>
          <p14:tracePt t="18100" x="9055100" y="3884613"/>
          <p14:tracePt t="18110" x="9055100" y="3862388"/>
          <p14:tracePt t="18120" x="9055100" y="3851275"/>
          <p14:tracePt t="18130" x="9055100" y="3844925"/>
          <p14:tracePt t="18169" x="9055100" y="3838575"/>
          <p14:tracePt t="18213" x="9055100" y="3844925"/>
          <p14:tracePt t="18221" x="9055100" y="3851275"/>
          <p14:tracePt t="18227" x="9055100" y="3856038"/>
          <p14:tracePt t="18235" x="9055100" y="3862388"/>
          <p14:tracePt t="18240" x="9055100" y="3867150"/>
          <p14:tracePt t="18250" x="9055100" y="3878263"/>
          <p14:tracePt t="18260" x="9055100" y="3895725"/>
          <p14:tracePt t="18270" x="9055100" y="3913188"/>
          <p14:tracePt t="18280" x="9050338" y="3917950"/>
          <p14:tracePt t="18290" x="9050338" y="3935413"/>
          <p14:tracePt t="18300" x="9043988" y="3940175"/>
          <p14:tracePt t="18310" x="9043988" y="3951288"/>
          <p14:tracePt t="18320" x="9043988" y="3962400"/>
          <p14:tracePt t="18330" x="9043988" y="3973513"/>
          <p14:tracePt t="18340" x="9043988" y="3986213"/>
          <p14:tracePt t="18350" x="9039225" y="3990975"/>
          <p14:tracePt t="18360" x="9039225" y="4002088"/>
          <p14:tracePt t="18370" x="9039225" y="4008438"/>
          <p14:tracePt t="18393" x="9039225" y="4013200"/>
          <p14:tracePt t="18517" x="9039225" y="4019550"/>
          <p14:tracePt t="18519" x="9039225" y="4024313"/>
          <p14:tracePt t="18523" x="9039225" y="4030663"/>
          <p14:tracePt t="18530" x="9039225" y="4035425"/>
          <p14:tracePt t="18540" x="9039225" y="4070350"/>
          <p14:tracePt t="18550" x="9043988" y="4108450"/>
          <p14:tracePt t="18560" x="9043988" y="4159250"/>
          <p14:tracePt t="18570" x="9043988" y="4221163"/>
          <p14:tracePt t="18580" x="9043988" y="4322763"/>
          <p14:tracePt t="18590" x="9043988" y="4402138"/>
          <p14:tracePt t="18600" x="9032875" y="4468813"/>
          <p14:tracePt t="18610" x="9028113" y="4519613"/>
          <p14:tracePt t="18620" x="9021763" y="4537075"/>
          <p14:tracePt t="18630" x="9021763" y="4548188"/>
          <p14:tracePt t="18640" x="9015413" y="4548188"/>
          <p14:tracePt t="18675" x="9015413" y="4552950"/>
          <p14:tracePt t="18705" x="9015413" y="4548188"/>
          <p14:tracePt t="18713" x="9015413" y="4541838"/>
          <p14:tracePt t="18721" x="9015413" y="4537075"/>
          <p14:tracePt t="18725" x="9015413" y="4530725"/>
          <p14:tracePt t="18730" x="9015413" y="4524375"/>
          <p14:tracePt t="18740" x="9015413" y="4513263"/>
          <p14:tracePt t="18750" x="9015413" y="4502150"/>
          <p14:tracePt t="18760" x="9015413" y="4491038"/>
          <p14:tracePt t="18770" x="9015413" y="4479925"/>
          <p14:tracePt t="18780" x="9015413" y="4468813"/>
          <p14:tracePt t="18790" x="9015413" y="4464050"/>
          <p14:tracePt t="18800" x="9015413" y="4457700"/>
          <p14:tracePt t="18817" x="9015413" y="4451350"/>
          <p14:tracePt t="18843" x="9015413" y="4446588"/>
          <p14:tracePt t="18865" x="9015413" y="4440238"/>
          <p14:tracePt t="18869" x="9015413" y="4435475"/>
          <p14:tracePt t="18873" x="9021763" y="4435475"/>
          <p14:tracePt t="18880" x="9021763" y="4429125"/>
          <p14:tracePt t="18890" x="9028113" y="4424363"/>
          <p14:tracePt t="18900" x="9028113" y="4402138"/>
          <p14:tracePt t="18910" x="9032875" y="4384675"/>
          <p14:tracePt t="18920" x="9032875" y="4373563"/>
          <p14:tracePt t="18930" x="9039225" y="4362450"/>
          <p14:tracePt t="18940" x="9039225" y="4351338"/>
          <p14:tracePt t="18950" x="9043988" y="4340225"/>
          <p14:tracePt t="18960" x="9043988" y="4333875"/>
          <p14:tracePt t="18970" x="9043988" y="4322763"/>
          <p14:tracePt t="18980" x="9050338" y="4311650"/>
          <p14:tracePt t="18990" x="9055100" y="4300538"/>
          <p14:tracePt t="19000" x="9055100" y="4289425"/>
          <p14:tracePt t="19010" x="9061450" y="4278313"/>
          <p14:tracePt t="19020" x="9061450" y="4267200"/>
          <p14:tracePt t="19030" x="9061450" y="4260850"/>
          <p14:tracePt t="19053" x="9061450" y="4256088"/>
          <p14:tracePt t="19085" x="9061450" y="4249738"/>
          <p14:tracePt t="19123" x="9066213" y="4249738"/>
          <p14:tracePt t="19143" x="9066213" y="4243388"/>
          <p14:tracePt t="19201" x="9066213" y="4238625"/>
          <p14:tracePt t="19213" x="9066213" y="4232275"/>
          <p14:tracePt t="19219" x="9066213" y="4227513"/>
          <p14:tracePt t="19229" x="9066213" y="4221163"/>
          <p14:tracePt t="19231" x="9072563" y="4221163"/>
          <p14:tracePt t="19240" x="9072563" y="4216400"/>
          <p14:tracePt t="19250" x="9072563" y="4210050"/>
          <p14:tracePt t="19260" x="9072563" y="4198938"/>
          <p14:tracePt t="19270" x="9072563" y="4194175"/>
          <p14:tracePt t="19280" x="9077325" y="4194175"/>
          <p14:tracePt t="19290" x="9077325" y="4181475"/>
          <p14:tracePt t="19303" x="9077325" y="4176713"/>
          <p14:tracePt t="19319" x="9077325" y="4170363"/>
          <p14:tracePt t="19335" x="9077325" y="4165600"/>
          <p14:tracePt t="19351" x="9077325" y="4159250"/>
          <p14:tracePt t="19523" x="9077325" y="4165600"/>
          <p14:tracePt t="19537" x="9077325" y="4170363"/>
          <p14:tracePt t="19547" x="9077325" y="4176713"/>
          <p14:tracePt t="19555" x="9077325" y="4181475"/>
          <p14:tracePt t="19559" x="9077325" y="4187825"/>
          <p14:tracePt t="19561" x="9077325" y="4194175"/>
          <p14:tracePt t="19570" x="9072563" y="4205288"/>
          <p14:tracePt t="19580" x="9072563" y="4216400"/>
          <p14:tracePt t="19590" x="9066213" y="4238625"/>
          <p14:tracePt t="19600" x="9061450" y="4256088"/>
          <p14:tracePt t="19610" x="9055100" y="4271963"/>
          <p14:tracePt t="19620" x="9050338" y="4283075"/>
          <p14:tracePt t="19630" x="9050338" y="4300538"/>
          <p14:tracePt t="19640" x="9050338" y="4316413"/>
          <p14:tracePt t="19650" x="9050338" y="4340225"/>
          <p14:tracePt t="19660" x="9050338" y="4356100"/>
          <p14:tracePt t="19670" x="9043988" y="4373563"/>
          <p14:tracePt t="19680" x="9043988" y="4391025"/>
          <p14:tracePt t="19690" x="9043988" y="4406900"/>
          <p14:tracePt t="19700" x="9043988" y="4429125"/>
          <p14:tracePt t="19710" x="9043988" y="4446588"/>
          <p14:tracePt t="19720" x="9043988" y="4457700"/>
          <p14:tracePt t="19730" x="9043988" y="4475163"/>
          <p14:tracePt t="19740" x="9043988" y="4479925"/>
          <p14:tracePt t="19750" x="9043988" y="4491038"/>
          <p14:tracePt t="19760" x="9043988" y="4497388"/>
          <p14:tracePt t="19770" x="9043988" y="4502150"/>
          <p14:tracePt t="19780" x="9043988" y="4508500"/>
          <p14:tracePt t="19790" x="9043988" y="4513263"/>
          <p14:tracePt t="19800" x="9043988" y="4524375"/>
          <p14:tracePt t="19810" x="9043988" y="4537075"/>
          <p14:tracePt t="19820" x="9043988" y="4548188"/>
          <p14:tracePt t="19830" x="9039225" y="4552950"/>
          <p14:tracePt t="19840" x="9039225" y="4564063"/>
          <p14:tracePt t="19850" x="9039225" y="4570413"/>
          <p14:tracePt t="19860" x="9039225" y="4581525"/>
          <p14:tracePt t="19870" x="9039225" y="4592638"/>
          <p14:tracePt t="19880" x="9039225" y="4603750"/>
          <p14:tracePt t="19890" x="9039225" y="4621213"/>
          <p14:tracePt t="19900" x="9039225" y="4632325"/>
          <p14:tracePt t="19910" x="9039225" y="4637088"/>
          <p14:tracePt t="19929" x="9039225" y="4643438"/>
          <p14:tracePt t="20027" x="9039225" y="4637088"/>
          <p14:tracePt t="20035" x="9039225" y="4632325"/>
          <p14:tracePt t="20039" x="9039225" y="4625975"/>
          <p14:tracePt t="20047" x="9043988" y="4625975"/>
          <p14:tracePt t="20050" x="9043988" y="4621213"/>
          <p14:tracePt t="20060" x="9043988" y="4614863"/>
          <p14:tracePt t="20070" x="9050338" y="4610100"/>
          <p14:tracePt t="20080" x="9055100" y="4603750"/>
          <p14:tracePt t="20090" x="9055100" y="4598988"/>
          <p14:tracePt t="20100" x="9061450" y="4598988"/>
          <p14:tracePt t="20110" x="9061450" y="4592638"/>
          <p14:tracePt t="20177" x="9066213" y="4592638"/>
          <p14:tracePt t="20251" x="9072563" y="4592638"/>
          <p14:tracePt t="20273" x="9072563" y="4598988"/>
          <p14:tracePt t="20365" x="9072563" y="4592638"/>
          <p14:tracePt t="20371" x="9072563" y="4586288"/>
          <p14:tracePt t="20375" x="9072563" y="4581525"/>
          <p14:tracePt t="20380" x="9072563" y="4575175"/>
          <p14:tracePt t="20390" x="9072563" y="4559300"/>
          <p14:tracePt t="20400" x="9066213" y="4537075"/>
          <p14:tracePt t="20410" x="9055100" y="4513263"/>
          <p14:tracePt t="20420" x="9050338" y="4491038"/>
          <p14:tracePt t="20430" x="9043988" y="4475163"/>
          <p14:tracePt t="20440" x="9032875" y="4457700"/>
          <p14:tracePt t="20450" x="9032875" y="4451350"/>
          <p14:tracePt t="20463" x="9032875" y="4446588"/>
          <p14:tracePt t="20470" x="9028113" y="4446588"/>
          <p14:tracePt t="20480" x="9028113" y="4440238"/>
          <p14:tracePt t="20569" x="9021763" y="4440238"/>
          <p14:tracePt t="20575" x="9021763" y="4446588"/>
          <p14:tracePt t="20587" x="9021763" y="4451350"/>
          <p14:tracePt t="20593" x="9015413" y="4451350"/>
          <p14:tracePt t="20600" x="9015413" y="4457700"/>
          <p14:tracePt t="20610" x="9010650" y="4464050"/>
          <p14:tracePt t="20620" x="9004300" y="4475163"/>
          <p14:tracePt t="20630" x="9004300" y="4479925"/>
          <p14:tracePt t="20640" x="8999538" y="4491038"/>
          <p14:tracePt t="20650" x="8988425" y="4497388"/>
          <p14:tracePt t="20660" x="8982075" y="4502150"/>
          <p14:tracePt t="20670" x="8977313" y="4513263"/>
          <p14:tracePt t="20680" x="8977313" y="4524375"/>
          <p14:tracePt t="20690" x="8966200" y="4530725"/>
          <p14:tracePt t="20700" x="8959850" y="4541838"/>
          <p14:tracePt t="20710" x="8959850" y="4552950"/>
          <p14:tracePt t="20720" x="8953500" y="4564063"/>
          <p14:tracePt t="20730" x="8953500" y="4575175"/>
          <p14:tracePt t="20740" x="8948738" y="4586288"/>
          <p14:tracePt t="20750" x="8948738" y="4592638"/>
          <p14:tracePt t="20760" x="8948738" y="4598988"/>
          <p14:tracePt t="20770" x="8948738" y="4610100"/>
          <p14:tracePt t="20780" x="8948738" y="4614863"/>
          <p14:tracePt t="20790" x="8948738" y="4625975"/>
          <p14:tracePt t="20800" x="8948738" y="4637088"/>
          <p14:tracePt t="20810" x="8948738" y="4643438"/>
          <p14:tracePt t="20820" x="8948738" y="4648200"/>
          <p14:tracePt t="20830" x="8953500" y="4659313"/>
          <p14:tracePt t="20840" x="8959850" y="4672013"/>
          <p14:tracePt t="20850" x="8970963" y="4683125"/>
          <p14:tracePt t="20860" x="8977313" y="4694238"/>
          <p14:tracePt t="20870" x="8988425" y="4710113"/>
          <p14:tracePt t="20880" x="8999538" y="4716463"/>
          <p14:tracePt t="20890" x="9004300" y="4721225"/>
          <p14:tracePt t="20900" x="9010650" y="4727575"/>
          <p14:tracePt t="20910" x="9015413" y="4727575"/>
          <p14:tracePt t="20943" x="9021763" y="4727575"/>
          <p14:tracePt t="20949" x="9028113" y="4727575"/>
          <p14:tracePt t="20955" x="9032875" y="4727575"/>
          <p14:tracePt t="20960" x="9043988" y="4721225"/>
          <p14:tracePt t="20970" x="9077325" y="4699000"/>
          <p14:tracePt t="20980" x="9112250" y="4676775"/>
          <p14:tracePt t="20990" x="9156700" y="4643438"/>
          <p14:tracePt t="21000" x="9196388" y="4610100"/>
          <p14:tracePt t="21010" x="9236075" y="4575175"/>
          <p14:tracePt t="21020" x="9258300" y="4537075"/>
          <p14:tracePt t="21030" x="9280525" y="4502150"/>
          <p14:tracePt t="21040" x="9291638" y="4475163"/>
          <p14:tracePt t="21050" x="9296400" y="4446588"/>
          <p14:tracePt t="21060" x="9296400" y="4429125"/>
          <p14:tracePt t="21070" x="9296400" y="4413250"/>
          <p14:tracePt t="21080" x="9285288" y="4402138"/>
          <p14:tracePt t="21090" x="9269413" y="4384675"/>
          <p14:tracePt t="21100" x="9240838" y="4373563"/>
          <p14:tracePt t="21110" x="9196388" y="4362450"/>
          <p14:tracePt t="21120" x="9139238" y="4351338"/>
          <p14:tracePt t="21130" x="9083675" y="4351338"/>
          <p14:tracePt t="21140" x="9021763" y="4373563"/>
          <p14:tracePt t="21150" x="8966200" y="4395788"/>
          <p14:tracePt t="21160" x="8915400" y="4424363"/>
          <p14:tracePt t="21170" x="8880475" y="4457700"/>
          <p14:tracePt t="21180" x="8858250" y="4486275"/>
          <p14:tracePt t="21190" x="8836025" y="4513263"/>
          <p14:tracePt t="21200" x="8820150" y="4541838"/>
          <p14:tracePt t="21210" x="8813800" y="4575175"/>
          <p14:tracePt t="21220" x="8807450" y="4603750"/>
          <p14:tracePt t="21230" x="8807450" y="4637088"/>
          <p14:tracePt t="21240" x="8807450" y="4659313"/>
          <p14:tracePt t="21250" x="8813800" y="4676775"/>
          <p14:tracePt t="21260" x="8813800" y="4687888"/>
          <p14:tracePt t="21270" x="8820150" y="4694238"/>
          <p14:tracePt t="21280" x="8820150" y="4699000"/>
          <p14:tracePt t="21290" x="8824913" y="4705350"/>
          <p14:tracePt t="21300" x="8831263" y="4710113"/>
          <p14:tracePt t="21310" x="8842375" y="4710113"/>
          <p14:tracePt t="21320" x="8842375" y="4716463"/>
          <p14:tracePt t="21330" x="8853488" y="4716463"/>
          <p14:tracePt t="21340" x="8858250" y="4716463"/>
          <p14:tracePt t="21350" x="8864600" y="4721225"/>
          <p14:tracePt t="21360" x="8875713" y="4721225"/>
          <p14:tracePt t="21370" x="8886825" y="4721225"/>
          <p14:tracePt t="21380" x="8904288" y="4710113"/>
          <p14:tracePt t="21390" x="8926513" y="4687888"/>
          <p14:tracePt t="21400" x="8959850" y="4659313"/>
          <p14:tracePt t="21410" x="8988425" y="4632325"/>
          <p14:tracePt t="21420" x="9004300" y="4603750"/>
          <p14:tracePt t="21430" x="9021763" y="4581525"/>
          <p14:tracePt t="21440" x="9028113" y="4559300"/>
          <p14:tracePt t="21450" x="9028113" y="4530725"/>
          <p14:tracePt t="21460" x="9028113" y="4508500"/>
          <p14:tracePt t="21470" x="9028113" y="4479925"/>
          <p14:tracePt t="21480" x="9010650" y="4451350"/>
          <p14:tracePt t="21490" x="8993188" y="4424363"/>
          <p14:tracePt t="21500" x="8988425" y="4413250"/>
          <p14:tracePt t="21510" x="8982075" y="4413250"/>
          <p14:tracePt t="21539" x="8977313" y="4413250"/>
          <p14:tracePt t="21545" x="8970963" y="4424363"/>
          <p14:tracePt t="21550" x="8966200" y="4429125"/>
          <p14:tracePt t="21560" x="8953500" y="4468813"/>
          <p14:tracePt t="21570" x="8937625" y="4519613"/>
          <p14:tracePt t="21580" x="8915400" y="4564063"/>
          <p14:tracePt t="21590" x="8904288" y="4603750"/>
          <p14:tracePt t="21600" x="8893175" y="4637088"/>
          <p14:tracePt t="21610" x="8886825" y="4659313"/>
          <p14:tracePt t="21620" x="8880475" y="4672013"/>
          <p14:tracePt t="21630" x="8880475" y="4683125"/>
          <p14:tracePt t="21640" x="8880475" y="4687888"/>
          <p14:tracePt t="21650" x="8880475" y="4694238"/>
          <p14:tracePt t="21660" x="8880475" y="4699000"/>
          <p14:tracePt t="21683" x="8886825" y="4699000"/>
          <p14:tracePt t="21685" x="8893175" y="4694238"/>
          <p14:tracePt t="21690" x="8904288" y="4683125"/>
          <p14:tracePt t="21700" x="8937625" y="4643438"/>
          <p14:tracePt t="21710" x="8982075" y="4592638"/>
          <p14:tracePt t="21720" x="9021763" y="4537075"/>
          <p14:tracePt t="21730" x="9050338" y="4491038"/>
          <p14:tracePt t="21740" x="9066213" y="4446588"/>
          <p14:tracePt t="21750" x="9072563" y="4424363"/>
          <p14:tracePt t="21760" x="9072563" y="4418013"/>
          <p14:tracePt t="21770" x="9072563" y="4413250"/>
          <p14:tracePt t="21791" x="9066213" y="4413250"/>
          <p14:tracePt t="21797" x="9061450" y="4413250"/>
          <p14:tracePt t="21800" x="9055100" y="4413250"/>
          <p14:tracePt t="21810" x="9015413" y="4418013"/>
          <p14:tracePt t="21820" x="8982075" y="4446588"/>
          <p14:tracePt t="21830" x="8948738" y="4479925"/>
          <p14:tracePt t="21840" x="8909050" y="4519613"/>
          <p14:tracePt t="21850" x="8880475" y="4564063"/>
          <p14:tracePt t="21860" x="8858250" y="4603750"/>
          <p14:tracePt t="21870" x="8842375" y="4632325"/>
          <p14:tracePt t="21880" x="8836025" y="4637088"/>
          <p14:tracePt t="21890" x="8836025" y="4643438"/>
          <p14:tracePt t="21900" x="8836025" y="4648200"/>
          <p14:tracePt t="21923" x="8836025" y="4654550"/>
          <p14:tracePt t="21945" x="8842375" y="4654550"/>
          <p14:tracePt t="21955" x="8847138" y="4654550"/>
          <p14:tracePt t="21963" x="8853488" y="4654550"/>
          <p14:tracePt t="21969" x="8858250" y="4654550"/>
          <p14:tracePt t="21971" x="8864600" y="4654550"/>
          <p14:tracePt t="21980" x="8869363" y="4648200"/>
          <p14:tracePt t="21990" x="8886825" y="4643438"/>
          <p14:tracePt t="22000" x="8897938" y="4637088"/>
          <p14:tracePt t="22010" x="8909050" y="4637088"/>
          <p14:tracePt t="22020" x="8909050" y="4632325"/>
          <p14:tracePt t="22035" x="8915400" y="4632325"/>
          <p14:tracePt t="22057" x="8915400" y="4625975"/>
          <p14:tracePt t="22059" x="8920163" y="4625975"/>
          <p14:tracePt t="22067" x="8920163" y="4621213"/>
          <p14:tracePt t="22071" x="8926513" y="4621213"/>
          <p14:tracePt t="22080" x="8931275" y="4621213"/>
          <p14:tracePt t="22090" x="8937625" y="4621213"/>
          <p14:tracePt t="22111" x="8942388" y="4621213"/>
          <p14:tracePt t="22137" x="8948738" y="4621213"/>
          <p14:tracePt t="22183" x="8953500" y="4621213"/>
          <p14:tracePt t="22237" x="8953500" y="4614863"/>
          <p14:tracePt t="22251" x="8959850" y="4614863"/>
          <p14:tracePt t="22305" x="8966200" y="4614863"/>
          <p14:tracePt t="22577" x="8966200" y="4610100"/>
          <p14:tracePt t="22733" x="8966200" y="4614863"/>
          <p14:tracePt t="22739" x="8970963" y="4614863"/>
          <p14:tracePt t="22743" x="8970963" y="4621213"/>
          <p14:tracePt t="22750" x="8970963" y="4625975"/>
          <p14:tracePt t="22760" x="8982075" y="4632325"/>
          <p14:tracePt t="22770" x="8993188" y="4637088"/>
          <p14:tracePt t="22780" x="9010650" y="4648200"/>
          <p14:tracePt t="22790" x="9032875" y="4659313"/>
          <p14:tracePt t="22800" x="9055100" y="4665663"/>
          <p14:tracePt t="22810" x="9094788" y="4676775"/>
          <p14:tracePt t="22820" x="9128125" y="4683125"/>
          <p14:tracePt t="22830" x="9167813" y="4687888"/>
          <p14:tracePt t="22840" x="9190038" y="4694238"/>
          <p14:tracePt t="22850" x="9212263" y="4699000"/>
          <p14:tracePt t="22860" x="9223375" y="4705350"/>
          <p14:tracePt t="22870" x="9236075" y="4705350"/>
          <p14:tracePt t="22880" x="9240838" y="4710113"/>
          <p14:tracePt t="22890" x="9247188" y="4716463"/>
          <p14:tracePt t="22900" x="9251950" y="4721225"/>
          <p14:tracePt t="22911" x="9258300" y="4721225"/>
          <p14:tracePt t="22920" x="9258300" y="4727575"/>
          <p14:tracePt t="23247" x="9251950" y="4727575"/>
          <p14:tracePt t="23305" x="9247188" y="4727575"/>
          <p14:tracePt t="23343" x="9247188" y="4721225"/>
          <p14:tracePt t="23613" x="9247188" y="4716463"/>
          <p14:tracePt t="23637" x="9247188" y="4710113"/>
          <p14:tracePt t="23641" x="9247188" y="4705350"/>
          <p14:tracePt t="23647" x="9247188" y="4699000"/>
          <p14:tracePt t="23650" x="9247188" y="4694238"/>
          <p14:tracePt t="23660" x="9247188" y="4683125"/>
          <p14:tracePt t="23670" x="9240838" y="4672013"/>
          <p14:tracePt t="23680" x="9240838" y="4659313"/>
          <p14:tracePt t="23690" x="9240838" y="4643438"/>
          <p14:tracePt t="23700" x="9240838" y="4637088"/>
          <p14:tracePt t="23710" x="9240838" y="4625975"/>
          <p14:tracePt t="23720" x="9240838" y="4621213"/>
          <p14:tracePt t="23733" x="9240838" y="4614863"/>
          <p14:tracePt t="23919" x="9247188" y="4614863"/>
          <p14:tracePt t="23937" x="9251950" y="4614863"/>
          <p14:tracePt t="23947" x="9258300" y="4614863"/>
          <p14:tracePt t="23967" x="9263063" y="4614863"/>
          <p14:tracePt t="23981" x="9263063" y="4621213"/>
          <p14:tracePt t="24001" x="9269413" y="4621213"/>
          <p14:tracePt t="24015" x="9269413" y="4625975"/>
          <p14:tracePt t="24049" x="9274175" y="4625975"/>
          <p14:tracePt t="24081" x="9274175" y="4632325"/>
          <p14:tracePt t="24103" x="9280525" y="4632325"/>
          <p14:tracePt t="24227" x="9280525" y="4637088"/>
          <p14:tracePt t="24371" x="9285288" y="4637088"/>
          <p14:tracePt t="24387" x="9285288" y="4643438"/>
          <p14:tracePt t="24395" x="9291638" y="4643438"/>
          <p14:tracePt t="24399" x="9291638" y="4648200"/>
          <p14:tracePt t="24405" x="9296400" y="4648200"/>
          <p14:tracePt t="24411" x="9302750" y="4648200"/>
          <p14:tracePt t="24423" x="9302750" y="4654550"/>
          <p14:tracePt t="24430" x="9309100" y="4654550"/>
          <p14:tracePt t="24479" x="9313863" y="4654550"/>
          <p14:tracePt t="24507" x="9313863" y="4659313"/>
          <p14:tracePt t="24549" x="9320213" y="4659313"/>
          <p14:tracePt t="24571" x="9320213" y="4665663"/>
          <p14:tracePt t="25873" x="9324975" y="4665663"/>
          <p14:tracePt t="25879" x="9331325" y="4672013"/>
          <p14:tracePt t="25881" x="9336088" y="4672013"/>
          <p14:tracePt t="25890" x="9386888" y="4687888"/>
          <p14:tracePt t="25900" x="9482138" y="4733925"/>
          <p14:tracePt t="25910" x="9590088" y="4778375"/>
          <p14:tracePt t="25920" x="9656763" y="4811713"/>
          <p14:tracePt t="25930" x="9690100" y="4829175"/>
          <p14:tracePt t="25940" x="9701213" y="4833938"/>
          <p14:tracePt t="25950" x="9713913" y="4840288"/>
          <p14:tracePt t="25960" x="9718675" y="4851400"/>
          <p14:tracePt t="25970" x="9740900" y="4891088"/>
          <p14:tracePt t="25980" x="9763125" y="4929188"/>
          <p14:tracePt t="25990" x="9780588" y="4979988"/>
          <p14:tracePt t="26000" x="9791700" y="5014913"/>
          <p14:tracePt t="26010" x="9802813" y="5053013"/>
          <p14:tracePt t="26020" x="9802813" y="5076825"/>
          <p14:tracePt t="26030" x="9802813" y="5099050"/>
          <p14:tracePt t="26040" x="9802813" y="5110163"/>
          <p14:tracePt t="26050" x="9802813" y="5121275"/>
          <p14:tracePt t="26060" x="9802813" y="5132388"/>
          <p14:tracePt t="26070" x="9802813" y="5143500"/>
          <p14:tracePt t="26080" x="9802813" y="5149850"/>
          <p14:tracePt t="26090" x="9802813" y="5154613"/>
          <p14:tracePt t="26100" x="9802813" y="5160963"/>
          <p14:tracePt t="26113" x="9798050" y="5160963"/>
          <p14:tracePt t="26131" x="9798050" y="5165725"/>
          <p14:tracePt t="26133" x="9791700" y="5165725"/>
          <p14:tracePt t="26171" x="9786938" y="5165725"/>
          <p14:tracePt t="26183" x="9780588" y="5165725"/>
          <p14:tracePt t="26193" x="9774238" y="5165725"/>
          <p14:tracePt t="26195" x="9769475" y="5165725"/>
          <p14:tracePt t="26200" x="9769475" y="5160963"/>
          <p14:tracePt t="26210" x="9758363" y="5149850"/>
          <p14:tracePt t="26220" x="9747250" y="5132388"/>
          <p14:tracePt t="26230" x="9736138" y="5114925"/>
          <p14:tracePt t="26240" x="9713913" y="5081588"/>
          <p14:tracePt t="26250" x="9690100" y="5048250"/>
          <p14:tracePt t="26260" x="9674225" y="5019675"/>
          <p14:tracePt t="26270" x="9652000" y="4979988"/>
          <p14:tracePt t="26280" x="9634538" y="4953000"/>
          <p14:tracePt t="26290" x="9623425" y="4935538"/>
          <p14:tracePt t="26300" x="9617075" y="4918075"/>
          <p14:tracePt t="26310" x="9612313" y="4906963"/>
          <p14:tracePt t="26320" x="9605963" y="4895850"/>
          <p14:tracePt t="26330" x="9601200" y="4891088"/>
          <p14:tracePt t="26340" x="9594850" y="4879975"/>
          <p14:tracePt t="26350" x="9594850" y="4873625"/>
          <p14:tracePt t="26360" x="9594850" y="4867275"/>
          <p14:tracePt t="26370" x="9590088" y="4862513"/>
          <p14:tracePt t="26380" x="9583738" y="4851400"/>
          <p14:tracePt t="26390" x="9578975" y="4845050"/>
          <p14:tracePt t="26400" x="9572625" y="4833938"/>
          <p14:tracePt t="26410" x="9561513" y="4822825"/>
          <p14:tracePt t="26420" x="9550400" y="4806950"/>
          <p14:tracePt t="26430" x="9532938" y="4789488"/>
          <p14:tracePt t="26440" x="9521825" y="4767263"/>
          <p14:tracePt t="26450" x="9510713" y="4756150"/>
          <p14:tracePt t="26460" x="9499600" y="4733925"/>
          <p14:tracePt t="26470" x="9488488" y="4716463"/>
          <p14:tracePt t="26480" x="9482138" y="4699000"/>
          <p14:tracePt t="26490" x="9477375" y="4687888"/>
          <p14:tracePt t="26500" x="9477375" y="4683125"/>
          <p14:tracePt t="26510" x="9471025" y="4676775"/>
          <p14:tracePt t="26531" x="9471025" y="4672013"/>
          <p14:tracePt t="26551" x="9466263" y="4672013"/>
          <p14:tracePt t="26609" x="9466263" y="4676775"/>
          <p14:tracePt t="26611" x="9466263" y="4683125"/>
          <p14:tracePt t="26620" x="9466263" y="4694238"/>
          <p14:tracePt t="26630" x="9466263" y="4710113"/>
          <p14:tracePt t="26640" x="9466263" y="4733925"/>
          <p14:tracePt t="26650" x="9459913" y="4760913"/>
          <p14:tracePt t="26660" x="9455150" y="4783138"/>
          <p14:tracePt t="26670" x="9448800" y="4822825"/>
          <p14:tracePt t="26680" x="9444038" y="4856163"/>
          <p14:tracePt t="26690" x="9437688" y="4891088"/>
          <p14:tracePt t="26700" x="9437688" y="4918075"/>
          <p14:tracePt t="26710" x="9437688" y="4941888"/>
          <p14:tracePt t="26720" x="9437688" y="4964113"/>
          <p14:tracePt t="26730" x="9437688" y="4986338"/>
          <p14:tracePt t="26740" x="9437688" y="5008563"/>
          <p14:tracePt t="26750" x="9437688" y="5037138"/>
          <p14:tracePt t="26760" x="9444038" y="5064125"/>
          <p14:tracePt t="26770" x="9448800" y="5092700"/>
          <p14:tracePt t="26780" x="9455150" y="5121275"/>
          <p14:tracePt t="26790" x="9459913" y="5143500"/>
          <p14:tracePt t="26800" x="9459913" y="5160963"/>
          <p14:tracePt t="26810" x="9466263" y="5172075"/>
          <p14:tracePt t="26820" x="9466263" y="5183188"/>
          <p14:tracePt t="26830" x="9466263" y="5194300"/>
          <p14:tracePt t="26840" x="9471025" y="5205413"/>
          <p14:tracePt t="26850" x="9477375" y="5210175"/>
          <p14:tracePt t="26860" x="9477375" y="5216525"/>
          <p14:tracePt t="26870" x="9477375" y="5227638"/>
          <p14:tracePt t="26880" x="9477375" y="5233988"/>
          <p14:tracePt t="26979" x="9477375" y="5227638"/>
          <p14:tracePt t="26981" x="9477375" y="5222875"/>
          <p14:tracePt t="26990" x="9471025" y="5187950"/>
          <p14:tracePt t="27000" x="9466263" y="5149850"/>
          <p14:tracePt t="27010" x="9455150" y="5099050"/>
          <p14:tracePt t="27020" x="9437688" y="5014913"/>
          <p14:tracePt t="27030" x="9415463" y="4935538"/>
          <p14:tracePt t="27040" x="9398000" y="4862513"/>
          <p14:tracePt t="27050" x="9375775" y="4794250"/>
          <p14:tracePt t="27060" x="9347200" y="4733925"/>
          <p14:tracePt t="27070" x="9324975" y="4676775"/>
          <p14:tracePt t="27080" x="9302750" y="4621213"/>
          <p14:tracePt t="27090" x="9280525" y="4581525"/>
          <p14:tracePt t="27100" x="9269413" y="4559300"/>
          <p14:tracePt t="27110" x="9263063" y="4537075"/>
          <p14:tracePt t="27120" x="9263063" y="4524375"/>
          <p14:tracePt t="27130" x="9263063" y="4519613"/>
          <p14:tracePt t="27140" x="9263063" y="4513263"/>
          <p14:tracePt t="27191" x="9263063" y="4519613"/>
          <p14:tracePt t="27195" x="9263063" y="4524375"/>
          <p14:tracePt t="27200" x="9263063" y="4541838"/>
          <p14:tracePt t="27210" x="9263063" y="4586288"/>
          <p14:tracePt t="27220" x="9280525" y="4665663"/>
          <p14:tracePt t="27230" x="9291638" y="4756150"/>
          <p14:tracePt t="27240" x="9302750" y="4856163"/>
          <p14:tracePt t="27250" x="9309100" y="4941888"/>
          <p14:tracePt t="27260" x="9320213" y="5019675"/>
          <p14:tracePt t="27270" x="9320213" y="5087938"/>
          <p14:tracePt t="27280" x="9331325" y="5137150"/>
          <p14:tracePt t="27290" x="9342438" y="5154613"/>
          <p14:tracePt t="27300" x="9342438" y="5165725"/>
          <p14:tracePt t="27313" x="9342438" y="5172075"/>
          <p14:tracePt t="27320" x="9347200" y="5172075"/>
          <p14:tracePt t="27435" x="9347200" y="5165725"/>
          <p14:tracePt t="27437" x="9347200" y="5160963"/>
          <p14:tracePt t="27441" x="9347200" y="5154613"/>
          <p14:tracePt t="27450" x="9347200" y="5137150"/>
          <p14:tracePt t="27460" x="9342438" y="5121275"/>
          <p14:tracePt t="27470" x="9336088" y="5099050"/>
          <p14:tracePt t="27480" x="9324975" y="5059363"/>
          <p14:tracePt t="27490" x="9320213" y="5030788"/>
          <p14:tracePt t="27500" x="9313863" y="5002213"/>
          <p14:tracePt t="27510" x="9309100" y="4979988"/>
          <p14:tracePt t="27520" x="9309100" y="4964113"/>
          <p14:tracePt t="27530" x="9309100" y="4946650"/>
          <p14:tracePt t="27540" x="9309100" y="4941888"/>
          <p14:tracePt t="27550" x="9313863" y="4935538"/>
          <p14:tracePt t="27560" x="9313863" y="4924425"/>
          <p14:tracePt t="27570" x="9324975" y="4906963"/>
          <p14:tracePt t="27580" x="9353550" y="4879975"/>
          <p14:tracePt t="27590" x="9375775" y="4851400"/>
          <p14:tracePt t="27600" x="9409113" y="4822825"/>
          <p14:tracePt t="27610" x="9444038" y="4800600"/>
          <p14:tracePt t="27620" x="9482138" y="4778375"/>
          <p14:tracePt t="27630" x="9510713" y="4767263"/>
          <p14:tracePt t="27640" x="9521825" y="4760913"/>
          <p14:tracePt t="27650" x="9528175" y="4756150"/>
          <p14:tracePt t="27660" x="9532938" y="4756150"/>
          <p14:tracePt t="27709" x="9539288" y="4756150"/>
          <p14:tracePt t="30491" x="9539288" y="4749800"/>
          <p14:tracePt t="30495" x="9539288" y="4745038"/>
          <p14:tracePt t="30505" x="9539288" y="4738688"/>
          <p14:tracePt t="30539" x="9539288" y="4733925"/>
          <p14:tracePt t="30645" x="9544050" y="4733925"/>
          <p14:tracePt t="30653" x="9550400" y="4733925"/>
          <p14:tracePt t="30657" x="9550400" y="4727575"/>
          <p14:tracePt t="30683" x="9550400" y="4733925"/>
          <p14:tracePt t="30685" x="9550400" y="4738688"/>
          <p14:tracePt t="30690" x="9550400" y="4756150"/>
          <p14:tracePt t="30700" x="9532938" y="4851400"/>
          <p14:tracePt t="30710" x="9499600" y="5037138"/>
          <p14:tracePt t="30720" x="9466263" y="5260975"/>
          <p14:tracePt t="30730" x="9431338" y="5475288"/>
          <p14:tracePt t="30740" x="9404350" y="5661025"/>
          <p14:tracePt t="30750" x="9375775" y="5829300"/>
          <p14:tracePt t="30760" x="9353550" y="5970588"/>
          <p14:tracePt t="30770" x="9336088" y="6088063"/>
          <p14:tracePt t="30780" x="9324975" y="6194425"/>
          <p14:tracePt t="30790" x="9324975" y="6267450"/>
          <p14:tracePt t="30800" x="9320213" y="6318250"/>
          <p14:tracePt t="30810" x="9320213" y="6335713"/>
          <p14:tracePt t="30839" x="9320213" y="6340475"/>
          <p14:tracePt t="30881" x="9320213" y="6335713"/>
          <p14:tracePt t="30885" x="9320213" y="6329363"/>
          <p14:tracePt t="30890" x="9320213" y="6324600"/>
          <p14:tracePt t="30900" x="9320213" y="6307138"/>
          <p14:tracePt t="30911" x="9320213" y="6296025"/>
          <p14:tracePt t="30920" x="9320213" y="6273800"/>
          <p14:tracePt t="30930" x="9320213" y="6238875"/>
          <p14:tracePt t="30940" x="9320213" y="6183313"/>
          <p14:tracePt t="30950" x="9324975" y="6110288"/>
          <p14:tracePt t="30960" x="9324975" y="6003925"/>
          <p14:tracePt t="30970" x="9324975" y="5895975"/>
          <p14:tracePt t="30980" x="9324975" y="5784850"/>
          <p14:tracePt t="30990" x="9324975" y="5683250"/>
          <p14:tracePt t="31000" x="9324975" y="5599113"/>
          <p14:tracePt t="31010" x="9331325" y="5526088"/>
          <p14:tracePt t="31020" x="9342438" y="5464175"/>
          <p14:tracePt t="31030" x="9347200" y="5413375"/>
          <p14:tracePt t="31040" x="9347200" y="5391150"/>
          <p14:tracePt t="31050" x="9353550" y="5368925"/>
          <p14:tracePt t="31060" x="9358313" y="5345113"/>
          <p14:tracePt t="31070" x="9358313" y="5334000"/>
          <p14:tracePt t="31080" x="9358313" y="5311775"/>
          <p14:tracePt t="31090" x="9364663" y="5284788"/>
          <p14:tracePt t="31100" x="9375775" y="5249863"/>
          <p14:tracePt t="31110" x="9393238" y="5199063"/>
          <p14:tracePt t="31120" x="9415463" y="5160963"/>
          <p14:tracePt t="31130" x="9426575" y="5137150"/>
          <p14:tracePt t="31140" x="9431338" y="5126038"/>
          <p14:tracePt t="31150" x="9431338" y="5121275"/>
          <p14:tracePt t="31160" x="9437688" y="5121275"/>
          <p14:tracePt t="31219" x="9444038" y="5121275"/>
          <p14:tracePt t="31229" x="9448800" y="5121275"/>
          <p14:tracePt t="31233" x="9455150" y="5121275"/>
          <p14:tracePt t="31241" x="9459913" y="5121275"/>
          <p14:tracePt t="31250" x="9477375" y="5121275"/>
          <p14:tracePt t="31260" x="9510713" y="5126038"/>
          <p14:tracePt t="31270" x="9544050" y="5137150"/>
          <p14:tracePt t="31280" x="9590088" y="5154613"/>
          <p14:tracePt t="31290" x="9623425" y="5172075"/>
          <p14:tracePt t="31300" x="9634538" y="5176838"/>
          <p14:tracePt t="31310" x="9639300" y="5176838"/>
          <p14:tracePt t="31320" x="9639300" y="5183188"/>
          <p14:tracePt t="31330" x="9645650" y="5199063"/>
          <p14:tracePt t="31340" x="9652000" y="5227638"/>
          <p14:tracePt t="31350" x="9663113" y="5267325"/>
          <p14:tracePt t="31360" x="9667875" y="5318125"/>
          <p14:tracePt t="31370" x="9685338" y="5368925"/>
          <p14:tracePt t="31380" x="9696450" y="5430838"/>
          <p14:tracePt t="31390" x="9707563" y="5480050"/>
          <p14:tracePt t="31400" x="9718675" y="5526088"/>
          <p14:tracePt t="31410" x="9718675" y="5570538"/>
          <p14:tracePt t="31420" x="9725025" y="5610225"/>
          <p14:tracePt t="31430" x="9725025" y="5643563"/>
          <p14:tracePt t="31440" x="9718675" y="5672138"/>
          <p14:tracePt t="31450" x="9701213" y="5694363"/>
          <p14:tracePt t="31460" x="9685338" y="5716588"/>
          <p14:tracePt t="31470" x="9667875" y="5727700"/>
          <p14:tracePt t="31480" x="9656763" y="5727700"/>
          <p14:tracePt t="31490" x="9652000" y="5727700"/>
          <p14:tracePt t="31509" x="9645650" y="5727700"/>
          <p14:tracePt t="31515" x="9639300" y="5727700"/>
          <p14:tracePt t="31520" x="9634538" y="5722938"/>
          <p14:tracePt t="31530" x="9612313" y="5694363"/>
          <p14:tracePt t="31540" x="9578975" y="5661025"/>
          <p14:tracePt t="31550" x="9544050" y="5610225"/>
          <p14:tracePt t="31560" x="9499600" y="5537200"/>
          <p14:tracePt t="31570" x="9459913" y="5446713"/>
          <p14:tracePt t="31580" x="9420225" y="5329238"/>
          <p14:tracePt t="31590" x="9386888" y="5199063"/>
          <p14:tracePt t="31600" x="9382125" y="5081588"/>
          <p14:tracePt t="31610" x="9386888" y="4986338"/>
          <p14:tracePt t="31620" x="9420225" y="4891088"/>
          <p14:tracePt t="31630" x="9455150" y="4818063"/>
          <p14:tracePt t="31640" x="9482138" y="4772025"/>
          <p14:tracePt t="31650" x="9499600" y="4756150"/>
          <p14:tracePt t="31660" x="9510713" y="4749800"/>
          <p14:tracePt t="31670" x="9521825" y="4745038"/>
          <p14:tracePt t="31680" x="9532938" y="4745038"/>
          <p14:tracePt t="31690" x="9539288" y="4745038"/>
          <p14:tracePt t="31700" x="9555163" y="4745038"/>
          <p14:tracePt t="31710" x="9578975" y="4760913"/>
          <p14:tracePt t="31720" x="9612313" y="4778375"/>
          <p14:tracePt t="31730" x="9639300" y="4794250"/>
          <p14:tracePt t="31740" x="9667875" y="4818063"/>
          <p14:tracePt t="31750" x="9690100" y="4840288"/>
          <p14:tracePt t="31760" x="9707563" y="4862513"/>
          <p14:tracePt t="31770" x="9725025" y="4891088"/>
          <p14:tracePt t="31780" x="9736138" y="4902200"/>
          <p14:tracePt t="31790" x="9740900" y="4913313"/>
          <p14:tracePt t="31800" x="9740900" y="4918075"/>
          <p14:tracePt t="31810" x="9740900" y="4924425"/>
          <p14:tracePt t="31820" x="9747250" y="4929188"/>
          <p14:tracePt t="31830" x="9747250" y="4935538"/>
          <p14:tracePt t="31851" x="9747250" y="4941888"/>
          <p14:tracePt t="36757" x="9747250" y="4946650"/>
          <p14:tracePt t="36763" x="9752013" y="4946650"/>
          <p14:tracePt t="36767" x="9752013" y="4953000"/>
          <p14:tracePt t="36773" x="9752013" y="4957763"/>
          <p14:tracePt t="36780" x="9752013" y="4968875"/>
          <p14:tracePt t="36790" x="9725025" y="5002213"/>
          <p14:tracePt t="36800" x="9656763" y="5059363"/>
          <p14:tracePt t="36810" x="9605963" y="5114925"/>
          <p14:tracePt t="36820" x="9578975" y="5160963"/>
          <p14:tracePt t="36830" x="9572625" y="5176838"/>
          <p14:tracePt t="38923" x="9578975" y="5187950"/>
          <p14:tracePt t="38925" x="9583738" y="5199063"/>
          <p14:tracePt t="38930" x="9590088" y="5210175"/>
          <p14:tracePt t="38940" x="9572625" y="5222875"/>
          <p14:tracePt t="38950" x="9578975" y="5238750"/>
          <p14:tracePt t="38960" x="9601200" y="5267325"/>
          <p14:tracePt t="38970" x="9634538" y="5300663"/>
          <p14:tracePt t="38980" x="9713913" y="5362575"/>
          <p14:tracePt t="38990" x="9820275" y="5441950"/>
          <p14:tracePt t="39000" x="10010775" y="5559425"/>
          <p14:tracePt t="39010" x="10207625" y="5672138"/>
          <p14:tracePt t="39020" x="10398125" y="5767388"/>
          <p14:tracePt t="39030" x="10556875" y="5857875"/>
          <p14:tracePt t="39040" x="10696575" y="5942013"/>
          <p14:tracePt t="39050" x="10798175" y="6015038"/>
          <p14:tracePt t="39060" x="10875963" y="6070600"/>
          <p14:tracePt t="39070" x="10933113" y="6127750"/>
          <p14:tracePt t="39080" x="10977563" y="6183313"/>
          <p14:tracePt t="39090" x="11017250" y="6245225"/>
          <p14:tracePt t="39100" x="11050588" y="6307138"/>
          <p14:tracePt t="39110" x="11079163" y="6369050"/>
          <p14:tracePt t="39120" x="11107738" y="6442075"/>
          <p14:tracePt t="39130" x="11129963" y="6515100"/>
          <p14:tracePt t="39140" x="11145838" y="6581775"/>
          <p14:tracePt t="39150" x="11163300" y="6656388"/>
          <p14:tracePt t="39160" x="11180763" y="6734175"/>
          <p14:tracePt t="39170" x="11196638" y="6813550"/>
          <p14:tracePt t="39613" x="692150" y="6773863"/>
          <p14:tracePt t="39620" x="387350" y="6632575"/>
          <p14:tracePt t="39630" x="50800" y="6397625"/>
        </p14:tracePtLst>
      </p14:laserTraceLst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77ABBA-89B4-9A58-D012-6483DA98E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551C3B6-A0D6-43F6-9F68-13666CDA5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2" y="709375"/>
            <a:ext cx="10713675" cy="541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DC2316-FA71-4441-8DB3-CBDFF5A2F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6F0355-CC47-41EE-BB96-C16F2B5AF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759A47-6B4E-4782-9AC5-439D7B31C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F2B3EAB-3265-8F53-DCDF-DF0AA80B8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1765" y="576263"/>
            <a:ext cx="5499746" cy="29676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The Digestive System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2C523F-F4B8-9A82-D041-14D36E083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1765" y="3764975"/>
            <a:ext cx="5499746" cy="219268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ts val="3200"/>
              </a:lnSpc>
            </a:pPr>
            <a:r>
              <a:rPr lang="en-US" sz="2400">
                <a:solidFill>
                  <a:schemeClr val="tx2"/>
                </a:solidFill>
              </a:rPr>
              <a:t>Processes food and eliminates waste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4CC95-6433-B45C-88A2-FB6E86B9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676" y="-14198"/>
            <a:ext cx="685800" cy="685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11C2B77-5F63-4462-9860-A6F4D5EAC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38F11FD-73B0-48DF-9CC3-2A1537413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DF5C8A94-E698-4356-9F20-5773888F1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5" y="685800"/>
            <a:ext cx="687324" cy="5486400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8" name="Graphic 17" descr="Stomach">
            <a:extLst>
              <a:ext uri="{FF2B5EF4-FFF2-40B4-BE49-F238E27FC236}">
                <a16:creationId xmlns:a16="http://schemas.microsoft.com/office/drawing/2014/main" id="{1949581F-2992-7B04-A505-0C6D15C671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850" y="1837726"/>
            <a:ext cx="4334474" cy="433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88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29"/>
    </mc:Choice>
    <mc:Fallback xmlns="">
      <p:transition spd="slow" advTm="19829"/>
    </mc:Fallback>
  </mc:AlternateContent>
  <p:extLst>
    <p:ext uri="{3A86A75C-4F4B-4683-9AE1-C65F6400EC91}">
      <p14:laserTraceLst xmlns:p14="http://schemas.microsoft.com/office/powerpoint/2010/main">
        <p14:tracePtLst>
          <p14:tracePt t="10783" x="550863" y="876300"/>
          <p14:tracePt t="10792" x="1770063" y="1236663"/>
          <p14:tracePt t="10802" x="3579813" y="1787525"/>
          <p14:tracePt t="10812" x="5519738" y="2349500"/>
          <p14:tracePt t="10822" x="7386638" y="2867025"/>
          <p14:tracePt t="10832" x="9043988" y="3271838"/>
          <p14:tracePt t="10842" x="10499725" y="3546475"/>
          <p14:tracePt t="10852" x="11809413" y="3778250"/>
        </p14:tracePtLst>
      </p14:laserTraceLst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CF5F0E-5714-B25B-5A74-F9AB6C1A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Digestive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2534B-4A4C-02D4-1FCD-47BC1293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17410" name="Picture 2" descr="Pathway of Food Diagram">
            <a:extLst>
              <a:ext uri="{FF2B5EF4-FFF2-40B4-BE49-F238E27FC236}">
                <a16:creationId xmlns:a16="http://schemas.microsoft.com/office/drawing/2014/main" id="{6ADC4401-D292-07A3-C126-92BD20B85A7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684" y="289821"/>
            <a:ext cx="4350745" cy="574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Placeholder 2" descr="The different parts of the human digestive system are depicted.">
            <a:extLst>
              <a:ext uri="{FF2B5EF4-FFF2-40B4-BE49-F238E27FC236}">
                <a16:creationId xmlns:a16="http://schemas.microsoft.com/office/drawing/2014/main" id="{5C8E9C5D-288E-B122-E541-F6F5BDE302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12" b="1022"/>
          <a:stretch/>
        </p:blipFill>
        <p:spPr>
          <a:xfrm>
            <a:off x="1261749" y="1825625"/>
            <a:ext cx="3499477" cy="4206875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2399E1-7233-F9BE-E286-370BF78A79AC}"/>
              </a:ext>
            </a:extLst>
          </p:cNvPr>
          <p:cNvSpPr txBox="1"/>
          <p:nvPr/>
        </p:nvSpPr>
        <p:spPr>
          <a:xfrm>
            <a:off x="9779725" y="2299063"/>
            <a:ext cx="15936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Small Intestine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9FC27E-23B2-2009-2D68-FCD9D92BD5A8}"/>
              </a:ext>
            </a:extLst>
          </p:cNvPr>
          <p:cNvSpPr txBox="1"/>
          <p:nvPr/>
        </p:nvSpPr>
        <p:spPr>
          <a:xfrm>
            <a:off x="9779724" y="4053409"/>
            <a:ext cx="15936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Large Intestine</a:t>
            </a:r>
          </a:p>
        </p:txBody>
      </p:sp>
    </p:spTree>
    <p:extLst>
      <p:ext uri="{BB962C8B-B14F-4D97-AF65-F5344CB8AC3E}">
        <p14:creationId xmlns:p14="http://schemas.microsoft.com/office/powerpoint/2010/main" val="8816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006"/>
    </mc:Choice>
    <mc:Fallback xmlns="">
      <p:transition spd="slow" advTm="64006"/>
    </mc:Fallback>
  </mc:AlternateContent>
  <p:extLst>
    <p:ext uri="{3A86A75C-4F4B-4683-9AE1-C65F6400EC91}">
      <p14:laserTraceLst xmlns:p14="http://schemas.microsoft.com/office/powerpoint/2010/main">
        <p14:tracePtLst>
          <p14:tracePt t="1614" x="12136438" y="3557588"/>
          <p14:tracePt t="1625" x="11990388" y="3563938"/>
          <p14:tracePt t="1634" x="11855450" y="3570288"/>
          <p14:tracePt t="1644" x="11725275" y="3575050"/>
          <p14:tracePt t="1655" x="11618913" y="3581400"/>
          <p14:tracePt t="1664" x="11534775" y="3586163"/>
          <p14:tracePt t="1674" x="11455400" y="3603625"/>
          <p14:tracePt t="1684" x="11382375" y="3608388"/>
          <p14:tracePt t="1695" x="11298238" y="3619500"/>
          <p14:tracePt t="1695" x="11276013" y="3619500"/>
          <p14:tracePt t="1704" x="11185525" y="3625850"/>
          <p14:tracePt t="1715" x="11050588" y="3630613"/>
          <p14:tracePt t="1725" x="10904538" y="3630613"/>
          <p14:tracePt t="1734" x="10758488" y="3643313"/>
          <p14:tracePt t="1744" x="10623550" y="3659188"/>
          <p14:tracePt t="1754" x="10510838" y="3676650"/>
          <p14:tracePt t="1765" x="10393363" y="3692525"/>
          <p14:tracePt t="1774" x="10275888" y="3709988"/>
          <p14:tracePt t="1785" x="10163175" y="3732213"/>
          <p14:tracePt t="1795" x="10033000" y="3760788"/>
          <p14:tracePt t="1804" x="9893300" y="3783013"/>
          <p14:tracePt t="1814" x="9752013" y="3816350"/>
          <p14:tracePt t="1824" x="9590088" y="3851275"/>
          <p14:tracePt t="1834" x="9437688" y="3889375"/>
          <p14:tracePt t="1844" x="9280525" y="3935413"/>
          <p14:tracePt t="1854" x="9112250" y="3973513"/>
          <p14:tracePt t="1864" x="8942388" y="4019550"/>
          <p14:tracePt t="1874" x="8780463" y="4052888"/>
          <p14:tracePt t="1884" x="8605838" y="4081463"/>
          <p14:tracePt t="1894" x="8431213" y="4108450"/>
          <p14:tracePt t="1905" x="8269288" y="4137025"/>
          <p14:tracePt t="1914" x="8099425" y="4154488"/>
          <p14:tracePt t="1924" x="7931150" y="4154488"/>
          <p14:tracePt t="1934" x="7756525" y="4154488"/>
          <p14:tracePt t="1944" x="7594600" y="4125913"/>
          <p14:tracePt t="1954" x="7442200" y="4097338"/>
          <p14:tracePt t="1964" x="7307263" y="4059238"/>
          <p14:tracePt t="1974" x="7189788" y="4019550"/>
          <p14:tracePt t="1984" x="7088188" y="3979863"/>
          <p14:tracePt t="1994" x="6981825" y="3935413"/>
          <p14:tracePt t="2004" x="6862763" y="3873500"/>
          <p14:tracePt t="2015" x="6727825" y="3794125"/>
          <p14:tracePt t="2025" x="6515100" y="3676650"/>
          <p14:tracePt t="2034" x="6357938" y="3586163"/>
          <p14:tracePt t="2044" x="6154738" y="3462338"/>
          <p14:tracePt t="2054" x="5930900" y="3316288"/>
          <p14:tracePt t="2065" x="5705475" y="3170238"/>
          <p14:tracePt t="2074" x="5475288" y="3001963"/>
          <p14:tracePt t="2084" x="5232400" y="2816225"/>
          <p14:tracePt t="2094" x="4986338" y="2625725"/>
          <p14:tracePt t="2104" x="4743450" y="2451100"/>
          <p14:tracePt t="2114" x="4530725" y="2305050"/>
          <p14:tracePt t="2125" x="4362450" y="2181225"/>
          <p14:tracePt t="2135" x="4227513" y="2090738"/>
          <p14:tracePt t="2144" x="4119563" y="2035175"/>
          <p14:tracePt t="2154" x="3997325" y="1962150"/>
          <p14:tracePt t="2164" x="3867150" y="1905000"/>
          <p14:tracePt t="2174" x="3743325" y="1855788"/>
          <p14:tracePt t="2184" x="3619500" y="1816100"/>
          <p14:tracePt t="2194" x="3513138" y="1781175"/>
          <p14:tracePt t="2204" x="3446463" y="1770063"/>
          <p14:tracePt t="2214" x="3384550" y="1765300"/>
          <p14:tracePt t="2224" x="3322638" y="1758950"/>
          <p14:tracePt t="2234" x="3249613" y="1765300"/>
          <p14:tracePt t="2244" x="3136900" y="1793875"/>
          <p14:tracePt t="2254" x="2990850" y="1843088"/>
          <p14:tracePt t="2264" x="2805113" y="1916113"/>
          <p14:tracePt t="2274" x="2613025" y="1990725"/>
          <p14:tracePt t="2284" x="2444750" y="2057400"/>
          <p14:tracePt t="2294" x="2282825" y="2112963"/>
          <p14:tracePt t="2304" x="2147888" y="2170113"/>
          <p14:tracePt t="2314" x="2024063" y="2214563"/>
          <p14:tracePt t="2325" x="1944688" y="2243138"/>
          <p14:tracePt t="2334" x="1889125" y="2265363"/>
          <p14:tracePt t="2344" x="1860550" y="2287588"/>
          <p14:tracePt t="2354" x="1849438" y="2293938"/>
          <p14:tracePt t="2393" x="1843088" y="2293938"/>
          <p14:tracePt t="2517" x="1838325" y="2293938"/>
          <p14:tracePt t="2519" x="1838325" y="2287588"/>
          <p14:tracePt t="2531" x="1838325" y="2282825"/>
          <p14:tracePt t="2535" x="1831975" y="2282825"/>
          <p14:tracePt t="2545" x="1831975" y="2276475"/>
          <p14:tracePt t="2555" x="1827213" y="2276475"/>
          <p14:tracePt t="2597" x="1820863" y="2276475"/>
          <p14:tracePt t="2628" x="1827213" y="2282825"/>
          <p14:tracePt t="2629" x="1831975" y="2287588"/>
          <p14:tracePt t="2634" x="1843088" y="2298700"/>
          <p14:tracePt t="2645" x="1911350" y="2344738"/>
          <p14:tracePt t="2655" x="2024063" y="2422525"/>
          <p14:tracePt t="2664" x="2170113" y="2517775"/>
          <p14:tracePt t="2674" x="2298700" y="2597150"/>
          <p14:tracePt t="2684" x="2382838" y="2641600"/>
          <p14:tracePt t="2694" x="2433638" y="2663825"/>
          <p14:tracePt t="2704" x="2462213" y="2681288"/>
          <p14:tracePt t="2714" x="2478088" y="2687638"/>
          <p14:tracePt t="2724" x="2484438" y="2687638"/>
          <p14:tracePt t="2735" x="2484438" y="2692400"/>
          <p14:tracePt t="2759" x="2490788" y="2698750"/>
          <p14:tracePt t="2815" x="2490788" y="2692400"/>
          <p14:tracePt t="2819" x="2484438" y="2687638"/>
          <p14:tracePt t="2824" x="2478088" y="2676525"/>
          <p14:tracePt t="2835" x="2462213" y="2659063"/>
          <p14:tracePt t="2845" x="2439988" y="2630488"/>
          <p14:tracePt t="2855" x="2417763" y="2614613"/>
          <p14:tracePt t="2865" x="2400300" y="2597150"/>
          <p14:tracePt t="2875" x="2389188" y="2586038"/>
          <p14:tracePt t="2885" x="2382838" y="2574925"/>
          <p14:tracePt t="2895" x="2378075" y="2563813"/>
          <p14:tracePt t="2904" x="2371725" y="2552700"/>
          <p14:tracePt t="2914" x="2360613" y="2541588"/>
          <p14:tracePt t="2924" x="2355850" y="2524125"/>
          <p14:tracePt t="2935" x="2349500" y="2513013"/>
          <p14:tracePt t="2944" x="2349500" y="2501900"/>
          <p14:tracePt t="2954" x="2344738" y="2495550"/>
          <p14:tracePt t="2965" x="2344738" y="2490788"/>
          <p14:tracePt t="2974" x="2344738" y="2479675"/>
          <p14:tracePt t="2985" x="2344738" y="2473325"/>
          <p14:tracePt t="2999" x="2344738" y="2466975"/>
          <p14:tracePt t="3011" x="2344738" y="2462213"/>
          <p14:tracePt t="3017" x="2344738" y="2455863"/>
          <p14:tracePt t="3029" x="2344738" y="2451100"/>
          <p14:tracePt t="3041" x="2344738" y="2444750"/>
          <p14:tracePt t="3061" x="2344738" y="2439988"/>
          <p14:tracePt t="3091" x="2344738" y="2433638"/>
          <p14:tracePt t="3228" x="2344738" y="2428875"/>
          <p14:tracePt t="3245" x="2344738" y="2422525"/>
          <p14:tracePt t="3273" x="2349500" y="2417763"/>
          <p14:tracePt t="3287" x="2349500" y="2411413"/>
          <p14:tracePt t="3337" x="2349500" y="2406650"/>
          <p14:tracePt t="3363" x="2355850" y="2406650"/>
          <p14:tracePt t="3667" x="2360613" y="2406650"/>
          <p14:tracePt t="3669" x="2360613" y="2400300"/>
          <p14:tracePt t="3675" x="2366963" y="2400300"/>
          <p14:tracePt t="3685" x="2371725" y="2400300"/>
          <p14:tracePt t="3695" x="2378075" y="2393950"/>
          <p14:tracePt t="3705" x="2382838" y="2389188"/>
          <p14:tracePt t="3715" x="2393950" y="2382838"/>
          <p14:tracePt t="3725" x="2400300" y="2378075"/>
          <p14:tracePt t="3735" x="2405063" y="2371725"/>
          <p14:tracePt t="3745" x="2417763" y="2366963"/>
          <p14:tracePt t="3755" x="2422525" y="2360613"/>
          <p14:tracePt t="3765" x="2433638" y="2355850"/>
          <p14:tracePt t="3774" x="2444750" y="2355850"/>
          <p14:tracePt t="3784" x="2455863" y="2349500"/>
          <p14:tracePt t="3794" x="2466975" y="2344738"/>
          <p14:tracePt t="3804" x="2473325" y="2338388"/>
          <p14:tracePt t="3814" x="2484438" y="2338388"/>
          <p14:tracePt t="3824" x="2490788" y="2338388"/>
          <p14:tracePt t="3835" x="2495550" y="2333625"/>
          <p14:tracePt t="3844" x="2506663" y="2333625"/>
          <p14:tracePt t="3854" x="2513013" y="2333625"/>
          <p14:tracePt t="3864" x="2513013" y="2327275"/>
          <p14:tracePt t="3874" x="2517775" y="2327275"/>
          <p14:tracePt t="3892" x="2524125" y="2327275"/>
          <p14:tracePt t="3899" x="2524125" y="2320925"/>
          <p14:tracePt t="3904" x="2528888" y="2320925"/>
          <p14:tracePt t="3917" x="2535238" y="2320925"/>
          <p14:tracePt t="3924" x="2540000" y="2316163"/>
          <p14:tracePt t="3934" x="2546350" y="2309813"/>
          <p14:tracePt t="3944" x="2579688" y="2298700"/>
          <p14:tracePt t="3954" x="2608263" y="2287588"/>
          <p14:tracePt t="3964" x="2647950" y="2282825"/>
          <p14:tracePt t="3975" x="2687638" y="2276475"/>
          <p14:tracePt t="3984" x="2698750" y="2271713"/>
          <p14:tracePt t="3995" x="2703513" y="2265363"/>
          <p14:tracePt t="4004" x="2709863" y="2265363"/>
          <p14:tracePt t="4031" x="2714625" y="2265363"/>
          <p14:tracePt t="4041" x="2720975" y="2265363"/>
          <p14:tracePt t="4043" x="2725738" y="2265363"/>
          <p14:tracePt t="4045" x="2732088" y="2265363"/>
          <p14:tracePt t="4054" x="2743200" y="2265363"/>
          <p14:tracePt t="4065" x="2760663" y="2265363"/>
          <p14:tracePt t="4075" x="2794000" y="2276475"/>
          <p14:tracePt t="4084" x="2816225" y="2282825"/>
          <p14:tracePt t="4094" x="2838450" y="2293938"/>
          <p14:tracePt t="4105" x="2867025" y="2305050"/>
          <p14:tracePt t="4114" x="2889250" y="2309813"/>
          <p14:tracePt t="4125" x="2900363" y="2316163"/>
          <p14:tracePt t="4147" x="2906713" y="2320925"/>
          <p14:tracePt t="4165" x="2911475" y="2320925"/>
          <p14:tracePt t="4167" x="2911475" y="2327275"/>
          <p14:tracePt t="4174" x="2917825" y="2333625"/>
          <p14:tracePt t="4184" x="2928938" y="2344738"/>
          <p14:tracePt t="4195" x="2944813" y="2360613"/>
          <p14:tracePt t="4205" x="2979738" y="2389188"/>
          <p14:tracePt t="4214" x="3001963" y="2411413"/>
          <p14:tracePt t="4224" x="3017838" y="2428875"/>
          <p14:tracePt t="4234" x="3028950" y="2439988"/>
          <p14:tracePt t="4244" x="3035300" y="2444750"/>
          <p14:tracePt t="4254" x="3041650" y="2455863"/>
          <p14:tracePt t="4264" x="3046413" y="2455863"/>
          <p14:tracePt t="4275" x="3046413" y="2462213"/>
          <p14:tracePt t="4289" x="3052763" y="2462213"/>
          <p14:tracePt t="4295" x="3052763" y="2466975"/>
          <p14:tracePt t="4333" x="3052763" y="2473325"/>
          <p14:tracePt t="4339" x="3057525" y="2473325"/>
          <p14:tracePt t="4347" x="3057525" y="2479675"/>
          <p14:tracePt t="4377" x="3057525" y="2484438"/>
          <p14:tracePt t="4431" x="3057525" y="2490788"/>
          <p14:tracePt t="4551" x="3052763" y="2490788"/>
          <p14:tracePt t="4581" x="3046413" y="2490788"/>
          <p14:tracePt t="4597" x="3041650" y="2490788"/>
          <p14:tracePt t="4607" x="3041650" y="2495550"/>
          <p14:tracePt t="4611" x="3035300" y="2495550"/>
          <p14:tracePt t="4617" x="3028950" y="2495550"/>
          <p14:tracePt t="4624" x="3028950" y="2501900"/>
          <p14:tracePt t="4635" x="3024188" y="2506663"/>
          <p14:tracePt t="4645" x="3024188" y="2513013"/>
          <p14:tracePt t="4655" x="3017838" y="2513013"/>
          <p14:tracePt t="4683" x="3017838" y="2517775"/>
          <p14:tracePt t="4793" x="3013075" y="2517775"/>
          <p14:tracePt t="4797" x="3013075" y="2513013"/>
          <p14:tracePt t="4805" x="3006725" y="2513013"/>
          <p14:tracePt t="4815" x="3001963" y="2501900"/>
          <p14:tracePt t="4825" x="2995613" y="2490788"/>
          <p14:tracePt t="4835" x="2990850" y="2484438"/>
          <p14:tracePt t="4845" x="2984500" y="2473325"/>
          <p14:tracePt t="4855" x="2979738" y="2462213"/>
          <p14:tracePt t="4865" x="2962275" y="2444750"/>
          <p14:tracePt t="4875" x="2940050" y="2417763"/>
          <p14:tracePt t="4885" x="2917825" y="2393950"/>
          <p14:tracePt t="4894" x="2906713" y="2382838"/>
          <p14:tracePt t="4905" x="2889250" y="2371725"/>
          <p14:tracePt t="4915" x="2889250" y="2366963"/>
          <p14:tracePt t="4924" x="2882900" y="2366963"/>
          <p14:tracePt t="4934" x="2878138" y="2360613"/>
          <p14:tracePt t="4945" x="2871788" y="2360613"/>
          <p14:tracePt t="4975" x="2867025" y="2360613"/>
          <p14:tracePt t="4993" x="2867025" y="2355850"/>
          <p14:tracePt t="4999" x="2860675" y="2355850"/>
          <p14:tracePt t="5006" x="2855913" y="2355850"/>
          <p14:tracePt t="5014" x="2844800" y="2355850"/>
          <p14:tracePt t="5024" x="2798763" y="2355850"/>
          <p14:tracePt t="5035" x="2760663" y="2366963"/>
          <p14:tracePt t="5045" x="2709863" y="2371725"/>
          <p14:tracePt t="5054" x="2659063" y="2382838"/>
          <p14:tracePt t="5064" x="2613025" y="2382838"/>
          <p14:tracePt t="5075" x="2563813" y="2393950"/>
          <p14:tracePt t="5084" x="2513013" y="2393950"/>
          <p14:tracePt t="5094" x="2478088" y="2400300"/>
          <p14:tracePt t="5104" x="2455863" y="2406650"/>
          <p14:tracePt t="5115" x="2444750" y="2406650"/>
          <p14:tracePt t="5131" x="2444750" y="2411413"/>
          <p14:tracePt t="5137" x="2439988" y="2411413"/>
          <p14:tracePt t="5251" x="2439988" y="2406650"/>
          <p14:tracePt t="5261" x="2439988" y="2400300"/>
          <p14:tracePt t="5265" x="2444750" y="2393950"/>
          <p14:tracePt t="5269" x="2451100" y="2389188"/>
          <p14:tracePt t="5275" x="2455863" y="2382838"/>
          <p14:tracePt t="5284" x="2466975" y="2371725"/>
          <p14:tracePt t="5295" x="2478088" y="2366963"/>
          <p14:tracePt t="5305" x="2495550" y="2355850"/>
          <p14:tracePt t="5314" x="2517775" y="2349500"/>
          <p14:tracePt t="5324" x="2546350" y="2338388"/>
          <p14:tracePt t="5335" x="2557463" y="2333625"/>
          <p14:tracePt t="5344" x="2568575" y="2333625"/>
          <p14:tracePt t="5355" x="2574925" y="2333625"/>
          <p14:tracePt t="5364" x="2579688" y="2333625"/>
          <p14:tracePt t="5375" x="2590800" y="2327275"/>
          <p14:tracePt t="5385" x="2608263" y="2327275"/>
          <p14:tracePt t="5394" x="2630488" y="2320925"/>
          <p14:tracePt t="5405" x="2641600" y="2316163"/>
          <p14:tracePt t="5415" x="2652713" y="2316163"/>
          <p14:tracePt t="5443" x="2659063" y="2316163"/>
          <p14:tracePt t="5463" x="2663825" y="2316163"/>
          <p14:tracePt t="5467" x="2670175" y="2316163"/>
          <p14:tracePt t="5474" x="2681288" y="2316163"/>
          <p14:tracePt t="5485" x="2709863" y="2316163"/>
          <p14:tracePt t="5495" x="2754313" y="2309813"/>
          <p14:tracePt t="5504" x="2782888" y="2309813"/>
          <p14:tracePt t="5514" x="2809875" y="2309813"/>
          <p14:tracePt t="5525" x="2820988" y="2309813"/>
          <p14:tracePt t="5534" x="2827338" y="2309813"/>
          <p14:tracePt t="5544" x="2833688" y="2305050"/>
          <p14:tracePt t="5559" x="2838450" y="2305050"/>
          <p14:tracePt t="6071" x="2844800" y="2305050"/>
          <p14:tracePt t="6091" x="2849563" y="2305050"/>
          <p14:tracePt t="6109" x="2849563" y="2309813"/>
          <p14:tracePt t="6113" x="2855913" y="2309813"/>
          <p14:tracePt t="6127" x="2860675" y="2309813"/>
          <p14:tracePt t="6143" x="2860675" y="2316163"/>
          <p14:tracePt t="6153" x="2860675" y="2320925"/>
          <p14:tracePt t="6169" x="2867025" y="2327275"/>
          <p14:tracePt t="6187" x="2867025" y="2333625"/>
          <p14:tracePt t="6205" x="2871788" y="2338388"/>
          <p14:tracePt t="6219" x="2871788" y="2344738"/>
          <p14:tracePt t="6237" x="2871788" y="2349500"/>
          <p14:tracePt t="6251" x="2878138" y="2349500"/>
          <p14:tracePt t="6253" x="2878138" y="2355850"/>
          <p14:tracePt t="6289" x="2878138" y="2360613"/>
          <p14:tracePt t="6305" x="2882900" y="2360613"/>
          <p14:tracePt t="6325" x="2882900" y="2366963"/>
          <p14:tracePt t="6357" x="2882900" y="2371725"/>
          <p14:tracePt t="6399" x="2882900" y="2378075"/>
          <p14:tracePt t="8878" x="2889250" y="2378075"/>
          <p14:tracePt t="8885" x="2895600" y="2378075"/>
          <p14:tracePt t="8891" x="2900363" y="2378075"/>
          <p14:tracePt t="8905" x="2917825" y="2378075"/>
          <p14:tracePt t="8915" x="2928938" y="2382838"/>
          <p14:tracePt t="8924" x="2944813" y="2389188"/>
          <p14:tracePt t="8934" x="2968625" y="2400300"/>
          <p14:tracePt t="8945" x="2990850" y="2411413"/>
          <p14:tracePt t="8955" x="3013075" y="2417763"/>
          <p14:tracePt t="8965" x="3035300" y="2428875"/>
          <p14:tracePt t="8975" x="3041650" y="2433638"/>
          <p14:tracePt t="8985" x="3046413" y="2433638"/>
          <p14:tracePt t="9100" x="3046413" y="2439988"/>
          <p14:tracePt t="9113" x="3046413" y="2444750"/>
          <p14:tracePt t="9117" x="3052763" y="2444750"/>
          <p14:tracePt t="9125" x="3052763" y="2451100"/>
          <p14:tracePt t="9134" x="3052763" y="2455863"/>
          <p14:tracePt t="9145" x="3052763" y="2462213"/>
          <p14:tracePt t="9155" x="3057525" y="2473325"/>
          <p14:tracePt t="9165" x="3057525" y="2484438"/>
          <p14:tracePt t="9175" x="3057525" y="2490788"/>
          <p14:tracePt t="9185" x="3057525" y="2501900"/>
          <p14:tracePt t="9195" x="3057525" y="2506663"/>
          <p14:tracePt t="9205" x="3057525" y="2517775"/>
          <p14:tracePt t="9215" x="3057525" y="2524125"/>
          <p14:tracePt t="9225" x="3057525" y="2528888"/>
          <p14:tracePt t="9250" x="3057525" y="2535238"/>
          <p14:tracePt t="9303" x="3057525" y="2541588"/>
          <p14:tracePt t="9338" x="3057525" y="2546350"/>
          <p14:tracePt t="9377" x="3057525" y="2552700"/>
          <p14:tracePt t="9387" x="3057525" y="2557463"/>
          <p14:tracePt t="9395" x="3057525" y="2563813"/>
          <p14:tracePt t="9399" x="3057525" y="2568575"/>
          <p14:tracePt t="9404" x="3057525" y="2574925"/>
          <p14:tracePt t="9415" x="3057525" y="2590800"/>
          <p14:tracePt t="9424" x="3057525" y="2601913"/>
          <p14:tracePt t="9435" x="3057525" y="2619375"/>
          <p14:tracePt t="9444" x="3057525" y="2641600"/>
          <p14:tracePt t="9454" x="3057525" y="2670175"/>
          <p14:tracePt t="9465" x="3057525" y="2692400"/>
          <p14:tracePt t="9474" x="3057525" y="2709863"/>
          <p14:tracePt t="9484" x="3057525" y="2732088"/>
          <p14:tracePt t="9495" x="3057525" y="2743200"/>
          <p14:tracePt t="9505" x="3057525" y="2760663"/>
          <p14:tracePt t="9515" x="3057525" y="2771775"/>
          <p14:tracePt t="9525" x="3057525" y="2782888"/>
          <p14:tracePt t="9535" x="3057525" y="2794000"/>
          <p14:tracePt t="9545" x="3057525" y="2805113"/>
          <p14:tracePt t="9555" x="3057525" y="2816225"/>
          <p14:tracePt t="9565" x="3057525" y="2827338"/>
          <p14:tracePt t="9575" x="3057525" y="2844800"/>
          <p14:tracePt t="9585" x="3057525" y="2849563"/>
          <p14:tracePt t="9595" x="3057525" y="2855913"/>
          <p14:tracePt t="9605" x="3057525" y="2860675"/>
          <p14:tracePt t="9615" x="3057525" y="2867025"/>
          <p14:tracePt t="9814" x="3057525" y="2871788"/>
          <p14:tracePt t="9833" x="3057525" y="2878138"/>
          <p14:tracePt t="9841" x="3057525" y="2884488"/>
          <p14:tracePt t="9845" x="3057525" y="2889250"/>
          <p14:tracePt t="9855" x="3057525" y="2895600"/>
          <p14:tracePt t="9865" x="3057525" y="2917825"/>
          <p14:tracePt t="9875" x="3052763" y="2933700"/>
          <p14:tracePt t="9885" x="3052763" y="2957513"/>
          <p14:tracePt t="9895" x="3052763" y="2990850"/>
          <p14:tracePt t="9905" x="3046413" y="3024188"/>
          <p14:tracePt t="9915" x="3046413" y="3057525"/>
          <p14:tracePt t="9925" x="3041650" y="3086100"/>
          <p14:tracePt t="9935" x="3041650" y="3114675"/>
          <p14:tracePt t="9945" x="3041650" y="3136900"/>
          <p14:tracePt t="9955" x="3041650" y="3159125"/>
          <p14:tracePt t="9965" x="3041650" y="3170238"/>
          <p14:tracePt t="9975" x="3035300" y="3181350"/>
          <p14:tracePt t="9985" x="3035300" y="3192463"/>
          <p14:tracePt t="9995" x="3035300" y="3203575"/>
          <p14:tracePt t="10005" x="3035300" y="3214688"/>
          <p14:tracePt t="10015" x="3035300" y="3227388"/>
          <p14:tracePt t="10025" x="3035300" y="3238500"/>
          <p14:tracePt t="10035" x="3035300" y="3249613"/>
          <p14:tracePt t="10045" x="3035300" y="3260725"/>
          <p14:tracePt t="10055" x="3035300" y="3271838"/>
          <p14:tracePt t="10065" x="3035300" y="3282950"/>
          <p14:tracePt t="10075" x="3035300" y="3287713"/>
          <p14:tracePt t="10085" x="3035300" y="3294063"/>
          <p14:tracePt t="10095" x="3035300" y="3300413"/>
          <p14:tracePt t="10105" x="3035300" y="3305175"/>
          <p14:tracePt t="10115" x="3035300" y="3311525"/>
          <p14:tracePt t="10125" x="3035300" y="3316288"/>
          <p14:tracePt t="10135" x="3035300" y="3322638"/>
          <p14:tracePt t="10145" x="3035300" y="3327400"/>
          <p14:tracePt t="10178" x="3035300" y="3333750"/>
          <p14:tracePt t="10996" x="3035300" y="3338513"/>
          <p14:tracePt t="10997" x="3035300" y="3344863"/>
          <p14:tracePt t="11005" x="3035300" y="3349625"/>
          <p14:tracePt t="11015" x="3035300" y="3378200"/>
          <p14:tracePt t="11025" x="3041650" y="3400425"/>
          <p14:tracePt t="11035" x="3046413" y="3429000"/>
          <p14:tracePt t="11045" x="3052763" y="3446463"/>
          <p14:tracePt t="11055" x="3052763" y="3468688"/>
          <p14:tracePt t="11065" x="3057525" y="3490913"/>
          <p14:tracePt t="11075" x="3063875" y="3513138"/>
          <p14:tracePt t="11085" x="3063875" y="3541713"/>
          <p14:tracePt t="11095" x="3063875" y="3557588"/>
          <p14:tracePt t="11105" x="3068638" y="3575050"/>
          <p14:tracePt t="11115" x="3068638" y="3586163"/>
          <p14:tracePt t="11125" x="3068638" y="3597275"/>
          <p14:tracePt t="11135" x="3068638" y="3608388"/>
          <p14:tracePt t="11145" x="3068638" y="3614738"/>
          <p14:tracePt t="11155" x="3068638" y="3619500"/>
          <p14:tracePt t="11172" x="3074988" y="3619500"/>
          <p14:tracePt t="11175" x="3074988" y="3625850"/>
          <p14:tracePt t="11192" x="3079750" y="3625850"/>
          <p14:tracePt t="11202" x="3079750" y="3630613"/>
          <p14:tracePt t="11212" x="3086100" y="3630613"/>
          <p14:tracePt t="11226" x="3090863" y="3630613"/>
          <p14:tracePt t="11272" x="3097213" y="3630613"/>
          <p14:tracePt t="11426" x="3097213" y="3636963"/>
          <p14:tracePt t="11435" x="3097213" y="3643313"/>
          <p14:tracePt t="11443" x="3097213" y="3648075"/>
          <p14:tracePt t="11447" x="3097213" y="3654425"/>
          <p14:tracePt t="11456" x="3097213" y="3659188"/>
          <p14:tracePt t="11470" x="3097213" y="3665538"/>
          <p14:tracePt t="11496" x="3097213" y="3670300"/>
          <p14:tracePt t="11526" x="3097213" y="3676650"/>
          <p14:tracePt t="11562" x="3103563" y="3676650"/>
          <p14:tracePt t="11690" x="3108325" y="3676650"/>
          <p14:tracePt t="11693" x="3108325" y="3681413"/>
          <p14:tracePt t="11697" x="3114675" y="3681413"/>
          <p14:tracePt t="11705" x="3119438" y="3698875"/>
          <p14:tracePt t="11715" x="3141663" y="3721100"/>
          <p14:tracePt t="11725" x="3170238" y="3749675"/>
          <p14:tracePt t="11735" x="3209925" y="3783013"/>
          <p14:tracePt t="11745" x="3238500" y="3811588"/>
          <p14:tracePt t="11755" x="3265488" y="3838575"/>
          <p14:tracePt t="11765" x="3282950" y="3867150"/>
          <p14:tracePt t="11775" x="3305175" y="3884613"/>
          <p14:tracePt t="11785" x="3316288" y="3900488"/>
          <p14:tracePt t="11795" x="3322638" y="3906838"/>
          <p14:tracePt t="11805" x="3322638" y="3917950"/>
          <p14:tracePt t="11815" x="3327400" y="3917950"/>
          <p14:tracePt t="11839" x="3327400" y="3924300"/>
          <p14:tracePt t="11845" x="3333750" y="3924300"/>
          <p14:tracePt t="11918" x="3333750" y="3917950"/>
          <p14:tracePt t="11944" x="3333750" y="3913188"/>
          <p14:tracePt t="11956" x="3338513" y="3913188"/>
          <p14:tracePt t="12088" x="3338513" y="3906838"/>
          <p14:tracePt t="12128" x="3338513" y="3900488"/>
          <p14:tracePt t="12816" x="3338513" y="3906838"/>
          <p14:tracePt t="12826" x="3338513" y="3913188"/>
          <p14:tracePt t="12832" x="3338513" y="3917950"/>
          <p14:tracePt t="12848" x="3338513" y="3924300"/>
          <p14:tracePt t="12894" x="3338513" y="3929063"/>
          <p14:tracePt t="13069" x="3338513" y="3935413"/>
          <p14:tracePt t="13082" x="3338513" y="3940175"/>
          <p14:tracePt t="13102" x="3338513" y="3946525"/>
          <p14:tracePt t="13150" x="3338513" y="3951288"/>
          <p14:tracePt t="13157" x="3333750" y="3951288"/>
          <p14:tracePt t="13179" x="3333750" y="3957638"/>
          <p14:tracePt t="13187" x="3327400" y="3957638"/>
          <p14:tracePt t="13195" x="3327400" y="3962400"/>
          <p14:tracePt t="13197" x="3322638" y="3962400"/>
          <p14:tracePt t="13205" x="3322638" y="3968750"/>
          <p14:tracePt t="13215" x="3316288" y="3973513"/>
          <p14:tracePt t="13225" x="3316288" y="3979863"/>
          <p14:tracePt t="13235" x="3311525" y="3986213"/>
          <p14:tracePt t="13245" x="3305175" y="3997325"/>
          <p14:tracePt t="13255" x="3298825" y="4002088"/>
          <p14:tracePt t="13265" x="3287713" y="4019550"/>
          <p14:tracePt t="13275" x="3276600" y="4030663"/>
          <p14:tracePt t="13285" x="3271838" y="4041775"/>
          <p14:tracePt t="13295" x="3265488" y="4048125"/>
          <p14:tracePt t="13305" x="3260725" y="4059238"/>
          <p14:tracePt t="13315" x="3254375" y="4064000"/>
          <p14:tracePt t="13325" x="3249613" y="4064000"/>
          <p14:tracePt t="13335" x="3243263" y="4070350"/>
          <p14:tracePt t="13358" x="3238500" y="4070350"/>
          <p14:tracePt t="13362" x="3238500" y="4075113"/>
          <p14:tracePt t="13372" x="3238500" y="4081463"/>
          <p14:tracePt t="13380" x="3232150" y="4081463"/>
          <p14:tracePt t="13388" x="3225800" y="4081463"/>
          <p14:tracePt t="13395" x="3225800" y="4086225"/>
          <p14:tracePt t="13405" x="3221038" y="4092575"/>
          <p14:tracePt t="13415" x="3214688" y="4092575"/>
          <p14:tracePt t="13425" x="3203575" y="4103688"/>
          <p14:tracePt t="13435" x="3198813" y="4103688"/>
          <p14:tracePt t="13445" x="3198813" y="4108450"/>
          <p14:tracePt t="13455" x="3192463" y="4108450"/>
          <p14:tracePt t="13465" x="3187700" y="4114800"/>
          <p14:tracePt t="13475" x="3181350" y="4114800"/>
          <p14:tracePt t="13485" x="3176588" y="4121150"/>
          <p14:tracePt t="13495" x="3170238" y="4125913"/>
          <p14:tracePt t="13505" x="3159125" y="4125913"/>
          <p14:tracePt t="13515" x="3152775" y="4132263"/>
          <p14:tracePt t="13524" x="3148013" y="4132263"/>
          <p14:tracePt t="13535" x="3136900" y="4137025"/>
          <p14:tracePt t="13545" x="3125788" y="4148138"/>
          <p14:tracePt t="13555" x="3119438" y="4148138"/>
          <p14:tracePt t="13565" x="3114675" y="4154488"/>
          <p14:tracePt t="13575" x="3108325" y="4154488"/>
          <p14:tracePt t="13585" x="3103563" y="4154488"/>
          <p14:tracePt t="13595" x="3097213" y="4159250"/>
          <p14:tracePt t="13605" x="3086100" y="4165600"/>
          <p14:tracePt t="13615" x="3074988" y="4176713"/>
          <p14:tracePt t="13625" x="3057525" y="4181475"/>
          <p14:tracePt t="13635" x="3041650" y="4187825"/>
          <p14:tracePt t="13645" x="3028950" y="4194175"/>
          <p14:tracePt t="13655" x="3017838" y="4198938"/>
          <p14:tracePt t="13665" x="3013075" y="4205288"/>
          <p14:tracePt t="13675" x="3006725" y="4205288"/>
          <p14:tracePt t="13685" x="3001963" y="4205288"/>
          <p14:tracePt t="13695" x="2995613" y="4210050"/>
          <p14:tracePt t="13717" x="2995613" y="4216400"/>
          <p14:tracePt t="13731" x="2990850" y="4216400"/>
          <p14:tracePt t="13748" x="2984500" y="4216400"/>
          <p14:tracePt t="13753" x="2984500" y="4221163"/>
          <p14:tracePt t="13758" x="2979738" y="4221163"/>
          <p14:tracePt t="13765" x="2973388" y="4221163"/>
          <p14:tracePt t="13775" x="2968625" y="4221163"/>
          <p14:tracePt t="13786" x="2962275" y="4221163"/>
          <p14:tracePt t="13795" x="2962275" y="4227513"/>
          <p14:tracePt t="13805" x="2951163" y="4227513"/>
          <p14:tracePt t="13815" x="2944813" y="4227513"/>
          <p14:tracePt t="13825" x="2940050" y="4227513"/>
          <p14:tracePt t="13835" x="2928938" y="4227513"/>
          <p14:tracePt t="13845" x="2906713" y="4227513"/>
          <p14:tracePt t="13855" x="2860675" y="4227513"/>
          <p14:tracePt t="13865" x="2809875" y="4221163"/>
          <p14:tracePt t="13875" x="2760663" y="4210050"/>
          <p14:tracePt t="13885" x="2709863" y="4205288"/>
          <p14:tracePt t="13895" x="2663825" y="4198938"/>
          <p14:tracePt t="13905" x="2630488" y="4198938"/>
          <p14:tracePt t="13914" x="2601913" y="4198938"/>
          <p14:tracePt t="13924" x="2586038" y="4198938"/>
          <p14:tracePt t="13935" x="2579688" y="4198938"/>
          <p14:tracePt t="13945" x="2574925" y="4198938"/>
          <p14:tracePt t="13955" x="2568575" y="4198938"/>
          <p14:tracePt t="14220" x="2563813" y="4198938"/>
          <p14:tracePt t="14361" x="2563813" y="4205288"/>
          <p14:tracePt t="14371" x="2563813" y="4210050"/>
          <p14:tracePt t="14375" x="2563813" y="4216400"/>
          <p14:tracePt t="14383" x="2563813" y="4221163"/>
          <p14:tracePt t="14391" x="2563813" y="4227513"/>
          <p14:tracePt t="14399" x="2563813" y="4232275"/>
          <p14:tracePt t="14405" x="2563813" y="4238625"/>
          <p14:tracePt t="14415" x="2563813" y="4243388"/>
          <p14:tracePt t="14425" x="2563813" y="4249738"/>
          <p14:tracePt t="14435" x="2568575" y="4249738"/>
          <p14:tracePt t="14445" x="2568575" y="4256088"/>
          <p14:tracePt t="14455" x="2568575" y="4260850"/>
          <p14:tracePt t="14467" x="2568575" y="4267200"/>
          <p14:tracePt t="14489" x="2568575" y="4271963"/>
          <p14:tracePt t="14519" x="2568575" y="4278313"/>
          <p14:tracePt t="14541" x="2568575" y="4283075"/>
          <p14:tracePt t="14563" x="2568575" y="4289425"/>
          <p14:tracePt t="14573" x="2568575" y="4294188"/>
          <p14:tracePt t="14581" x="2568575" y="4300538"/>
          <p14:tracePt t="14587" x="2568575" y="4305300"/>
          <p14:tracePt t="14595" x="2568575" y="4311650"/>
          <p14:tracePt t="14605" x="2574925" y="4311650"/>
          <p14:tracePt t="14615" x="2574925" y="4322763"/>
          <p14:tracePt t="14625" x="2574925" y="4329113"/>
          <p14:tracePt t="14635" x="2579688" y="4333875"/>
          <p14:tracePt t="14645" x="2579688" y="4340225"/>
          <p14:tracePt t="14655" x="2579688" y="4344988"/>
          <p14:tracePt t="14665" x="2586038" y="4344988"/>
          <p14:tracePt t="14719" x="2586038" y="4351338"/>
          <p14:tracePt t="14765" x="2586038" y="4356100"/>
          <p14:tracePt t="15247" x="2590800" y="4356100"/>
          <p14:tracePt t="15261" x="2597150" y="4356100"/>
          <p14:tracePt t="15273" x="2597150" y="4362450"/>
          <p14:tracePt t="15283" x="2601913" y="4362450"/>
          <p14:tracePt t="15311" x="2608263" y="4362450"/>
          <p14:tracePt t="15333" x="2613025" y="4362450"/>
          <p14:tracePt t="15343" x="2619375" y="4362450"/>
          <p14:tracePt t="15361" x="2625725" y="4362450"/>
          <p14:tracePt t="15383" x="2630488" y="4362450"/>
          <p14:tracePt t="15409" x="2636838" y="4362450"/>
          <p14:tracePt t="15441" x="2641600" y="4362450"/>
          <p14:tracePt t="16758" x="2641600" y="4356100"/>
          <p14:tracePt t="16759" x="2641600" y="4351338"/>
          <p14:tracePt t="16765" x="2647950" y="4344988"/>
          <p14:tracePt t="16774" x="2652713" y="4329113"/>
          <p14:tracePt t="16785" x="2652713" y="4322763"/>
          <p14:tracePt t="16795" x="2659063" y="4316413"/>
          <p14:tracePt t="16819" x="2663825" y="4316413"/>
          <p14:tracePt t="16829" x="2663825" y="4311650"/>
          <p14:tracePt t="19041" x="2663825" y="4316413"/>
          <p14:tracePt t="19045" x="2663825" y="4322763"/>
          <p14:tracePt t="19049" x="2663825" y="4329113"/>
          <p14:tracePt t="19054" x="2670175" y="4344988"/>
          <p14:tracePt t="19064" x="2687638" y="4384675"/>
          <p14:tracePt t="19075" x="2703513" y="4418013"/>
          <p14:tracePt t="19085" x="2714625" y="4451350"/>
          <p14:tracePt t="19095" x="2725738" y="4475163"/>
          <p14:tracePt t="19105" x="2736850" y="4486275"/>
          <p14:tracePt t="19115" x="2736850" y="4497388"/>
          <p14:tracePt t="19141" x="2743200" y="4497388"/>
          <p14:tracePt t="19211" x="2747963" y="4497388"/>
          <p14:tracePt t="19221" x="2747963" y="4502150"/>
          <p14:tracePt t="19223" x="2754313" y="4502150"/>
          <p14:tracePt t="19269" x="2760663" y="4502150"/>
          <p14:tracePt t="19333" x="2765425" y="4502150"/>
          <p14:tracePt t="19345" x="2771775" y="4502150"/>
          <p14:tracePt t="19353" x="2776538" y="4502150"/>
          <p14:tracePt t="19359" x="2782888" y="4502150"/>
          <p14:tracePt t="19365" x="2787650" y="4502150"/>
          <p14:tracePt t="19375" x="2798763" y="4491038"/>
          <p14:tracePt t="19385" x="2816225" y="4486275"/>
          <p14:tracePt t="19395" x="2838450" y="4468813"/>
          <p14:tracePt t="19405" x="2849563" y="4457700"/>
          <p14:tracePt t="19415" x="2867025" y="4446588"/>
          <p14:tracePt t="19425" x="2871788" y="4440238"/>
          <p14:tracePt t="19435" x="2882900" y="4440238"/>
          <p14:tracePt t="19445" x="2895600" y="4435475"/>
          <p14:tracePt t="19455" x="2906713" y="4429125"/>
          <p14:tracePt t="19465" x="2917825" y="4424363"/>
          <p14:tracePt t="19475" x="2933700" y="4424363"/>
          <p14:tracePt t="19485" x="2940050" y="4418013"/>
          <p14:tracePt t="19521" x="2944813" y="4418013"/>
          <p14:tracePt t="19947" x="2940050" y="4418013"/>
          <p14:tracePt t="19953" x="2933700" y="4418013"/>
          <p14:tracePt t="19959" x="2928938" y="4418013"/>
          <p14:tracePt t="19965" x="2922588" y="4418013"/>
          <p14:tracePt t="19975" x="2917825" y="4424363"/>
          <p14:tracePt t="19985" x="2906713" y="4429125"/>
          <p14:tracePt t="19995" x="2895600" y="4435475"/>
          <p14:tracePt t="20005" x="2882900" y="4440238"/>
          <p14:tracePt t="20015" x="2871788" y="4451350"/>
          <p14:tracePt t="20025" x="2867025" y="4468813"/>
          <p14:tracePt t="20035" x="2867025" y="4486275"/>
          <p14:tracePt t="20045" x="2860675" y="4502150"/>
          <p14:tracePt t="20055" x="2860675" y="4519613"/>
          <p14:tracePt t="20065" x="2860675" y="4541838"/>
          <p14:tracePt t="20075" x="2871788" y="4575175"/>
          <p14:tracePt t="20085" x="2889250" y="4614863"/>
          <p14:tracePt t="20095" x="2917825" y="4648200"/>
          <p14:tracePt t="20105" x="2944813" y="4687888"/>
          <p14:tracePt t="20115" x="2990850" y="4733925"/>
          <p14:tracePt t="20125" x="3063875" y="4800600"/>
          <p14:tracePt t="20135" x="3125788" y="4851400"/>
          <p14:tracePt t="20145" x="3198813" y="4895850"/>
          <p14:tracePt t="20155" x="3254375" y="4946650"/>
          <p14:tracePt t="20165" x="3305175" y="4979988"/>
          <p14:tracePt t="20175" x="3327400" y="5002213"/>
          <p14:tracePt t="20185" x="3338513" y="5014913"/>
          <p14:tracePt t="20195" x="3344863" y="5014913"/>
          <p14:tracePt t="20209" x="3349625" y="5014913"/>
          <p14:tracePt t="20257" x="3349625" y="5008563"/>
          <p14:tracePt t="20261" x="3349625" y="5002213"/>
          <p14:tracePt t="20267" x="3349625" y="4997450"/>
          <p14:tracePt t="20275" x="3349625" y="4986338"/>
          <p14:tracePt t="20285" x="3349625" y="4964113"/>
          <p14:tracePt t="20295" x="3349625" y="4946650"/>
          <p14:tracePt t="20305" x="3349625" y="4924425"/>
          <p14:tracePt t="20315" x="3349625" y="4895850"/>
          <p14:tracePt t="20325" x="3349625" y="4867275"/>
          <p14:tracePt t="20335" x="3338513" y="4829175"/>
          <p14:tracePt t="20345" x="3333750" y="4794250"/>
          <p14:tracePt t="20355" x="3322638" y="4767263"/>
          <p14:tracePt t="20365" x="3316288" y="4745038"/>
          <p14:tracePt t="20375" x="3311525" y="4721225"/>
          <p14:tracePt t="20385" x="3298825" y="4705350"/>
          <p14:tracePt t="20395" x="3294063" y="4694238"/>
          <p14:tracePt t="20405" x="3294063" y="4683125"/>
          <p14:tracePt t="20415" x="3287713" y="4676775"/>
          <p14:tracePt t="20425" x="3287713" y="4665663"/>
          <p14:tracePt t="20435" x="3287713" y="4659313"/>
          <p14:tracePt t="20445" x="3282950" y="4659313"/>
          <p14:tracePt t="20454" x="3276600" y="4654550"/>
          <p14:tracePt t="20465" x="3276600" y="4648200"/>
          <p14:tracePt t="20475" x="3276600" y="4643438"/>
          <p14:tracePt t="20485" x="3271838" y="4637088"/>
          <p14:tracePt t="20495" x="3265488" y="4637088"/>
          <p14:tracePt t="20505" x="3260725" y="4632325"/>
          <p14:tracePt t="20515" x="3243263" y="4625975"/>
          <p14:tracePt t="20525" x="3225800" y="4614863"/>
          <p14:tracePt t="20535" x="3198813" y="4610100"/>
          <p14:tracePt t="20545" x="3176588" y="4598988"/>
          <p14:tracePt t="20555" x="3163888" y="4592638"/>
          <p14:tracePt t="20565" x="3141663" y="4592638"/>
          <p14:tracePt t="20575" x="3125788" y="4592638"/>
          <p14:tracePt t="20585" x="3097213" y="4592638"/>
          <p14:tracePt t="20595" x="3052763" y="4592638"/>
          <p14:tracePt t="20605" x="3013075" y="4592638"/>
          <p14:tracePt t="20615" x="2968625" y="4592638"/>
          <p14:tracePt t="20625" x="2922588" y="4603750"/>
          <p14:tracePt t="20635" x="2878138" y="4614863"/>
          <p14:tracePt t="20645" x="2838450" y="4625975"/>
          <p14:tracePt t="20655" x="2805113" y="4643438"/>
          <p14:tracePt t="20665" x="2776538" y="4659313"/>
          <p14:tracePt t="20675" x="2747963" y="4672013"/>
          <p14:tracePt t="20685" x="2732088" y="4687888"/>
          <p14:tracePt t="20695" x="2714625" y="4705350"/>
          <p14:tracePt t="20705" x="2703513" y="4721225"/>
          <p14:tracePt t="20715" x="2692400" y="4745038"/>
          <p14:tracePt t="20725" x="2687638" y="4767263"/>
          <p14:tracePt t="20735" x="2687638" y="4806950"/>
          <p14:tracePt t="20745" x="2687638" y="4845050"/>
          <p14:tracePt t="20755" x="2687638" y="4884738"/>
          <p14:tracePt t="20765" x="2698750" y="4935538"/>
          <p14:tracePt t="20775" x="2709863" y="4975225"/>
          <p14:tracePt t="20785" x="2720975" y="5019675"/>
          <p14:tracePt t="20795" x="2743200" y="5053013"/>
          <p14:tracePt t="20805" x="2765425" y="5087938"/>
          <p14:tracePt t="20815" x="2787650" y="5114925"/>
          <p14:tracePt t="20825" x="2816225" y="5143500"/>
          <p14:tracePt t="20835" x="2844800" y="5172075"/>
          <p14:tracePt t="20845" x="2878138" y="5205413"/>
          <p14:tracePt t="20855" x="2917825" y="5233988"/>
          <p14:tracePt t="20865" x="2962275" y="5260975"/>
          <p14:tracePt t="20875" x="3006725" y="5284788"/>
          <p14:tracePt t="20885" x="3041650" y="5295900"/>
          <p14:tracePt t="20895" x="3046413" y="5307013"/>
          <p14:tracePt t="20905" x="3052763" y="5307013"/>
          <p14:tracePt t="20917" x="3057525" y="5307013"/>
          <p14:tracePt t="20933" x="3063875" y="5307013"/>
          <p14:tracePt t="20971" x="3068638" y="5307013"/>
          <p14:tracePt t="20979" x="3068638" y="5300663"/>
          <p14:tracePt t="20991" x="3074988" y="5295900"/>
          <p14:tracePt t="21003" x="3074988" y="5289550"/>
          <p14:tracePt t="21011" x="3079750" y="5289550"/>
          <p14:tracePt t="21015" x="3079750" y="5284788"/>
          <p14:tracePt t="21027" x="3079750" y="5278438"/>
          <p14:tracePt t="21035" x="3086100" y="5272088"/>
          <p14:tracePt t="21045" x="3090863" y="5267325"/>
          <p14:tracePt t="21059" x="3090863" y="5260975"/>
          <p14:tracePt t="21073" x="3090863" y="5256213"/>
          <p14:tracePt t="21079" x="3090863" y="5249863"/>
          <p14:tracePt t="21087" x="3090863" y="5245100"/>
          <p14:tracePt t="21095" x="3090863" y="5238750"/>
          <p14:tracePt t="21105" x="3090863" y="5227638"/>
          <p14:tracePt t="21115" x="3090863" y="5216525"/>
          <p14:tracePt t="21125" x="3086100" y="5199063"/>
          <p14:tracePt t="21135" x="3079750" y="5187950"/>
          <p14:tracePt t="21145" x="3074988" y="5187950"/>
          <p14:tracePt t="21155" x="3074988" y="5183188"/>
          <p14:tracePt t="21195" x="3074988" y="5176838"/>
          <p14:tracePt t="22041" x="3074988" y="5172075"/>
          <p14:tracePt t="22043" x="3074988" y="5165725"/>
          <p14:tracePt t="22045" x="3074988" y="5160963"/>
          <p14:tracePt t="22055" x="3108325" y="5103813"/>
          <p14:tracePt t="22065" x="3170238" y="5002213"/>
          <p14:tracePt t="22075" x="3243263" y="4884738"/>
          <p14:tracePt t="22085" x="3305175" y="4772025"/>
          <p14:tracePt t="22095" x="3344863" y="4694238"/>
          <p14:tracePt t="22105" x="3371850" y="4632325"/>
          <p14:tracePt t="22115" x="3384550" y="4592638"/>
          <p14:tracePt t="22125" x="3384550" y="4570413"/>
          <p14:tracePt t="22125" x="3384550" y="4564063"/>
          <p14:tracePt t="22135" x="3389313" y="4552950"/>
          <p14:tracePt t="22144" x="3389313" y="4548188"/>
          <p14:tracePt t="22173" x="3389313" y="4541838"/>
          <p14:tracePt t="22187" x="3384550" y="4541838"/>
          <p14:tracePt t="22193" x="3378200" y="4541838"/>
          <p14:tracePt t="22195" x="3378200" y="4548188"/>
          <p14:tracePt t="22205" x="3367088" y="4548188"/>
          <p14:tracePt t="22215" x="3355975" y="4559300"/>
          <p14:tracePt t="22225" x="3344863" y="4570413"/>
          <p14:tracePt t="22235" x="3338513" y="4581525"/>
          <p14:tracePt t="22245" x="3327400" y="4586288"/>
          <p14:tracePt t="22255" x="3316288" y="4592638"/>
          <p14:tracePt t="22265" x="3311525" y="4603750"/>
          <p14:tracePt t="22275" x="3294063" y="4614863"/>
          <p14:tracePt t="22285" x="3271838" y="4625975"/>
          <p14:tracePt t="22295" x="3238500" y="4637088"/>
          <p14:tracePt t="22305" x="3198813" y="4648200"/>
          <p14:tracePt t="22315" x="3152775" y="4665663"/>
          <p14:tracePt t="22325" x="3103563" y="4676775"/>
          <p14:tracePt t="22335" x="3017838" y="4699000"/>
          <p14:tracePt t="22345" x="2940050" y="4710113"/>
          <p14:tracePt t="22355" x="2860675" y="4716463"/>
          <p14:tracePt t="22365" x="2782888" y="4721225"/>
          <p14:tracePt t="22375" x="2743200" y="4721225"/>
          <p14:tracePt t="22385" x="2720975" y="4727575"/>
          <p14:tracePt t="22395" x="2714625" y="4733925"/>
          <p14:tracePt t="22405" x="2709863" y="4733925"/>
          <p14:tracePt t="22417" x="2709863" y="4738688"/>
          <p14:tracePt t="22424" x="2703513" y="4745038"/>
          <p14:tracePt t="22435" x="2703513" y="4756150"/>
          <p14:tracePt t="22445" x="2703513" y="4772025"/>
          <p14:tracePt t="22455" x="2703513" y="4794250"/>
          <p14:tracePt t="22465" x="2703513" y="4818063"/>
          <p14:tracePt t="22475" x="2703513" y="4840288"/>
          <p14:tracePt t="22484" x="2703513" y="4879975"/>
          <p14:tracePt t="22495" x="2709863" y="4913313"/>
          <p14:tracePt t="22505" x="2725738" y="4946650"/>
          <p14:tracePt t="22515" x="2743200" y="4979988"/>
          <p14:tracePt t="22525" x="2771775" y="5019675"/>
          <p14:tracePt t="22535" x="2816225" y="5081588"/>
          <p14:tracePt t="22545" x="2871788" y="5154613"/>
          <p14:tracePt t="22555" x="2917825" y="5199063"/>
          <p14:tracePt t="22565" x="2955925" y="5245100"/>
          <p14:tracePt t="22575" x="2984500" y="5260975"/>
          <p14:tracePt t="22585" x="2990850" y="5272088"/>
          <p14:tracePt t="22595" x="2995613" y="5272088"/>
          <p14:tracePt t="22605" x="3001963" y="5272088"/>
          <p14:tracePt t="22615" x="3006725" y="5272088"/>
          <p14:tracePt t="22631" x="3013075" y="5272088"/>
          <p14:tracePt t="22641" x="3013075" y="5267325"/>
          <p14:tracePt t="22651" x="3013075" y="5260975"/>
          <p14:tracePt t="22655" x="3017838" y="5260975"/>
          <p14:tracePt t="22665" x="3024188" y="5245100"/>
          <p14:tracePt t="22675" x="3028950" y="5233988"/>
          <p14:tracePt t="22685" x="3035300" y="5210175"/>
          <p14:tracePt t="22695" x="3041650" y="5194300"/>
          <p14:tracePt t="22704" x="3046413" y="5176838"/>
          <p14:tracePt t="22715" x="3046413" y="5154613"/>
          <p14:tracePt t="22725" x="3052763" y="5143500"/>
          <p14:tracePt t="22735" x="3052763" y="5132388"/>
          <p14:tracePt t="22757" x="3052763" y="5126038"/>
          <p14:tracePt t="22985" x="3057525" y="5126038"/>
          <p14:tracePt t="23155" x="3063875" y="5121275"/>
          <p14:tracePt t="23163" x="3063875" y="5114925"/>
          <p14:tracePt t="23167" x="3063875" y="5110163"/>
          <p14:tracePt t="23175" x="3063875" y="5103813"/>
          <p14:tracePt t="23185" x="3068638" y="5087938"/>
          <p14:tracePt t="23195" x="3074988" y="5070475"/>
          <p14:tracePt t="23205" x="3079750" y="5048250"/>
          <p14:tracePt t="23215" x="3086100" y="5026025"/>
          <p14:tracePt t="23225" x="3090863" y="5002213"/>
          <p14:tracePt t="23235" x="3097213" y="4986338"/>
          <p14:tracePt t="23245" x="3097213" y="4968875"/>
          <p14:tracePt t="23255" x="3103563" y="4957763"/>
          <p14:tracePt t="23265" x="3103563" y="4953000"/>
          <p14:tracePt t="23275" x="3103563" y="4946650"/>
          <p14:tracePt t="23305" x="3103563" y="4941888"/>
          <p14:tracePt t="23317" x="3103563" y="4935538"/>
          <p14:tracePt t="23325" x="3103563" y="4929188"/>
          <p14:tracePt t="23330" x="3103563" y="4924425"/>
          <p14:tracePt t="23335" x="3103563" y="4918075"/>
          <p14:tracePt t="23345" x="3103563" y="4902200"/>
          <p14:tracePt t="23355" x="3097213" y="4884738"/>
          <p14:tracePt t="23365" x="3090863" y="4867275"/>
          <p14:tracePt t="23375" x="3079750" y="4851400"/>
          <p14:tracePt t="23385" x="3074988" y="4840288"/>
          <p14:tracePt t="23395" x="3063875" y="4829175"/>
          <p14:tracePt t="23405" x="3057525" y="4818063"/>
          <p14:tracePt t="23415" x="3052763" y="4811713"/>
          <p14:tracePt t="23425" x="3041650" y="4806950"/>
          <p14:tracePt t="23435" x="3035300" y="4806950"/>
          <p14:tracePt t="23445" x="3028950" y="4794250"/>
          <p14:tracePt t="23455" x="3024188" y="4794250"/>
          <p14:tracePt t="23465" x="3017838" y="4794250"/>
          <p14:tracePt t="23475" x="3006725" y="4789488"/>
          <p14:tracePt t="23485" x="2995613" y="4789488"/>
          <p14:tracePt t="23495" x="2984500" y="4789488"/>
          <p14:tracePt t="23505" x="2968625" y="4789488"/>
          <p14:tracePt t="23515" x="2951163" y="4789488"/>
          <p14:tracePt t="23525" x="2933700" y="4789488"/>
          <p14:tracePt t="23525" x="2922588" y="4789488"/>
          <p14:tracePt t="23535" x="2900363" y="4789488"/>
          <p14:tracePt t="23545" x="2871788" y="4794250"/>
          <p14:tracePt t="23555" x="2844800" y="4806950"/>
          <p14:tracePt t="23565" x="2820988" y="4818063"/>
          <p14:tracePt t="23575" x="2798763" y="4829175"/>
          <p14:tracePt t="23585" x="2782888" y="4840288"/>
          <p14:tracePt t="23595" x="2771775" y="4851400"/>
          <p14:tracePt t="23605" x="2760663" y="4862513"/>
          <p14:tracePt t="23615" x="2754313" y="4873625"/>
          <p14:tracePt t="23625" x="2747963" y="4879975"/>
          <p14:tracePt t="23635" x="2747963" y="4884738"/>
          <p14:tracePt t="23647" x="2747963" y="4891088"/>
          <p14:tracePt t="23655" x="2747963" y="4895850"/>
          <p14:tracePt t="23669" x="2747963" y="4902200"/>
          <p14:tracePt t="23781" x="2747963" y="4906963"/>
          <p14:tracePt t="23803" x="2747963" y="4913313"/>
          <p14:tracePt t="23811" x="2747963" y="4918075"/>
          <p14:tracePt t="23823" x="2747963" y="4924425"/>
          <p14:tracePt t="23825" x="2754313" y="4924425"/>
          <p14:tracePt t="23835" x="2760663" y="4929188"/>
          <p14:tracePt t="23845" x="2776538" y="4957763"/>
          <p14:tracePt t="23855" x="2798763" y="4986338"/>
          <p14:tracePt t="23865" x="2820988" y="5014913"/>
          <p14:tracePt t="23875" x="2833688" y="5041900"/>
          <p14:tracePt t="23885" x="2838450" y="5070475"/>
          <p14:tracePt t="23895" x="2844800" y="5087938"/>
          <p14:tracePt t="23905" x="2849563" y="5103813"/>
          <p14:tracePt t="23915" x="2849563" y="5114925"/>
          <p14:tracePt t="23925" x="2849563" y="5126038"/>
          <p14:tracePt t="23935" x="2849563" y="5137150"/>
          <p14:tracePt t="23945" x="2849563" y="5149850"/>
          <p14:tracePt t="23955" x="2844800" y="5154613"/>
          <p14:tracePt t="23965" x="2844800" y="5160963"/>
          <p14:tracePt t="23975" x="2833688" y="5165725"/>
          <p14:tracePt t="23985" x="2827338" y="5172075"/>
          <p14:tracePt t="23995" x="2816225" y="5172075"/>
          <p14:tracePt t="24005" x="2798763" y="5172075"/>
          <p14:tracePt t="24015" x="2787650" y="5172075"/>
          <p14:tracePt t="24025" x="2771775" y="5172075"/>
          <p14:tracePt t="24035" x="2747963" y="5172075"/>
          <p14:tracePt t="24045" x="2714625" y="5165725"/>
          <p14:tracePt t="24055" x="2674938" y="5160963"/>
          <p14:tracePt t="24065" x="2636838" y="5143500"/>
          <p14:tracePt t="24075" x="2590800" y="5121275"/>
          <p14:tracePt t="24085" x="2528888" y="5092700"/>
          <p14:tracePt t="24095" x="2451100" y="5053013"/>
          <p14:tracePt t="24105" x="2393950" y="5019675"/>
          <p14:tracePt t="24115" x="2338388" y="4991100"/>
          <p14:tracePt t="24125" x="2293938" y="4957763"/>
          <p14:tracePt t="24135" x="2259013" y="4929188"/>
          <p14:tracePt t="24145" x="2236788" y="4906963"/>
          <p14:tracePt t="24155" x="2220913" y="4884738"/>
          <p14:tracePt t="24165" x="2197100" y="4862513"/>
          <p14:tracePt t="24175" x="2185988" y="4833938"/>
          <p14:tracePt t="24185" x="2174875" y="4811713"/>
          <p14:tracePt t="24195" x="2163763" y="4789488"/>
          <p14:tracePt t="24205" x="2163763" y="4778375"/>
          <p14:tracePt t="24215" x="2163763" y="4767263"/>
          <p14:tracePt t="24225" x="2163763" y="4756150"/>
          <p14:tracePt t="24235" x="2163763" y="4745038"/>
          <p14:tracePt t="24245" x="2163763" y="4733925"/>
          <p14:tracePt t="24255" x="2163763" y="4727575"/>
          <p14:tracePt t="24265" x="2163763" y="4716463"/>
          <p14:tracePt t="24275" x="2163763" y="4710113"/>
          <p14:tracePt t="24285" x="2174875" y="4705350"/>
          <p14:tracePt t="24295" x="2174875" y="4694238"/>
          <p14:tracePt t="24305" x="2181225" y="4683125"/>
          <p14:tracePt t="24315" x="2181225" y="4676775"/>
          <p14:tracePt t="24325" x="2185988" y="4665663"/>
          <p14:tracePt t="24335" x="2192338" y="4659313"/>
          <p14:tracePt t="24345" x="2192338" y="4648200"/>
          <p14:tracePt t="24355" x="2203450" y="4643438"/>
          <p14:tracePt t="24365" x="2203450" y="4637088"/>
          <p14:tracePt t="24375" x="2209800" y="4625975"/>
          <p14:tracePt t="24385" x="2209800" y="4614863"/>
          <p14:tracePt t="24395" x="2214563" y="4610100"/>
          <p14:tracePt t="24405" x="2225675" y="4592638"/>
          <p14:tracePt t="24415" x="2232025" y="4575175"/>
          <p14:tracePt t="24425" x="2243138" y="4552950"/>
          <p14:tracePt t="24435" x="2254250" y="4537075"/>
          <p14:tracePt t="24445" x="2265363" y="4513263"/>
          <p14:tracePt t="24455" x="2276475" y="4502150"/>
          <p14:tracePt t="24465" x="2282825" y="4486275"/>
          <p14:tracePt t="24475" x="2293938" y="4479925"/>
          <p14:tracePt t="24485" x="2298700" y="4468813"/>
          <p14:tracePt t="24497" x="2305050" y="4468813"/>
          <p14:tracePt t="24505" x="2305050" y="4464050"/>
          <p14:tracePt t="24515" x="2316163" y="4457700"/>
          <p14:tracePt t="24525" x="2332038" y="4446588"/>
          <p14:tracePt t="24535" x="2349500" y="4440238"/>
          <p14:tracePt t="24545" x="2366963" y="4435475"/>
          <p14:tracePt t="24555" x="2393950" y="4429125"/>
          <p14:tracePt t="24565" x="2411413" y="4424363"/>
          <p14:tracePt t="24575" x="2433638" y="4413250"/>
          <p14:tracePt t="24585" x="2455863" y="4413250"/>
          <p14:tracePt t="24595" x="2473325" y="4406900"/>
          <p14:tracePt t="24605" x="2495550" y="4402138"/>
          <p14:tracePt t="24615" x="2513013" y="4402138"/>
          <p14:tracePt t="24625" x="2528888" y="4395788"/>
          <p14:tracePt t="24635" x="2546350" y="4395788"/>
          <p14:tracePt t="24645" x="2563813" y="4395788"/>
          <p14:tracePt t="24655" x="2597150" y="4391025"/>
          <p14:tracePt t="24665" x="2636838" y="4391025"/>
          <p14:tracePt t="24675" x="2687638" y="4391025"/>
          <p14:tracePt t="24685" x="2736850" y="4391025"/>
          <p14:tracePt t="24695" x="2787650" y="4391025"/>
          <p14:tracePt t="24705" x="2833688" y="4391025"/>
          <p14:tracePt t="24715" x="2878138" y="4391025"/>
          <p14:tracePt t="24725" x="2911475" y="4395788"/>
          <p14:tracePt t="24735" x="2955925" y="4395788"/>
          <p14:tracePt t="24745" x="3001963" y="4406900"/>
          <p14:tracePt t="24755" x="3052763" y="4418013"/>
          <p14:tracePt t="24765" x="3103563" y="4429125"/>
          <p14:tracePt t="24775" x="3159125" y="4440238"/>
          <p14:tracePt t="24785" x="3209925" y="4446588"/>
          <p14:tracePt t="24795" x="3254375" y="4451350"/>
          <p14:tracePt t="24805" x="3287713" y="4457700"/>
          <p14:tracePt t="24815" x="3316288" y="4464050"/>
          <p14:tracePt t="24825" x="3327400" y="4464050"/>
          <p14:tracePt t="24835" x="3338513" y="4468813"/>
          <p14:tracePt t="24845" x="3344863" y="4468813"/>
          <p14:tracePt t="24891" x="3349625" y="4468813"/>
          <p14:tracePt t="24947" x="3355975" y="4468813"/>
          <p14:tracePt t="24967" x="3360738" y="4468813"/>
          <p14:tracePt t="24971" x="3360738" y="4475163"/>
          <p14:tracePt t="24979" x="3367088" y="4475163"/>
          <p14:tracePt t="24985" x="3367088" y="4479925"/>
          <p14:tracePt t="24995" x="3378200" y="4479925"/>
          <p14:tracePt t="25005" x="3389313" y="4486275"/>
          <p14:tracePt t="25015" x="3400425" y="4491038"/>
          <p14:tracePt t="25025" x="3422650" y="4508500"/>
          <p14:tracePt t="25035" x="3433763" y="4519613"/>
          <p14:tracePt t="25045" x="3451225" y="4530725"/>
          <p14:tracePt t="25055" x="3473450" y="4548188"/>
          <p14:tracePt t="25065" x="3502025" y="4564063"/>
          <p14:tracePt t="25075" x="3524250" y="4581525"/>
          <p14:tracePt t="25085" x="3552825" y="4603750"/>
          <p14:tracePt t="25095" x="3586163" y="4621213"/>
          <p14:tracePt t="25105" x="3608388" y="4637088"/>
          <p14:tracePt t="25115" x="3630613" y="4654550"/>
          <p14:tracePt t="25125" x="3654425" y="4672013"/>
          <p14:tracePt t="25135" x="3670300" y="4687888"/>
          <p14:tracePt t="25145" x="3692525" y="4705350"/>
          <p14:tracePt t="25155" x="3714750" y="4733925"/>
          <p14:tracePt t="25165" x="3732213" y="4760913"/>
          <p14:tracePt t="25175" x="3743325" y="4794250"/>
          <p14:tracePt t="25185" x="3754438" y="4829175"/>
          <p14:tracePt t="25195" x="3771900" y="4867275"/>
          <p14:tracePt t="25205" x="3783013" y="4924425"/>
          <p14:tracePt t="25205" x="3789363" y="4935538"/>
          <p14:tracePt t="25215" x="3794125" y="4986338"/>
          <p14:tracePt t="25225" x="3805238" y="5048250"/>
          <p14:tracePt t="25225" x="3805238" y="5059363"/>
          <p14:tracePt t="25235" x="3811588" y="5121275"/>
          <p14:tracePt t="25245" x="3811588" y="5187950"/>
          <p14:tracePt t="25255" x="3811588" y="5249863"/>
          <p14:tracePt t="25265" x="3811588" y="5307013"/>
          <p14:tracePt t="25275" x="3800475" y="5351463"/>
          <p14:tracePt t="25285" x="3789363" y="5391150"/>
          <p14:tracePt t="25295" x="3783013" y="5413375"/>
          <p14:tracePt t="25305" x="3776663" y="5430838"/>
          <p14:tracePt t="25315" x="3771900" y="5435600"/>
          <p14:tracePt t="25325" x="3765550" y="5441950"/>
          <p14:tracePt t="25335" x="3765550" y="5446713"/>
          <p14:tracePt t="25345" x="3754438" y="5446713"/>
          <p14:tracePt t="25355" x="3754438" y="5453063"/>
          <p14:tracePt t="25365" x="3749675" y="5453063"/>
          <p14:tracePt t="25375" x="3743325" y="5453063"/>
          <p14:tracePt t="25385" x="3732213" y="5457825"/>
          <p14:tracePt t="25395" x="3727450" y="5457825"/>
          <p14:tracePt t="25405" x="3721100" y="5457825"/>
          <p14:tracePt t="25415" x="3709988" y="5457825"/>
          <p14:tracePt t="25425" x="3698875" y="5457825"/>
          <p14:tracePt t="25435" x="3681413" y="5457825"/>
          <p14:tracePt t="25445" x="3670300" y="5457825"/>
          <p14:tracePt t="25455" x="3654425" y="5457825"/>
          <p14:tracePt t="25465" x="3636963" y="5457825"/>
          <p14:tracePt t="25475" x="3625850" y="5453063"/>
          <p14:tracePt t="25485" x="3614738" y="5453063"/>
          <p14:tracePt t="25495" x="3608388" y="5453063"/>
          <p14:tracePt t="25519" x="3608388" y="5446713"/>
          <p14:tracePt t="25537" x="3603625" y="5446713"/>
          <p14:tracePt t="25565" x="3603625" y="5441950"/>
          <p14:tracePt t="25601" x="3603625" y="5435600"/>
          <p14:tracePt t="25651" x="3603625" y="5430838"/>
          <p14:tracePt t="25711" x="3603625" y="5424488"/>
          <p14:tracePt t="25713" x="3603625" y="5419725"/>
          <p14:tracePt t="25717" x="3603625" y="5413375"/>
          <p14:tracePt t="25725" x="3603625" y="5407025"/>
          <p14:tracePt t="25735" x="3592513" y="5380038"/>
          <p14:tracePt t="25745" x="3592513" y="5373688"/>
          <p14:tracePt t="25773" x="3592513" y="5368925"/>
          <p14:tracePt t="31511" x="3586163" y="5368925"/>
          <p14:tracePt t="31515" x="3586163" y="5373688"/>
          <p14:tracePt t="31519" x="3579813" y="5373688"/>
          <p14:tracePt t="31535" x="3552825" y="5391150"/>
          <p14:tracePt t="31545" x="3530600" y="5402263"/>
          <p14:tracePt t="31555" x="3513138" y="5413375"/>
          <p14:tracePt t="31565" x="3495675" y="5424488"/>
          <p14:tracePt t="31575" x="3490913" y="5430838"/>
          <p14:tracePt t="31585" x="3484563" y="5435600"/>
          <p14:tracePt t="31595" x="3484563" y="5441950"/>
          <p14:tracePt t="31605" x="3484563" y="5446713"/>
          <p14:tracePt t="31631" x="3479800" y="5446713"/>
          <p14:tracePt t="31669" x="3473450" y="5446713"/>
          <p14:tracePt t="31697" x="3468688" y="5446713"/>
          <p14:tracePt t="31707" x="3468688" y="5453063"/>
          <p14:tracePt t="31709" x="3462338" y="5453063"/>
          <p14:tracePt t="31720" x="3457575" y="5453063"/>
          <p14:tracePt t="31725" x="3451225" y="5453063"/>
          <p14:tracePt t="31735" x="3451225" y="5457825"/>
          <p14:tracePt t="31745" x="3446463" y="5457825"/>
          <p14:tracePt t="31755" x="3440113" y="5464175"/>
          <p14:tracePt t="31765" x="3440113" y="5468938"/>
          <p14:tracePt t="31775" x="3429000" y="5475288"/>
          <p14:tracePt t="31785" x="3422650" y="5480050"/>
          <p14:tracePt t="31795" x="3417888" y="5480050"/>
          <p14:tracePt t="31805" x="3411538" y="5492750"/>
          <p14:tracePt t="31815" x="3406775" y="5492750"/>
          <p14:tracePt t="31827" x="3406775" y="5497513"/>
          <p14:tracePt t="31859" x="3406775" y="5503863"/>
          <p14:tracePt t="31863" x="3411538" y="5503863"/>
          <p14:tracePt t="31865" x="3411538" y="5508625"/>
          <p14:tracePt t="31875" x="3433763" y="5519738"/>
          <p14:tracePt t="31885" x="3451225" y="5530850"/>
          <p14:tracePt t="31895" x="3457575" y="5537200"/>
          <p14:tracePt t="31905" x="3462338" y="5541963"/>
          <p14:tracePt t="31957" x="3462338" y="5548313"/>
          <p14:tracePt t="31965" x="3468688" y="5548313"/>
          <p14:tracePt t="32003" x="3462338" y="5548313"/>
          <p14:tracePt t="32011" x="3457575" y="5548313"/>
          <p14:tracePt t="32019" x="3451225" y="5548313"/>
          <p14:tracePt t="32027" x="3446463" y="5548313"/>
          <p14:tracePt t="32035" x="3440113" y="5548313"/>
          <p14:tracePt t="32045" x="3429000" y="5548313"/>
          <p14:tracePt t="32055" x="3411538" y="5548313"/>
          <p14:tracePt t="32065" x="3395663" y="5541963"/>
          <p14:tracePt t="32075" x="3371850" y="5541963"/>
          <p14:tracePt t="32085" x="3338513" y="5530850"/>
          <p14:tracePt t="32095" x="3305175" y="5526088"/>
          <p14:tracePt t="32105" x="3276600" y="5526088"/>
          <p14:tracePt t="32115" x="3260725" y="5519738"/>
          <p14:tracePt t="32125" x="3249613" y="5519738"/>
          <p14:tracePt t="32135" x="3243263" y="5519738"/>
          <p14:tracePt t="32145" x="3232150" y="5519738"/>
          <p14:tracePt t="32159" x="3225800" y="5519738"/>
          <p14:tracePt t="32167" x="3221038" y="5519738"/>
          <p14:tracePt t="32181" x="3214688" y="5526088"/>
          <p14:tracePt t="32215" x="3209925" y="5526088"/>
          <p14:tracePt t="32249" x="3203575" y="5526088"/>
          <p14:tracePt t="32255" x="3198813" y="5526088"/>
          <p14:tracePt t="32259" x="3192463" y="5526088"/>
          <p14:tracePt t="32265" x="3187700" y="5526088"/>
          <p14:tracePt t="32275" x="3176588" y="5526088"/>
          <p14:tracePt t="32285" x="3163888" y="5519738"/>
          <p14:tracePt t="32295" x="3148013" y="5514975"/>
          <p14:tracePt t="32305" x="3141663" y="5514975"/>
          <p14:tracePt t="32315" x="3136900" y="5508625"/>
          <p14:tracePt t="32325" x="3130550" y="5508625"/>
          <p14:tracePt t="32399" x="3125788" y="5508625"/>
          <p14:tracePt t="32405" x="3125788" y="5503863"/>
          <p14:tracePt t="32413" x="3119438" y="5503863"/>
          <p14:tracePt t="32423" x="3114675" y="5503863"/>
          <p14:tracePt t="32427" x="3108325" y="5503863"/>
          <p14:tracePt t="32435" x="3103563" y="5503863"/>
          <p14:tracePt t="32445" x="3086100" y="5503863"/>
          <p14:tracePt t="32455" x="3074988" y="5503863"/>
          <p14:tracePt t="32465" x="3057525" y="5503863"/>
          <p14:tracePt t="32475" x="3046413" y="5508625"/>
          <p14:tracePt t="32485" x="3035300" y="5508625"/>
          <p14:tracePt t="32495" x="3028950" y="5508625"/>
          <p14:tracePt t="32509" x="3024188" y="5508625"/>
          <p14:tracePt t="32537" x="3024188" y="5514975"/>
          <p14:tracePt t="32557" x="3024188" y="5519738"/>
          <p14:tracePt t="32559" x="3017838" y="5519738"/>
          <p14:tracePt t="32571" x="3017838" y="5526088"/>
          <p14:tracePt t="32575" x="3013075" y="5526088"/>
          <p14:tracePt t="32585" x="3013075" y="5530850"/>
          <p14:tracePt t="32605" x="3013075" y="5537200"/>
          <p14:tracePt t="32637" x="3013075" y="5541963"/>
          <p14:tracePt t="32657" x="3013075" y="5548313"/>
          <p14:tracePt t="32665" x="3013075" y="5553075"/>
          <p14:tracePt t="32679" x="3013075" y="5559425"/>
          <p14:tracePt t="32693" x="3006725" y="5565775"/>
          <p14:tracePt t="32701" x="3006725" y="5570538"/>
          <p14:tracePt t="32705" x="3006725" y="5576888"/>
          <p14:tracePt t="32715" x="3006725" y="5581650"/>
          <p14:tracePt t="32725" x="3001963" y="5588000"/>
          <p14:tracePt t="32735" x="3001963" y="5592763"/>
          <p14:tracePt t="32745" x="3001963" y="5599113"/>
          <p14:tracePt t="32755" x="2995613" y="5599113"/>
          <p14:tracePt t="32765" x="2995613" y="5603875"/>
          <p14:tracePt t="32819" x="2990850" y="5603875"/>
          <p14:tracePt t="32879" x="2984500" y="5603875"/>
          <p14:tracePt t="32883" x="2984500" y="5599113"/>
          <p14:tracePt t="32895" x="2984500" y="5592763"/>
          <p14:tracePt t="32919" x="2979738" y="5592763"/>
          <p14:tracePt t="33084" x="2979738" y="5599113"/>
          <p14:tracePt t="33093" x="2979738" y="5603875"/>
          <p14:tracePt t="33101" x="2973388" y="5610225"/>
          <p14:tracePt t="33107" x="2973388" y="5614988"/>
          <p14:tracePt t="33115" x="2968625" y="5627688"/>
          <p14:tracePt t="33125" x="2968625" y="5643563"/>
          <p14:tracePt t="33135" x="2968625" y="5665788"/>
          <p14:tracePt t="33145" x="2968625" y="5683250"/>
          <p14:tracePt t="33155" x="2968625" y="5694363"/>
          <p14:tracePt t="33165" x="2968625" y="5711825"/>
          <p14:tracePt t="33175" x="2968625" y="5734050"/>
          <p14:tracePt t="33185" x="2968625" y="5762625"/>
          <p14:tracePt t="33195" x="2968625" y="5784850"/>
          <p14:tracePt t="33205" x="2968625" y="5818188"/>
          <p14:tracePt t="33215" x="2968625" y="5840413"/>
          <p14:tracePt t="33225" x="2968625" y="5868988"/>
          <p14:tracePt t="33235" x="2968625" y="5895975"/>
          <p14:tracePt t="33245" x="2968625" y="5924550"/>
          <p14:tracePt t="33255" x="2968625" y="5946775"/>
          <p14:tracePt t="33265" x="2968625" y="5975350"/>
          <p14:tracePt t="33275" x="2968625" y="5997575"/>
          <p14:tracePt t="33285" x="2973388" y="6037263"/>
          <p14:tracePt t="33295" x="2984500" y="6070600"/>
          <p14:tracePt t="33305" x="2995613" y="6110288"/>
          <p14:tracePt t="33315" x="3006725" y="6154738"/>
          <p14:tracePt t="33325" x="3024188" y="6205538"/>
          <p14:tracePt t="33335" x="3035300" y="6251575"/>
          <p14:tracePt t="33345" x="3046413" y="6300788"/>
          <p14:tracePt t="33355" x="3046413" y="6340475"/>
          <p14:tracePt t="33365" x="3052763" y="6380163"/>
          <p14:tracePt t="33375" x="3052763" y="6419850"/>
          <p14:tracePt t="33385" x="3057525" y="6464300"/>
          <p14:tracePt t="33395" x="3057525" y="6503988"/>
          <p14:tracePt t="33405" x="3063875" y="6543675"/>
          <p14:tracePt t="33415" x="3063875" y="6570663"/>
          <p14:tracePt t="33425" x="3063875" y="6599238"/>
          <p14:tracePt t="33435" x="3063875" y="6616700"/>
          <p14:tracePt t="33445" x="3063875" y="6621463"/>
          <p14:tracePt t="33463" x="3063875" y="6627813"/>
          <p14:tracePt t="50955" x="3063875" y="6621463"/>
          <p14:tracePt t="50957" x="3063875" y="6616700"/>
          <p14:tracePt t="50965" x="3063875" y="6599238"/>
          <p14:tracePt t="50975" x="3063875" y="6554788"/>
          <p14:tracePt t="50985" x="3074988" y="6515100"/>
          <p14:tracePt t="50995" x="3079750" y="6475413"/>
          <p14:tracePt t="50995" x="3079750" y="6470650"/>
          <p14:tracePt t="51005" x="3086100" y="6448425"/>
          <p14:tracePt t="51015" x="3090863" y="6419850"/>
          <p14:tracePt t="51025" x="3097213" y="6386513"/>
          <p14:tracePt t="51035" x="3097213" y="6351588"/>
          <p14:tracePt t="51035" x="3103563" y="6340475"/>
          <p14:tracePt t="51045" x="3108325" y="6318250"/>
          <p14:tracePt t="51055" x="3114675" y="6278563"/>
          <p14:tracePt t="51065" x="3125788" y="6251575"/>
          <p14:tracePt t="51075" x="3136900" y="6238875"/>
          <p14:tracePt t="51085" x="3148013" y="6234113"/>
          <p14:tracePt t="51095" x="3152775" y="6234113"/>
          <p14:tracePt t="51939" x="3152775" y="6227763"/>
          <p14:tracePt t="56361" x="3148013" y="6234113"/>
          <p14:tracePt t="56363" x="3141663" y="6234113"/>
          <p14:tracePt t="56377" x="3141663" y="6238875"/>
          <p14:tracePt t="56389" x="3136900" y="6238875"/>
          <p14:tracePt t="56395" x="3130550" y="6251575"/>
          <p14:tracePt t="56399" x="3125788" y="6251575"/>
          <p14:tracePt t="56493" x="3119438" y="6251575"/>
          <p14:tracePt t="56507" x="3119438" y="6245225"/>
          <p14:tracePt t="56513" x="3119438" y="6238875"/>
          <p14:tracePt t="56523" x="3119438" y="6234113"/>
          <p14:tracePt t="56535" x="3119438" y="6227763"/>
          <p14:tracePt t="56549" x="3119438" y="6223000"/>
          <p14:tracePt t="56565" x="3119438" y="6216650"/>
          <p14:tracePt t="61093" x="3119438" y="6211888"/>
          <p14:tracePt t="61097" x="3119438" y="6205538"/>
          <p14:tracePt t="61105" x="3119438" y="6194425"/>
          <p14:tracePt t="61115" x="3114675" y="6172200"/>
          <p14:tracePt t="61125" x="3114675" y="6149975"/>
          <p14:tracePt t="61135" x="3114675" y="6143625"/>
          <p14:tracePt t="61151" x="3114675" y="6138863"/>
          <p14:tracePt t="61197" x="3114675" y="6132513"/>
          <p14:tracePt t="61756" x="3114675" y="6138863"/>
          <p14:tracePt t="61759" x="3114675" y="6143625"/>
          <p14:tracePt t="61765" x="3114675" y="6149975"/>
          <p14:tracePt t="61775" x="3114675" y="6161088"/>
          <p14:tracePt t="61785" x="3114675" y="6172200"/>
          <p14:tracePt t="61795" x="3114675" y="6183313"/>
          <p14:tracePt t="61805" x="3114675" y="6200775"/>
          <p14:tracePt t="61815" x="3114675" y="6216650"/>
          <p14:tracePt t="61825" x="3114675" y="6245225"/>
          <p14:tracePt t="61835" x="3103563" y="6284913"/>
          <p14:tracePt t="61845" x="3103563" y="6313488"/>
          <p14:tracePt t="61855" x="3097213" y="6335713"/>
          <p14:tracePt t="61865" x="3097213" y="6351588"/>
          <p14:tracePt t="61875" x="3090863" y="6369050"/>
          <p14:tracePt t="61885" x="3090863" y="6380163"/>
          <p14:tracePt t="61895" x="3090863" y="6391275"/>
          <p14:tracePt t="61937" x="3090863" y="6397625"/>
          <p14:tracePt t="62111" x="3090863" y="6402388"/>
          <p14:tracePt t="62115" x="3090863" y="6408738"/>
          <p14:tracePt t="62119" x="3090863" y="6413500"/>
          <p14:tracePt t="62125" x="3090863" y="6424613"/>
          <p14:tracePt t="62135" x="3090863" y="6464300"/>
          <p14:tracePt t="62145" x="3097213" y="6492875"/>
          <p14:tracePt t="62155" x="3103563" y="6548438"/>
          <p14:tracePt t="62165" x="3108325" y="6594475"/>
          <p14:tracePt t="62175" x="3119438" y="6694488"/>
          <p14:tracePt t="62185" x="3130550" y="6762750"/>
          <p14:tracePt t="62195" x="3152775" y="6846888"/>
          <p14:tracePt t="62907" x="2163763" y="6807200"/>
          <p14:tracePt t="62915" x="1984375" y="6672263"/>
          <p14:tracePt t="62925" x="1641475" y="6413500"/>
          <p14:tracePt t="62935" x="1214438" y="6099175"/>
          <p14:tracePt t="62945" x="725488" y="5738813"/>
          <p14:tracePt t="62955" x="207963" y="5362575"/>
        </p14:tracePtLst>
      </p14:laserTraceLst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0D4192-FBA5-E637-D4AB-142BC2787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551C3B6-A0D6-43F6-9F68-13666CDA5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2" y="709375"/>
            <a:ext cx="10713675" cy="541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Background Gray Rectangle">
            <a:extLst>
              <a:ext uri="{FF2B5EF4-FFF2-40B4-BE49-F238E27FC236}">
                <a16:creationId xmlns:a16="http://schemas.microsoft.com/office/drawing/2014/main" id="{C2E786E4-A5E8-4249-B185-D4A082278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-14198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0756A0-7714-494C-B70D-3EA1A2307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FB8294-5DA8-4320-95C0-2E49564FD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5800"/>
            <a:ext cx="12190476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A02F069-D811-299D-0410-F264E04FB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039" y="691429"/>
            <a:ext cx="9213920" cy="27375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The Renal System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A1EBF82-F5BB-1AAB-720C-25A863BDF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9039" y="3620467"/>
            <a:ext cx="9213911" cy="2222280"/>
          </a:xfr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ts val="3200"/>
              </a:lnSpc>
            </a:pPr>
            <a:r>
              <a:rPr lang="en-US" sz="2400">
                <a:solidFill>
                  <a:schemeClr val="tx2"/>
                </a:solidFill>
              </a:rPr>
              <a:t>Filters toxins from the blood and releases them in urine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71480-06BE-49D6-A9F2-202A6ECE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676" y="-14198"/>
            <a:ext cx="685800" cy="685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ED57D7-3283-4111-8331-20D63B7CB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59" y="68019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AF369D5-F994-4512-9823-1596D8F3A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094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944"/>
    </mc:Choice>
    <mc:Fallback xmlns="">
      <p:transition spd="slow" advTm="30944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01D5CF-01EA-794F-C862-659D4270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Renal System</a:t>
            </a:r>
          </a:p>
        </p:txBody>
      </p:sp>
      <p:pic>
        <p:nvPicPr>
          <p:cNvPr id="7" name="Picture Placeholder 2" descr="The anatomy of the renal system of the human body is depicted.">
            <a:extLst>
              <a:ext uri="{FF2B5EF4-FFF2-40B4-BE49-F238E27FC236}">
                <a16:creationId xmlns:a16="http://schemas.microsoft.com/office/drawing/2014/main" id="{4E677D38-C62A-4F39-1E88-D2D8B957C5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88830" y="1825625"/>
            <a:ext cx="4845316" cy="4206875"/>
          </a:xfr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1271C0C-B900-7E7B-0470-C21BC9F6EA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Kidney</a:t>
            </a:r>
            <a:r>
              <a:rPr lang="en-US" dirty="0"/>
              <a:t>: filters blood for waste products/excess fluids/ surplus electrolytes</a:t>
            </a:r>
          </a:p>
          <a:p>
            <a:r>
              <a:rPr lang="en-US" b="1" dirty="0"/>
              <a:t>Ureter</a:t>
            </a:r>
            <a:r>
              <a:rPr lang="en-US" dirty="0"/>
              <a:t>: smooth muscle that contracts to move urine to bladder</a:t>
            </a:r>
          </a:p>
          <a:p>
            <a:r>
              <a:rPr lang="en-US" b="1" dirty="0"/>
              <a:t>Bladder</a:t>
            </a:r>
            <a:r>
              <a:rPr lang="en-US" dirty="0"/>
              <a:t>: stores urine</a:t>
            </a:r>
          </a:p>
          <a:p>
            <a:r>
              <a:rPr lang="en-US" b="1" dirty="0"/>
              <a:t>Urethra</a:t>
            </a:r>
            <a:r>
              <a:rPr lang="en-US" dirty="0"/>
              <a:t>: removes urine from the body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61242-C4CD-22FA-B957-7039B85CE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75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969"/>
    </mc:Choice>
    <mc:Fallback xmlns="">
      <p:transition spd="slow" advTm="51969"/>
    </mc:Fallback>
  </mc:AlternateContent>
  <p:extLst>
    <p:ext uri="{3A86A75C-4F4B-4683-9AE1-C65F6400EC91}">
      <p14:laserTraceLst xmlns:p14="http://schemas.microsoft.com/office/powerpoint/2010/main">
        <p14:tracePtLst>
          <p14:tracePt t="5143" x="141288" y="1389063"/>
          <p14:tracePt t="5149" x="309563" y="1495425"/>
          <p14:tracePt t="5159" x="668338" y="1731963"/>
          <p14:tracePt t="5169" x="911225" y="1893888"/>
          <p14:tracePt t="5179" x="1090613" y="2006600"/>
          <p14:tracePt t="5189" x="1247775" y="2112963"/>
          <p14:tracePt t="5199" x="1349375" y="2181225"/>
          <p14:tracePt t="5209" x="1433513" y="2236788"/>
          <p14:tracePt t="5219" x="1539875" y="2305050"/>
          <p14:tracePt t="5219" x="1557338" y="2320925"/>
          <p14:tracePt t="5229" x="1652588" y="2382838"/>
          <p14:tracePt t="5239" x="1736725" y="2428875"/>
          <p14:tracePt t="5249" x="1781175" y="2451100"/>
          <p14:tracePt t="5249" x="1798638" y="2462213"/>
          <p14:tracePt t="5259" x="1831975" y="2479675"/>
          <p14:tracePt t="5259" x="1838325" y="2484438"/>
          <p14:tracePt t="5269" x="1866900" y="2495550"/>
          <p14:tracePt t="5279" x="1882775" y="2506663"/>
          <p14:tracePt t="5279" x="1889125" y="2506663"/>
          <p14:tracePt t="5289" x="1916113" y="2517775"/>
          <p14:tracePt t="5289" x="1927225" y="2524125"/>
          <p14:tracePt t="5299" x="1978025" y="2535238"/>
          <p14:tracePt t="5309" x="2074863" y="2552700"/>
          <p14:tracePt t="5319" x="2170113" y="2563813"/>
          <p14:tracePt t="5319" x="2203450" y="2563813"/>
          <p14:tracePt t="5329" x="2327275" y="2568575"/>
          <p14:tracePt t="5329" x="2355850" y="2568575"/>
          <p14:tracePt t="5339" x="2490788" y="2568575"/>
          <p14:tracePt t="5339" x="2524125" y="2568575"/>
          <p14:tracePt t="5349" x="2652713" y="2563813"/>
          <p14:tracePt t="5349" x="2681288" y="2563813"/>
          <p14:tracePt t="5359" x="2844800" y="2535238"/>
          <p14:tracePt t="5369" x="2944813" y="2513013"/>
          <p14:tracePt t="5369" x="2962275" y="2506663"/>
          <p14:tracePt t="5379" x="3068638" y="2466975"/>
          <p14:tracePt t="5389" x="3130550" y="2444750"/>
          <p14:tracePt t="5389" x="3141663" y="2433638"/>
          <p14:tracePt t="5399" x="3192463" y="2400300"/>
          <p14:tracePt t="5409" x="3214688" y="2378075"/>
          <p14:tracePt t="5409" x="3225800" y="2378075"/>
          <p14:tracePt t="5419" x="3243263" y="2355850"/>
          <p14:tracePt t="5419" x="3243263" y="2349500"/>
          <p14:tracePt t="5429" x="3260725" y="2333625"/>
          <p14:tracePt t="5439" x="3265488" y="2327275"/>
          <p14:tracePt t="5449" x="3271838" y="2327275"/>
          <p14:tracePt t="5469" x="3271838" y="2320925"/>
          <p14:tracePt t="5693" x="3271838" y="2327275"/>
          <p14:tracePt t="5697" x="3271838" y="2338388"/>
          <p14:tracePt t="5699" x="3276600" y="2344738"/>
          <p14:tracePt t="5709" x="3282950" y="2378075"/>
          <p14:tracePt t="5719" x="3294063" y="2428875"/>
          <p14:tracePt t="5729" x="3311525" y="2501900"/>
          <p14:tracePt t="5739" x="3333750" y="2568575"/>
          <p14:tracePt t="5749" x="3355975" y="2641600"/>
          <p14:tracePt t="5759" x="3384550" y="2709863"/>
          <p14:tracePt t="5769" x="3411538" y="2776538"/>
          <p14:tracePt t="5779" x="3446463" y="2827338"/>
          <p14:tracePt t="5789" x="3468688" y="2867025"/>
          <p14:tracePt t="5799" x="3484563" y="2889250"/>
          <p14:tracePt t="5809" x="3495675" y="2906713"/>
          <p14:tracePt t="5819" x="3502025" y="2911475"/>
          <p14:tracePt t="5829" x="3513138" y="2917825"/>
          <p14:tracePt t="5839" x="3524250" y="2922588"/>
          <p14:tracePt t="5849" x="3530600" y="2928938"/>
          <p14:tracePt t="5859" x="3541713" y="2928938"/>
          <p14:tracePt t="5871" x="3546475" y="2928938"/>
          <p14:tracePt t="5879" x="3546475" y="2933700"/>
          <p14:tracePt t="5893" x="3552825" y="2933700"/>
          <p14:tracePt t="5899" x="3557588" y="2933700"/>
          <p14:tracePt t="5909" x="3568700" y="2928938"/>
          <p14:tracePt t="5919" x="3586163" y="2922588"/>
          <p14:tracePt t="5929" x="3603625" y="2911475"/>
          <p14:tracePt t="5939" x="3619500" y="2906713"/>
          <p14:tracePt t="5949" x="3630613" y="2900363"/>
          <p14:tracePt t="5949" x="3636963" y="2895600"/>
          <p14:tracePt t="5959" x="3648075" y="2895600"/>
          <p14:tracePt t="5969" x="3654425" y="2895600"/>
          <p14:tracePt t="5979" x="3659188" y="2889250"/>
          <p14:tracePt t="5989" x="3676650" y="2889250"/>
          <p14:tracePt t="5999" x="3692525" y="2884488"/>
          <p14:tracePt t="5999" x="3698875" y="2884488"/>
          <p14:tracePt t="6009" x="3709988" y="2884488"/>
          <p14:tracePt t="6009" x="3714750" y="2884488"/>
          <p14:tracePt t="6019" x="3732213" y="2878138"/>
          <p14:tracePt t="6019" x="3738563" y="2878138"/>
          <p14:tracePt t="6029" x="3749675" y="2871788"/>
          <p14:tracePt t="6029" x="3754438" y="2871788"/>
          <p14:tracePt t="6039" x="3771900" y="2871788"/>
          <p14:tracePt t="6049" x="3789363" y="2867025"/>
          <p14:tracePt t="6049" x="3794125" y="2867025"/>
          <p14:tracePt t="6059" x="3811588" y="2867025"/>
          <p14:tracePt t="6059" x="3816350" y="2867025"/>
          <p14:tracePt t="6069" x="3833813" y="2867025"/>
          <p14:tracePt t="6079" x="3856038" y="2860675"/>
          <p14:tracePt t="6089" x="3867150" y="2860675"/>
          <p14:tracePt t="6099" x="3873500" y="2855913"/>
          <p14:tracePt t="6109" x="3878263" y="2849563"/>
          <p14:tracePt t="6123" x="3878263" y="2844800"/>
          <p14:tracePt t="6129" x="3884613" y="2844800"/>
          <p14:tracePt t="6141" x="3884613" y="2838450"/>
          <p14:tracePt t="6177" x="3884613" y="2833688"/>
          <p14:tracePt t="6227" x="3884613" y="2827338"/>
          <p14:tracePt t="6291" x="3884613" y="2822575"/>
          <p14:tracePt t="6297" x="3884613" y="2816225"/>
          <p14:tracePt t="6301" x="3884613" y="2809875"/>
          <p14:tracePt t="6309" x="3884613" y="2798763"/>
          <p14:tracePt t="6319" x="3889375" y="2782888"/>
          <p14:tracePt t="6329" x="3895725" y="2765425"/>
          <p14:tracePt t="6339" x="3900488" y="2754313"/>
          <p14:tracePt t="6349" x="3906838" y="2754313"/>
          <p14:tracePt t="6359" x="3906838" y="2749550"/>
          <p14:tracePt t="6445" x="3900488" y="2749550"/>
          <p14:tracePt t="6447" x="3895725" y="2749550"/>
          <p14:tracePt t="6451" x="3889375" y="2749550"/>
          <p14:tracePt t="6459" x="3884613" y="2749550"/>
          <p14:tracePt t="6469" x="3862388" y="2749550"/>
          <p14:tracePt t="6479" x="3844925" y="2749550"/>
          <p14:tracePt t="6489" x="3822700" y="2749550"/>
          <p14:tracePt t="6499" x="3805238" y="2749550"/>
          <p14:tracePt t="6509" x="3794125" y="2749550"/>
          <p14:tracePt t="6519" x="3789363" y="2749550"/>
          <p14:tracePt t="6529" x="3783013" y="2749550"/>
          <p14:tracePt t="6541" x="3776663" y="2749550"/>
          <p14:tracePt t="6549" x="3771900" y="2749550"/>
          <p14:tracePt t="6567" x="3765550" y="2749550"/>
          <p14:tracePt t="6619" x="3760788" y="2749550"/>
          <p14:tracePt t="6651" x="3754438" y="2749550"/>
          <p14:tracePt t="6661" x="3749675" y="2749550"/>
          <p14:tracePt t="6665" x="3743325" y="2749550"/>
          <p14:tracePt t="6673" x="3738563" y="2749550"/>
          <p14:tracePt t="6679" x="3738563" y="2743200"/>
          <p14:tracePt t="6689" x="3721100" y="2732088"/>
          <p14:tracePt t="6699" x="3709988" y="2725738"/>
          <p14:tracePt t="6709" x="3703638" y="2725738"/>
          <p14:tracePt t="6719" x="3698875" y="2720975"/>
          <p14:tracePt t="6739" x="3692525" y="2720975"/>
          <p14:tracePt t="6763" x="3692525" y="2714625"/>
          <p14:tracePt t="6815" x="3687763" y="2714625"/>
          <p14:tracePt t="6819" x="3687763" y="2720975"/>
          <p14:tracePt t="6825" x="3681413" y="2725738"/>
          <p14:tracePt t="6829" x="3676650" y="2732088"/>
          <p14:tracePt t="6839" x="3670300" y="2754313"/>
          <p14:tracePt t="6849" x="3659188" y="2805113"/>
          <p14:tracePt t="6859" x="3648075" y="2838450"/>
          <p14:tracePt t="6869" x="3630613" y="2895600"/>
          <p14:tracePt t="6879" x="3619500" y="2962275"/>
          <p14:tracePt t="6889" x="3614738" y="3030538"/>
          <p14:tracePt t="6899" x="3614738" y="3097213"/>
          <p14:tracePt t="6909" x="3614738" y="3159125"/>
          <p14:tracePt t="6919" x="3614738" y="3214688"/>
          <p14:tracePt t="6929" x="3614738" y="3260725"/>
          <p14:tracePt t="6939" x="3614738" y="3276600"/>
          <p14:tracePt t="6949" x="3614738" y="3282950"/>
          <p14:tracePt t="6959" x="3614738" y="3287713"/>
          <p14:tracePt t="7027" x="3614738" y="3282950"/>
          <p14:tracePt t="7073" x="3614738" y="3276600"/>
          <p14:tracePt t="7251" x="3614738" y="3271838"/>
          <p14:tracePt t="7263" x="3614738" y="3265488"/>
          <p14:tracePt t="7269" x="3614738" y="3260725"/>
          <p14:tracePt t="7275" x="3614738" y="3254375"/>
          <p14:tracePt t="7279" x="3614738" y="3249613"/>
          <p14:tracePt t="7289" x="3614738" y="3238500"/>
          <p14:tracePt t="7299" x="3614738" y="3227388"/>
          <p14:tracePt t="7309" x="3608388" y="3209925"/>
          <p14:tracePt t="7319" x="3608388" y="3192463"/>
          <p14:tracePt t="7329" x="3608388" y="3176588"/>
          <p14:tracePt t="7339" x="3608388" y="3159125"/>
          <p14:tracePt t="7349" x="3608388" y="3141663"/>
          <p14:tracePt t="7359" x="3608388" y="3125788"/>
          <p14:tracePt t="7369" x="3608388" y="3108325"/>
          <p14:tracePt t="7379" x="3614738" y="3092450"/>
          <p14:tracePt t="7389" x="3614738" y="3079750"/>
          <p14:tracePt t="7399" x="3614738" y="3068638"/>
          <p14:tracePt t="7409" x="3619500" y="3057525"/>
          <p14:tracePt t="7419" x="3625850" y="3046413"/>
          <p14:tracePt t="7429" x="3630613" y="3041650"/>
          <p14:tracePt t="7439" x="3630613" y="3035300"/>
          <p14:tracePt t="7449" x="3630613" y="3030538"/>
          <p14:tracePt t="7459" x="3630613" y="3024188"/>
          <p14:tracePt t="7657" x="3636963" y="3024188"/>
          <p14:tracePt t="7661" x="3636963" y="3019425"/>
          <p14:tracePt t="7675" x="3636963" y="3013075"/>
          <p14:tracePt t="7679" x="3641725" y="3013075"/>
          <p14:tracePt t="7689" x="3648075" y="3006725"/>
          <p14:tracePt t="7699" x="3659188" y="2995613"/>
          <p14:tracePt t="7709" x="3670300" y="2984500"/>
          <p14:tracePt t="7719" x="3676650" y="2973388"/>
          <p14:tracePt t="7729" x="3692525" y="2968625"/>
          <p14:tracePt t="7739" x="3703638" y="2957513"/>
          <p14:tracePt t="7749" x="3721100" y="2951163"/>
          <p14:tracePt t="7759" x="3727450" y="2951163"/>
          <p14:tracePt t="7769" x="3732213" y="2951163"/>
          <p14:tracePt t="7785" x="3732213" y="2944813"/>
          <p14:tracePt t="7789" x="3738563" y="2944813"/>
          <p14:tracePt t="7813" x="3743325" y="2944813"/>
          <p14:tracePt t="7857" x="3749675" y="2944813"/>
          <p14:tracePt t="7969" x="3749675" y="2940050"/>
          <p14:tracePt t="8003" x="3749675" y="2933700"/>
          <p14:tracePt t="8023" x="3749675" y="2928938"/>
          <p14:tracePt t="8043" x="3749675" y="2922588"/>
          <p14:tracePt t="8049" x="3743325" y="2922588"/>
          <p14:tracePt t="8059" x="3738563" y="2922588"/>
          <p14:tracePt t="8061" x="3738563" y="2917825"/>
          <p14:tracePt t="8097" x="3738563" y="2911475"/>
          <p14:tracePt t="8101" x="3732213" y="2911475"/>
          <p14:tracePt t="8117" x="3732213" y="2906713"/>
          <p14:tracePt t="8121" x="3727450" y="2906713"/>
          <p14:tracePt t="8133" x="3721100" y="2906713"/>
          <p14:tracePt t="8143" x="3714750" y="2906713"/>
          <p14:tracePt t="8149" x="3714750" y="2900363"/>
          <p14:tracePt t="8159" x="3709988" y="2900363"/>
          <p14:tracePt t="8169" x="3703638" y="2900363"/>
          <p14:tracePt t="8179" x="3698875" y="2900363"/>
          <p14:tracePt t="8189" x="3681413" y="2900363"/>
          <p14:tracePt t="8199" x="3659188" y="2900363"/>
          <p14:tracePt t="8209" x="3630613" y="2900363"/>
          <p14:tracePt t="8219" x="3592513" y="2906713"/>
          <p14:tracePt t="8229" x="3557588" y="2911475"/>
          <p14:tracePt t="8239" x="3530600" y="2922588"/>
          <p14:tracePt t="8249" x="3506788" y="2933700"/>
          <p14:tracePt t="8259" x="3490913" y="2944813"/>
          <p14:tracePt t="8269" x="3479800" y="2957513"/>
          <p14:tracePt t="8269" x="3479800" y="2962275"/>
          <p14:tracePt t="8279" x="3473450" y="2973388"/>
          <p14:tracePt t="8289" x="3468688" y="2984500"/>
          <p14:tracePt t="8299" x="3462338" y="2995613"/>
          <p14:tracePt t="8309" x="3462338" y="3006725"/>
          <p14:tracePt t="8319" x="3462338" y="3019425"/>
          <p14:tracePt t="8329" x="3462338" y="3030538"/>
          <p14:tracePt t="8339" x="3462338" y="3046413"/>
          <p14:tracePt t="8349" x="3462338" y="3063875"/>
          <p14:tracePt t="8359" x="3468688" y="3079750"/>
          <p14:tracePt t="8369" x="3479800" y="3097213"/>
          <p14:tracePt t="8379" x="3490913" y="3108325"/>
          <p14:tracePt t="8389" x="3495675" y="3114675"/>
          <p14:tracePt t="8399" x="3506788" y="3119438"/>
          <p14:tracePt t="8409" x="3519488" y="3125788"/>
          <p14:tracePt t="8419" x="3530600" y="3125788"/>
          <p14:tracePt t="8429" x="3535363" y="3125788"/>
          <p14:tracePt t="8449" x="3541713" y="3125788"/>
          <p14:tracePt t="8519" x="3541713" y="3119438"/>
          <p14:tracePt t="8523" x="3541713" y="3114675"/>
          <p14:tracePt t="8529" x="3541713" y="3108325"/>
          <p14:tracePt t="8539" x="3541713" y="3092450"/>
          <p14:tracePt t="8549" x="3535363" y="3068638"/>
          <p14:tracePt t="8559" x="3524250" y="3052763"/>
          <p14:tracePt t="8569" x="3519488" y="3024188"/>
          <p14:tracePt t="8579" x="3519488" y="3019425"/>
          <p14:tracePt t="8593" x="3519488" y="3013075"/>
          <p14:tracePt t="14065" x="3519488" y="3006725"/>
          <p14:tracePt t="14067" x="3519488" y="3001963"/>
          <p14:tracePt t="14069" x="3524250" y="3001963"/>
          <p14:tracePt t="14079" x="3541713" y="2990850"/>
          <p14:tracePt t="14089" x="3552825" y="2984500"/>
          <p14:tracePt t="14099" x="3563938" y="2979738"/>
          <p14:tracePt t="14099" x="3568700" y="2979738"/>
          <p14:tracePt t="14109" x="3575050" y="2973388"/>
          <p14:tracePt t="14119" x="3586163" y="2973388"/>
          <p14:tracePt t="14129" x="3597275" y="2973388"/>
          <p14:tracePt t="14139" x="3603625" y="2979738"/>
          <p14:tracePt t="14149" x="3608388" y="2984500"/>
          <p14:tracePt t="14149" x="3608388" y="2990850"/>
          <p14:tracePt t="14159" x="3614738" y="3019425"/>
          <p14:tracePt t="14169" x="3625850" y="3052763"/>
          <p14:tracePt t="14169" x="3625850" y="3057525"/>
          <p14:tracePt t="14179" x="3625850" y="3103563"/>
          <p14:tracePt t="14179" x="3625850" y="3108325"/>
          <p14:tracePt t="14189" x="3630613" y="3152775"/>
          <p14:tracePt t="14199" x="3630613" y="3209925"/>
          <p14:tracePt t="14209" x="3636963" y="3254375"/>
          <p14:tracePt t="14219" x="3641725" y="3294063"/>
          <p14:tracePt t="14229" x="3648075" y="3322638"/>
          <p14:tracePt t="14229" x="3648075" y="3327400"/>
          <p14:tracePt t="14239" x="3654425" y="3355975"/>
          <p14:tracePt t="14239" x="3654425" y="3362325"/>
          <p14:tracePt t="14249" x="3654425" y="3378200"/>
          <p14:tracePt t="14249" x="3654425" y="3384550"/>
          <p14:tracePt t="14259" x="3654425" y="3389313"/>
          <p14:tracePt t="14297" x="3654425" y="3395663"/>
          <p14:tracePt t="14331" x="3659188" y="3395663"/>
          <p14:tracePt t="14335" x="3659188" y="3389313"/>
          <p14:tracePt t="14339" x="3659188" y="3384550"/>
          <p14:tracePt t="14349" x="3665538" y="3349625"/>
          <p14:tracePt t="14349" x="3670300" y="3344863"/>
          <p14:tracePt t="14359" x="3676650" y="3300413"/>
          <p14:tracePt t="14369" x="3681413" y="3276600"/>
          <p14:tracePt t="14379" x="3681413" y="3271838"/>
          <p14:tracePt t="14401" x="3681413" y="3265488"/>
          <p14:tracePt t="14407" x="3687763" y="3265488"/>
          <p14:tracePt t="14411" x="3692525" y="3254375"/>
          <p14:tracePt t="14419" x="3703638" y="3238500"/>
          <p14:tracePt t="14419" x="3709988" y="3232150"/>
          <p14:tracePt t="14429" x="3749675" y="3176588"/>
          <p14:tracePt t="14429" x="3754438" y="3165475"/>
          <p14:tracePt t="14439" x="3800475" y="3114675"/>
          <p14:tracePt t="14449" x="3811588" y="3097213"/>
          <p14:tracePt t="14489" x="3811588" y="3092450"/>
          <p14:tracePt t="14501" x="3816350" y="3092450"/>
          <p14:tracePt t="14507" x="3822700" y="3086100"/>
          <p14:tracePt t="14511" x="3827463" y="3086100"/>
          <p14:tracePt t="14519" x="3838575" y="3074988"/>
          <p14:tracePt t="14529" x="3862388" y="3063875"/>
          <p14:tracePt t="14539" x="3873500" y="3052763"/>
          <p14:tracePt t="14549" x="3878263" y="3046413"/>
          <p14:tracePt t="14559" x="3878263" y="3024188"/>
          <p14:tracePt t="14569" x="3878263" y="3001963"/>
          <p14:tracePt t="14569" x="3878263" y="2990850"/>
          <p14:tracePt t="14579" x="3856038" y="2940050"/>
          <p14:tracePt t="14589" x="3838575" y="2878138"/>
          <p14:tracePt t="14599" x="3816350" y="2827338"/>
          <p14:tracePt t="14599" x="3811588" y="2816225"/>
          <p14:tracePt t="14609" x="3794125" y="2765425"/>
          <p14:tracePt t="14609" x="3794125" y="2754313"/>
          <p14:tracePt t="14619" x="3776663" y="2714625"/>
          <p14:tracePt t="14619" x="3771900" y="2703513"/>
          <p14:tracePt t="14629" x="3754438" y="2670175"/>
          <p14:tracePt t="14629" x="3754438" y="2659063"/>
          <p14:tracePt t="14639" x="3743325" y="2625725"/>
          <p14:tracePt t="14649" x="3727450" y="2590800"/>
          <p14:tracePt t="14659" x="3714750" y="2568575"/>
          <p14:tracePt t="14669" x="3709988" y="2563813"/>
          <p14:tracePt t="14679" x="3709988" y="2557463"/>
          <p14:tracePt t="14689" x="3709988" y="2552700"/>
          <p14:tracePt t="14699" x="3703638" y="2552700"/>
          <p14:tracePt t="14739" x="3703638" y="2546350"/>
          <p14:tracePt t="14801" x="3698875" y="2546350"/>
          <p14:tracePt t="14803" x="3698875" y="2552700"/>
          <p14:tracePt t="14809" x="3692525" y="2552700"/>
          <p14:tracePt t="14819" x="3687763" y="2568575"/>
          <p14:tracePt t="14829" x="3676650" y="2590800"/>
          <p14:tracePt t="14839" x="3665538" y="2608263"/>
          <p14:tracePt t="14849" x="3648075" y="2641600"/>
          <p14:tracePt t="14859" x="3630613" y="2670175"/>
          <p14:tracePt t="14869" x="3619500" y="2698750"/>
          <p14:tracePt t="14869" x="3619500" y="2703513"/>
          <p14:tracePt t="14879" x="3608388" y="2732088"/>
          <p14:tracePt t="14879" x="3608388" y="2736850"/>
          <p14:tracePt t="14889" x="3597275" y="2760663"/>
          <p14:tracePt t="14889" x="3592513" y="2771775"/>
          <p14:tracePt t="14899" x="3586163" y="2794000"/>
          <p14:tracePt t="14899" x="3586163" y="2798763"/>
          <p14:tracePt t="14909" x="3579813" y="2827338"/>
          <p14:tracePt t="14909" x="3579813" y="2833688"/>
          <p14:tracePt t="14919" x="3575050" y="2860675"/>
          <p14:tracePt t="14919" x="3568700" y="2871788"/>
          <p14:tracePt t="14929" x="3568700" y="2900363"/>
          <p14:tracePt t="14939" x="3568700" y="2928938"/>
          <p14:tracePt t="14949" x="3568700" y="2957513"/>
          <p14:tracePt t="14949" x="3568700" y="2962275"/>
          <p14:tracePt t="14959" x="3568700" y="2990850"/>
          <p14:tracePt t="14969" x="3568700" y="3024188"/>
          <p14:tracePt t="14979" x="3568700" y="3046413"/>
          <p14:tracePt t="14979" x="3568700" y="3052763"/>
          <p14:tracePt t="14989" x="3568700" y="3068638"/>
          <p14:tracePt t="14989" x="3568700" y="3074988"/>
          <p14:tracePt t="14999" x="3568700" y="3092450"/>
          <p14:tracePt t="14999" x="3568700" y="3097213"/>
          <p14:tracePt t="15009" x="3568700" y="3108325"/>
          <p14:tracePt t="15019" x="3579813" y="3119438"/>
          <p14:tracePt t="15029" x="3592513" y="3130550"/>
          <p14:tracePt t="15029" x="3592513" y="3136900"/>
          <p14:tracePt t="15039" x="3597275" y="3141663"/>
          <p14:tracePt t="15049" x="3614738" y="3148013"/>
          <p14:tracePt t="15059" x="3619500" y="3159125"/>
          <p14:tracePt t="15069" x="3625850" y="3165475"/>
          <p14:tracePt t="15069" x="3630613" y="3165475"/>
          <p14:tracePt t="15097" x="3636963" y="3165475"/>
          <p14:tracePt t="15107" x="3641725" y="3165475"/>
          <p14:tracePt t="15111" x="3648075" y="3165475"/>
          <p14:tracePt t="15119" x="3654425" y="3165475"/>
          <p14:tracePt t="15119" x="3659188" y="3159125"/>
          <p14:tracePt t="15129" x="3676650" y="3148013"/>
          <p14:tracePt t="15139" x="3692525" y="3130550"/>
          <p14:tracePt t="15139" x="3698875" y="3130550"/>
          <p14:tracePt t="15149" x="3727450" y="3103563"/>
          <p14:tracePt t="15159" x="3749675" y="3079750"/>
          <p14:tracePt t="15169" x="3765550" y="3063875"/>
          <p14:tracePt t="15169" x="3771900" y="3063875"/>
          <p14:tracePt t="15179" x="3789363" y="3046413"/>
          <p14:tracePt t="15179" x="3789363" y="3041650"/>
          <p14:tracePt t="15189" x="3805238" y="3024188"/>
          <p14:tracePt t="15199" x="3827463" y="2995613"/>
          <p14:tracePt t="15209" x="3838575" y="2979738"/>
          <p14:tracePt t="15219" x="3849688" y="2957513"/>
          <p14:tracePt t="15219" x="3849688" y="2951163"/>
          <p14:tracePt t="15229" x="3862388" y="2928938"/>
          <p14:tracePt t="15239" x="3862388" y="2917825"/>
          <p14:tracePt t="15239" x="3867150" y="2911475"/>
          <p14:tracePt t="15249" x="3867150" y="2900363"/>
          <p14:tracePt t="15249" x="3867150" y="2895600"/>
          <p14:tracePt t="15259" x="3867150" y="2884488"/>
          <p14:tracePt t="15259" x="3867150" y="2878138"/>
          <p14:tracePt t="15269" x="3867150" y="2860675"/>
          <p14:tracePt t="15279" x="3867150" y="2838450"/>
          <p14:tracePt t="15289" x="3862388" y="2816225"/>
          <p14:tracePt t="15299" x="3856038" y="2798763"/>
          <p14:tracePt t="15309" x="3856038" y="2776538"/>
          <p14:tracePt t="15309" x="3856038" y="2771775"/>
          <p14:tracePt t="15319" x="3856038" y="2754313"/>
          <p14:tracePt t="15319" x="3849688" y="2754313"/>
          <p14:tracePt t="15329" x="3849688" y="2743200"/>
          <p14:tracePt t="15329" x="3849688" y="2736850"/>
          <p14:tracePt t="15339" x="3844925" y="2725738"/>
          <p14:tracePt t="15349" x="3838575" y="2714625"/>
          <p14:tracePt t="15359" x="3833813" y="2703513"/>
          <p14:tracePt t="15369" x="3827463" y="2698750"/>
          <p14:tracePt t="15379" x="3827463" y="2692400"/>
          <p14:tracePt t="15391" x="3822700" y="2692400"/>
          <p14:tracePt t="15451" x="3816350" y="2692400"/>
          <p14:tracePt t="15459" x="3811588" y="2692400"/>
          <p14:tracePt t="15461" x="3805238" y="2692400"/>
          <p14:tracePt t="15469" x="3800475" y="2692400"/>
          <p14:tracePt t="15469" x="3794125" y="2692400"/>
          <p14:tracePt t="15479" x="3771900" y="2703513"/>
          <p14:tracePt t="15479" x="3760788" y="2703513"/>
          <p14:tracePt t="15489" x="3732213" y="2714625"/>
          <p14:tracePt t="15489" x="3727450" y="2714625"/>
          <p14:tracePt t="15499" x="3687763" y="2732088"/>
          <p14:tracePt t="15499" x="3681413" y="2743200"/>
          <p14:tracePt t="15509" x="3636963" y="2760663"/>
          <p14:tracePt t="15519" x="3597275" y="2787650"/>
          <p14:tracePt t="15529" x="3557588" y="2809875"/>
          <p14:tracePt t="15539" x="3541713" y="2822575"/>
          <p14:tracePt t="15539" x="3535363" y="2833688"/>
          <p14:tracePt t="15549" x="3519488" y="2849563"/>
          <p14:tracePt t="15559" x="3506788" y="2878138"/>
          <p14:tracePt t="15569" x="3506788" y="2900363"/>
          <p14:tracePt t="15569" x="3506788" y="2911475"/>
          <p14:tracePt t="15579" x="3502025" y="2940050"/>
          <p14:tracePt t="15579" x="3502025" y="2944813"/>
          <p14:tracePt t="15589" x="3502025" y="2979738"/>
          <p14:tracePt t="15589" x="3502025" y="2990850"/>
          <p14:tracePt t="15599" x="3502025" y="3035300"/>
          <p14:tracePt t="15609" x="3502025" y="3092450"/>
          <p14:tracePt t="15619" x="3513138" y="3141663"/>
          <p14:tracePt t="15619" x="3519488" y="3148013"/>
          <p14:tracePt t="15629" x="3535363" y="3221038"/>
          <p14:tracePt t="15629" x="3541713" y="3232150"/>
          <p14:tracePt t="15639" x="3563938" y="3287713"/>
          <p14:tracePt t="15639" x="3575050" y="3300413"/>
          <p14:tracePt t="15649" x="3603625" y="3355975"/>
          <p14:tracePt t="15649" x="3608388" y="3367088"/>
          <p14:tracePt t="15659" x="3641725" y="3411538"/>
          <p14:tracePt t="15659" x="3654425" y="3422650"/>
          <p14:tracePt t="15669" x="3698875" y="3462338"/>
          <p14:tracePt t="15669" x="3703638" y="3473450"/>
          <p14:tracePt t="15679" x="3749675" y="3508375"/>
          <p14:tracePt t="15679" x="3754438" y="3508375"/>
          <p14:tracePt t="15689" x="3794125" y="3535363"/>
          <p14:tracePt t="15689" x="3805238" y="3535363"/>
          <p14:tracePt t="15699" x="3827463" y="3546475"/>
          <p14:tracePt t="15699" x="3833813" y="3546475"/>
          <p14:tracePt t="15709" x="3844925" y="3552825"/>
          <p14:tracePt t="15719" x="3849688" y="3552825"/>
          <p14:tracePt t="15729" x="3856038" y="3552825"/>
          <p14:tracePt t="15729" x="3862388" y="3552825"/>
          <p14:tracePt t="15739" x="3867150" y="3546475"/>
          <p14:tracePt t="15749" x="3873500" y="3524250"/>
          <p14:tracePt t="15749" x="3878263" y="3519488"/>
          <p14:tracePt t="15759" x="3878263" y="3479800"/>
          <p14:tracePt t="15769" x="3884613" y="3446463"/>
          <p14:tracePt t="15769" x="3884613" y="3440113"/>
          <p14:tracePt t="15779" x="3889375" y="3400425"/>
          <p14:tracePt t="15779" x="3889375" y="3389313"/>
          <p14:tracePt t="15789" x="3889375" y="3349625"/>
          <p14:tracePt t="15789" x="3889375" y="3344863"/>
          <p14:tracePt t="15799" x="3895725" y="3300413"/>
          <p14:tracePt t="15799" x="3895725" y="3287713"/>
          <p14:tracePt t="15809" x="3895725" y="3243263"/>
          <p14:tracePt t="15809" x="3895725" y="3232150"/>
          <p14:tracePt t="15819" x="3900488" y="3187700"/>
          <p14:tracePt t="15819" x="3900488" y="3181350"/>
          <p14:tracePt t="15829" x="3900488" y="3130550"/>
          <p14:tracePt t="15829" x="3900488" y="3125788"/>
          <p14:tracePt t="15839" x="3900488" y="3079750"/>
          <p14:tracePt t="15839" x="3900488" y="3068638"/>
          <p14:tracePt t="15849" x="3895725" y="3030538"/>
          <p14:tracePt t="15849" x="3895725" y="3024188"/>
          <p14:tracePt t="15859" x="3884613" y="2990850"/>
          <p14:tracePt t="15859" x="3884613" y="2979738"/>
          <p14:tracePt t="15869" x="3873500" y="2951163"/>
          <p14:tracePt t="15869" x="3867150" y="2944813"/>
          <p14:tracePt t="15879" x="3856038" y="2895600"/>
          <p14:tracePt t="15889" x="3838575" y="2855913"/>
          <p14:tracePt t="15899" x="3827463" y="2822575"/>
          <p14:tracePt t="15909" x="3822700" y="2794000"/>
          <p14:tracePt t="15919" x="3816350" y="2782888"/>
          <p14:tracePt t="15929" x="3816350" y="2776538"/>
          <p14:tracePt t="15939" x="3816350" y="2771775"/>
          <p14:tracePt t="15949" x="3816350" y="2765425"/>
          <p14:tracePt t="16053" x="3811588" y="2765425"/>
          <p14:tracePt t="16065" x="3805238" y="2765425"/>
          <p14:tracePt t="16071" x="3800475" y="2765425"/>
          <p14:tracePt t="16075" x="3794125" y="2765425"/>
          <p14:tracePt t="16079" x="3789363" y="2765425"/>
          <p14:tracePt t="16089" x="3776663" y="2771775"/>
          <p14:tracePt t="16099" x="3765550" y="2771775"/>
          <p14:tracePt t="16109" x="3749675" y="2776538"/>
          <p14:tracePt t="16119" x="3738563" y="2782888"/>
          <p14:tracePt t="16129" x="3721100" y="2794000"/>
          <p14:tracePt t="16139" x="3709988" y="2798763"/>
          <p14:tracePt t="16149" x="3698875" y="2805113"/>
          <p14:tracePt t="16159" x="3692525" y="2809875"/>
          <p14:tracePt t="16169" x="3681413" y="2816225"/>
          <p14:tracePt t="16179" x="3676650" y="2822575"/>
          <p14:tracePt t="16189" x="3670300" y="2827338"/>
          <p14:tracePt t="16199" x="3665538" y="2833688"/>
          <p14:tracePt t="16209" x="3659188" y="2844800"/>
          <p14:tracePt t="16219" x="3654425" y="2849563"/>
          <p14:tracePt t="16229" x="3648075" y="2860675"/>
          <p14:tracePt t="16239" x="3648075" y="2867025"/>
          <p14:tracePt t="16249" x="3648075" y="2871788"/>
          <p14:tracePt t="16259" x="3641725" y="2871788"/>
          <p14:tracePt t="16319" x="3641725" y="2878138"/>
          <p14:tracePt t="19205" x="3641725" y="2871788"/>
          <p14:tracePt t="19217" x="3641725" y="2867025"/>
          <p14:tracePt t="19221" x="3641725" y="2860675"/>
          <p14:tracePt t="19229" x="3641725" y="2855913"/>
          <p14:tracePt t="19239" x="3641725" y="2849563"/>
          <p14:tracePt t="19251" x="3641725" y="2844800"/>
          <p14:tracePt t="19297" x="3641725" y="2838450"/>
          <p14:tracePt t="19365" x="3641725" y="2844800"/>
          <p14:tracePt t="19369" x="3648075" y="2849563"/>
          <p14:tracePt t="19371" x="3648075" y="2855913"/>
          <p14:tracePt t="19379" x="3659188" y="2871788"/>
          <p14:tracePt t="19389" x="3676650" y="2906713"/>
          <p14:tracePt t="19399" x="3698875" y="2940050"/>
          <p14:tracePt t="19409" x="3727450" y="2973388"/>
          <p14:tracePt t="19409" x="3727450" y="2979738"/>
          <p14:tracePt t="19419" x="3754438" y="3013075"/>
          <p14:tracePt t="19429" x="3789363" y="3046413"/>
          <p14:tracePt t="19439" x="3800475" y="3057525"/>
          <p14:tracePt t="19449" x="3800475" y="3063875"/>
          <p14:tracePt t="19459" x="3805238" y="3063875"/>
          <p14:tracePt t="19555" x="3805238" y="3057525"/>
          <p14:tracePt t="19559" x="3805238" y="3052763"/>
          <p14:tracePt t="19563" x="3805238" y="3046413"/>
          <p14:tracePt t="19569" x="3805238" y="3041650"/>
          <p14:tracePt t="19579" x="3805238" y="3024188"/>
          <p14:tracePt t="19589" x="3805238" y="3001963"/>
          <p14:tracePt t="19599" x="3805238" y="2979738"/>
          <p14:tracePt t="19609" x="3811588" y="2962275"/>
          <p14:tracePt t="19619" x="3811588" y="2944813"/>
          <p14:tracePt t="19619" x="3811588" y="2940050"/>
          <p14:tracePt t="19629" x="3816350" y="2928938"/>
          <p14:tracePt t="19629" x="3816350" y="2922588"/>
          <p14:tracePt t="19639" x="3822700" y="2911475"/>
          <p14:tracePt t="19639" x="3822700" y="2906713"/>
          <p14:tracePt t="19649" x="3822700" y="2895600"/>
          <p14:tracePt t="19659" x="3822700" y="2878138"/>
          <p14:tracePt t="19659" x="3822700" y="2871788"/>
          <p14:tracePt t="19669" x="3822700" y="2860675"/>
          <p14:tracePt t="19669" x="3827463" y="2855913"/>
          <p14:tracePt t="19679" x="3827463" y="2838450"/>
          <p14:tracePt t="19689" x="3827463" y="2816225"/>
          <p14:tracePt t="19699" x="3827463" y="2794000"/>
          <p14:tracePt t="19709" x="3827463" y="2776538"/>
          <p14:tracePt t="19709" x="3827463" y="2771775"/>
          <p14:tracePt t="19719" x="3822700" y="2736850"/>
          <p14:tracePt t="19729" x="3816350" y="2714625"/>
          <p14:tracePt t="19729" x="3816350" y="2709863"/>
          <p14:tracePt t="19739" x="3811588" y="2687638"/>
          <p14:tracePt t="19749" x="3805238" y="2676525"/>
          <p14:tracePt t="19759" x="3800475" y="2670175"/>
          <p14:tracePt t="19769" x="3800475" y="2663825"/>
          <p14:tracePt t="19769" x="3794125" y="2663825"/>
          <p14:tracePt t="19779" x="3794125" y="2652713"/>
          <p14:tracePt t="19779" x="3789363" y="2652713"/>
          <p14:tracePt t="19791" x="3783013" y="2652713"/>
          <p14:tracePt t="19799" x="3783013" y="2647950"/>
          <p14:tracePt t="19809" x="3776663" y="2647950"/>
          <p14:tracePt t="19819" x="3771900" y="2647950"/>
          <p14:tracePt t="19829" x="3760788" y="2647950"/>
          <p14:tracePt t="19839" x="3749675" y="2647950"/>
          <p14:tracePt t="19849" x="3714750" y="2647950"/>
          <p14:tracePt t="19859" x="3676650" y="2659063"/>
          <p14:tracePt t="19869" x="3641725" y="2670175"/>
          <p14:tracePt t="19869" x="3636963" y="2676525"/>
          <p14:tracePt t="19879" x="3592513" y="2698750"/>
          <p14:tracePt t="19889" x="3557588" y="2720975"/>
          <p14:tracePt t="19889" x="3546475" y="2725738"/>
          <p14:tracePt t="19899" x="3513138" y="2749550"/>
          <p14:tracePt t="19899" x="3502025" y="2760663"/>
          <p14:tracePt t="19909" x="3468688" y="2798763"/>
          <p14:tracePt t="19909" x="3462338" y="2809875"/>
          <p14:tracePt t="19919" x="3417888" y="2895600"/>
          <p14:tracePt t="19929" x="3384550" y="2973388"/>
          <p14:tracePt t="19939" x="3355975" y="3052763"/>
          <p14:tracePt t="19949" x="3338513" y="3125788"/>
          <p14:tracePt t="19949" x="3338513" y="3141663"/>
          <p14:tracePt t="19959" x="3338513" y="3214688"/>
          <p14:tracePt t="19959" x="3338513" y="3243263"/>
          <p14:tracePt t="19969" x="3344863" y="3322638"/>
          <p14:tracePt t="19969" x="3344863" y="3338513"/>
          <p14:tracePt t="19979" x="3371850" y="3435350"/>
          <p14:tracePt t="19979" x="3378200" y="3462338"/>
          <p14:tracePt t="19989" x="3417888" y="3570288"/>
          <p14:tracePt t="19989" x="3429000" y="3586163"/>
          <p14:tracePt t="19999" x="3473450" y="3681413"/>
          <p14:tracePt t="19999" x="3484563" y="3705225"/>
          <p14:tracePt t="20009" x="3535363" y="3778250"/>
          <p14:tracePt t="20009" x="3541713" y="3800475"/>
          <p14:tracePt t="20019" x="3592513" y="3844925"/>
          <p14:tracePt t="20019" x="3603625" y="3856038"/>
          <p14:tracePt t="20029" x="3659188" y="3889375"/>
          <p14:tracePt t="20039" x="3698875" y="3900488"/>
          <p14:tracePt t="20049" x="3732213" y="3900488"/>
          <p14:tracePt t="20059" x="3760788" y="3889375"/>
          <p14:tracePt t="20059" x="3765550" y="3884613"/>
          <p14:tracePt t="20069" x="3789363" y="3867150"/>
          <p14:tracePt t="20069" x="3800475" y="3862388"/>
          <p14:tracePt t="20079" x="3816350" y="3827463"/>
          <p14:tracePt t="20079" x="3822700" y="3816350"/>
          <p14:tracePt t="20089" x="3838575" y="3778250"/>
          <p14:tracePt t="20089" x="3844925" y="3765550"/>
          <p14:tracePt t="20099" x="3867150" y="3716338"/>
          <p14:tracePt t="20099" x="3867150" y="3705225"/>
          <p14:tracePt t="20109" x="3895725" y="3614738"/>
          <p14:tracePt t="20119" x="3917950" y="3530600"/>
          <p14:tracePt t="20119" x="3922713" y="3508375"/>
          <p14:tracePt t="20129" x="3962400" y="3378200"/>
          <p14:tracePt t="20139" x="3979863" y="3254375"/>
          <p14:tracePt t="20139" x="3979863" y="3227388"/>
          <p14:tracePt t="20149" x="3997325" y="3092450"/>
          <p14:tracePt t="20159" x="3997325" y="3001963"/>
          <p14:tracePt t="20159" x="3997325" y="2968625"/>
          <p14:tracePt t="20169" x="3997325" y="2900363"/>
          <p14:tracePt t="20169" x="3997325" y="2884488"/>
          <p14:tracePt t="20179" x="3990975" y="2809875"/>
          <p14:tracePt t="20189" x="3979863" y="2765425"/>
          <p14:tracePt t="20199" x="3962400" y="2725738"/>
          <p14:tracePt t="20209" x="3957638" y="2709863"/>
          <p14:tracePt t="20209" x="3951288" y="2703513"/>
          <p14:tracePt t="20219" x="3946525" y="2692400"/>
          <p14:tracePt t="20219" x="3940175" y="2687638"/>
          <p14:tracePt t="20229" x="3935413" y="2670175"/>
          <p14:tracePt t="20239" x="3929063" y="2663825"/>
          <p14:tracePt t="20249" x="3929063" y="2659063"/>
          <p14:tracePt t="20259" x="3922713" y="2659063"/>
          <p14:tracePt t="20269" x="3917950" y="2652713"/>
          <p14:tracePt t="20279" x="3917950" y="2641600"/>
          <p14:tracePt t="20289" x="3911600" y="2641600"/>
          <p14:tracePt t="20299" x="3906838" y="2641600"/>
          <p14:tracePt t="20309" x="3906838" y="2636838"/>
          <p14:tracePt t="20335" x="3900488" y="2636838"/>
          <p14:tracePt t="20341" x="3895725" y="2636838"/>
          <p14:tracePt t="20347" x="3889375" y="2636838"/>
          <p14:tracePt t="20351" x="3884613" y="2636838"/>
          <p14:tracePt t="20359" x="3867150" y="2636838"/>
          <p14:tracePt t="20359" x="3862388" y="2636838"/>
          <p14:tracePt t="20369" x="3827463" y="2636838"/>
          <p14:tracePt t="20369" x="3816350" y="2641600"/>
          <p14:tracePt t="20379" x="3771900" y="2652713"/>
          <p14:tracePt t="20379" x="3765550" y="2659063"/>
          <p14:tracePt t="20389" x="3709988" y="2676525"/>
          <p14:tracePt t="20389" x="3698875" y="2681288"/>
          <p14:tracePt t="20399" x="3636963" y="2709863"/>
          <p14:tracePt t="20409" x="3568700" y="2749550"/>
          <p14:tracePt t="20409" x="3552825" y="2754313"/>
          <p14:tracePt t="20419" x="3506788" y="2787650"/>
          <p14:tracePt t="20419" x="3495675" y="2798763"/>
          <p14:tracePt t="20429" x="3451225" y="2838450"/>
          <p14:tracePt t="20439" x="3422650" y="2871788"/>
          <p14:tracePt t="20439" x="3417888" y="2878138"/>
          <p14:tracePt t="20449" x="3400425" y="2917825"/>
          <p14:tracePt t="20449" x="3395663" y="2928938"/>
          <p14:tracePt t="20459" x="3389313" y="2962275"/>
          <p14:tracePt t="20459" x="3384550" y="2968625"/>
          <p14:tracePt t="20469" x="3384550" y="3001963"/>
          <p14:tracePt t="20469" x="3384550" y="3006725"/>
          <p14:tracePt t="20479" x="3384550" y="3046413"/>
          <p14:tracePt t="20489" x="3395663" y="3079750"/>
          <p14:tracePt t="20499" x="3417888" y="3108325"/>
          <p14:tracePt t="20499" x="3417888" y="3114675"/>
          <p14:tracePt t="20509" x="3440113" y="3136900"/>
          <p14:tracePt t="20509" x="3451225" y="3141663"/>
          <p14:tracePt t="20519" x="3473450" y="3159125"/>
          <p14:tracePt t="20519" x="3479800" y="3159125"/>
          <p14:tracePt t="20529" x="3506788" y="3170238"/>
          <p14:tracePt t="20529" x="3513138" y="3170238"/>
          <p14:tracePt t="20539" x="3546475" y="3181350"/>
          <p14:tracePt t="20539" x="3557588" y="3181350"/>
          <p14:tracePt t="20549" x="3592513" y="3181350"/>
          <p14:tracePt t="20549" x="3608388" y="3181350"/>
          <p14:tracePt t="20559" x="3659188" y="3181350"/>
          <p14:tracePt t="20559" x="3670300" y="3181350"/>
          <p14:tracePt t="20569" x="3727450" y="3170238"/>
          <p14:tracePt t="20569" x="3738563" y="3165475"/>
          <p14:tracePt t="20579" x="3783013" y="3148013"/>
          <p14:tracePt t="20579" x="3789363" y="3141663"/>
          <p14:tracePt t="20589" x="3822700" y="3125788"/>
          <p14:tracePt t="20589" x="3822700" y="3114675"/>
          <p14:tracePt t="20599" x="3849688" y="3092450"/>
          <p14:tracePt t="20599" x="3856038" y="3079750"/>
          <p14:tracePt t="20609" x="3878263" y="3052763"/>
          <p14:tracePt t="20609" x="3884613" y="3041650"/>
          <p14:tracePt t="20619" x="3900488" y="3013075"/>
          <p14:tracePt t="20619" x="3911600" y="3001963"/>
          <p14:tracePt t="20629" x="3929063" y="2968625"/>
          <p14:tracePt t="20629" x="3929063" y="2962275"/>
          <p14:tracePt t="20639" x="3940175" y="2922588"/>
          <p14:tracePt t="20639" x="3946525" y="2911475"/>
          <p14:tracePt t="20649" x="3957638" y="2884488"/>
          <p14:tracePt t="20649" x="3957638" y="2878138"/>
          <p14:tracePt t="20659" x="3962400" y="2844800"/>
          <p14:tracePt t="20659" x="3962400" y="2838450"/>
          <p14:tracePt t="20669" x="3962400" y="2816225"/>
          <p14:tracePt t="20669" x="3962400" y="2809875"/>
          <p14:tracePt t="20679" x="3962400" y="2787650"/>
          <p14:tracePt t="20679" x="3962400" y="2782888"/>
          <p14:tracePt t="20689" x="3962400" y="2760663"/>
          <p14:tracePt t="20689" x="3962400" y="2754313"/>
          <p14:tracePt t="20699" x="3957638" y="2725738"/>
          <p14:tracePt t="20709" x="3946525" y="2692400"/>
          <p14:tracePt t="20719" x="3935413" y="2670175"/>
          <p14:tracePt t="20719" x="3929063" y="2663825"/>
          <p14:tracePt t="20729" x="3917950" y="2641600"/>
          <p14:tracePt t="20729" x="3911600" y="2630488"/>
          <p14:tracePt t="20739" x="3895725" y="2608263"/>
          <p14:tracePt t="20739" x="3889375" y="2608263"/>
          <p14:tracePt t="20749" x="3873500" y="2590800"/>
          <p14:tracePt t="20749" x="3867150" y="2586038"/>
          <p14:tracePt t="20759" x="3856038" y="2579688"/>
          <p14:tracePt t="20769" x="3849688" y="2574925"/>
          <p14:tracePt t="20769" x="3844925" y="2574925"/>
          <p14:tracePt t="20779" x="3844925" y="2568575"/>
          <p14:tracePt t="20789" x="3838575" y="2568575"/>
          <p14:tracePt t="20799" x="3833813" y="2568575"/>
          <p14:tracePt t="20809" x="3822700" y="2568575"/>
          <p14:tracePt t="20819" x="3789363" y="2586038"/>
          <p14:tracePt t="20829" x="3765550" y="2601913"/>
          <p14:tracePt t="20829" x="3749675" y="2614613"/>
          <p14:tracePt t="20839" x="3721100" y="2641600"/>
          <p14:tracePt t="20839" x="3703638" y="2652713"/>
          <p14:tracePt t="20849" x="3659188" y="2709863"/>
          <p14:tracePt t="20849" x="3648075" y="2725738"/>
          <p14:tracePt t="20859" x="3592513" y="2805113"/>
          <p14:tracePt t="20869" x="3546475" y="2871788"/>
          <p14:tracePt t="20869" x="3541713" y="2895600"/>
          <p14:tracePt t="20879" x="3495675" y="2973388"/>
          <p14:tracePt t="20879" x="3490913" y="2990850"/>
          <p14:tracePt t="20889" x="3457575" y="3074988"/>
          <p14:tracePt t="20889" x="3457575" y="3092450"/>
          <p14:tracePt t="20899" x="3446463" y="3159125"/>
          <p14:tracePt t="20899" x="3446463" y="3176588"/>
          <p14:tracePt t="20909" x="3446463" y="3232150"/>
          <p14:tracePt t="20909" x="3446463" y="3243263"/>
          <p14:tracePt t="20919" x="3473450" y="3294063"/>
          <p14:tracePt t="20919" x="3479800" y="3311525"/>
          <p14:tracePt t="20929" x="3513138" y="3344863"/>
          <p14:tracePt t="20929" x="3524250" y="3355975"/>
          <p14:tracePt t="20939" x="3563938" y="3378200"/>
          <p14:tracePt t="20939" x="3568700" y="3384550"/>
          <p14:tracePt t="20949" x="3614738" y="3400425"/>
          <p14:tracePt t="20949" x="3625850" y="3400425"/>
          <p14:tracePt t="20959" x="3676650" y="3406775"/>
          <p14:tracePt t="20969" x="3709988" y="3406775"/>
          <p14:tracePt t="20969" x="3721100" y="3406775"/>
          <p14:tracePt t="20979" x="3743325" y="3400425"/>
          <p14:tracePt t="20989" x="3760788" y="3378200"/>
          <p14:tracePt t="20999" x="3783013" y="3338513"/>
          <p14:tracePt t="21009" x="3800475" y="3294063"/>
          <p14:tracePt t="21009" x="3805238" y="3271838"/>
          <p14:tracePt t="21019" x="3822700" y="3203575"/>
          <p14:tracePt t="21019" x="3827463" y="3187700"/>
          <p14:tracePt t="21029" x="3838575" y="3125788"/>
          <p14:tracePt t="21029" x="3838575" y="3108325"/>
          <p14:tracePt t="21039" x="3849688" y="3052763"/>
          <p14:tracePt t="21039" x="3849688" y="3041650"/>
          <p14:tracePt t="21049" x="3856038" y="2979738"/>
          <p14:tracePt t="21059" x="3862388" y="2933700"/>
          <p14:tracePt t="21059" x="3862388" y="2928938"/>
          <p14:tracePt t="21069" x="3862388" y="2895600"/>
          <p14:tracePt t="21069" x="3862388" y="2884488"/>
          <p14:tracePt t="21079" x="3849688" y="2849563"/>
          <p14:tracePt t="21089" x="3833813" y="2822575"/>
          <p14:tracePt t="21089" x="3833813" y="2816225"/>
          <p14:tracePt t="21099" x="3805238" y="2782888"/>
          <p14:tracePt t="21099" x="3800475" y="2776538"/>
          <p14:tracePt t="21109" x="3771900" y="2749550"/>
          <p14:tracePt t="21119" x="3738563" y="2725738"/>
          <p14:tracePt t="21119" x="3732213" y="2714625"/>
          <p14:tracePt t="21129" x="3709988" y="2703513"/>
          <p14:tracePt t="21129" x="3703638" y="2703513"/>
          <p14:tracePt t="21139" x="3698875" y="2698750"/>
          <p14:tracePt t="21149" x="3692525" y="2692400"/>
          <p14:tracePt t="21171" x="3687763" y="2692400"/>
          <p14:tracePt t="21191" x="3681413" y="2692400"/>
          <p14:tracePt t="21209" x="3676650" y="2692400"/>
          <p14:tracePt t="21221" x="3670300" y="2692400"/>
          <p14:tracePt t="21227" x="3670300" y="2698750"/>
          <p14:tracePt t="21229" x="3665538" y="2698750"/>
          <p14:tracePt t="21239" x="3659188" y="2703513"/>
          <p14:tracePt t="21249" x="3654425" y="2709863"/>
          <p14:tracePt t="21259" x="3641725" y="2725738"/>
          <p14:tracePt t="21269" x="3630613" y="2736850"/>
          <p14:tracePt t="21269" x="3630613" y="2743200"/>
          <p14:tracePt t="21279" x="3625850" y="2754313"/>
          <p14:tracePt t="21289" x="3619500" y="2765425"/>
          <p14:tracePt t="21289" x="3619500" y="2771775"/>
          <p14:tracePt t="21299" x="3614738" y="2782888"/>
          <p14:tracePt t="21299" x="3608388" y="2782888"/>
          <p14:tracePt t="21309" x="3608388" y="2794000"/>
          <p14:tracePt t="21319" x="3603625" y="2809875"/>
          <p14:tracePt t="21329" x="3597275" y="2816225"/>
          <p14:tracePt t="21339" x="3597275" y="2822575"/>
          <p14:tracePt t="21349" x="3586163" y="2833688"/>
          <p14:tracePt t="21359" x="3575050" y="2844800"/>
          <p14:tracePt t="21369" x="3563938" y="2855913"/>
          <p14:tracePt t="21369" x="3563938" y="2860675"/>
          <p14:tracePt t="21379" x="3552825" y="2878138"/>
          <p14:tracePt t="21389" x="3546475" y="2889250"/>
          <p14:tracePt t="21389" x="3541713" y="2895600"/>
          <p14:tracePt t="21399" x="3535363" y="2917825"/>
          <p14:tracePt t="21409" x="3524250" y="2933700"/>
          <p14:tracePt t="21419" x="3519488" y="2951163"/>
          <p14:tracePt t="21429" x="3513138" y="2968625"/>
          <p14:tracePt t="21439" x="3513138" y="2984500"/>
          <p14:tracePt t="21449" x="3506788" y="2995613"/>
          <p14:tracePt t="21449" x="3506788" y="3001963"/>
          <p14:tracePt t="21459" x="3502025" y="3006725"/>
          <p14:tracePt t="21459" x="3502025" y="3013075"/>
          <p14:tracePt t="21469" x="3502025" y="3024188"/>
          <p14:tracePt t="21479" x="3502025" y="3030538"/>
          <p14:tracePt t="21489" x="3502025" y="3035300"/>
          <p14:tracePt t="21507" x="3502025" y="3041650"/>
          <p14:tracePt t="21539" x="3502025" y="3046413"/>
          <p14:tracePt t="21623" x="3506788" y="3046413"/>
          <p14:tracePt t="21657" x="3506788" y="3041650"/>
          <p14:tracePt t="21777" x="3513138" y="3041650"/>
          <p14:tracePt t="21809" x="3513138" y="3046413"/>
          <p14:tracePt t="21841" x="3519488" y="3046413"/>
          <p14:tracePt t="21885" x="3524250" y="3046413"/>
          <p14:tracePt t="21901" x="3530600" y="3046413"/>
          <p14:tracePt t="21927" x="3535363" y="3046413"/>
          <p14:tracePt t="21937" x="3535363" y="3052763"/>
          <p14:tracePt t="21947" x="3541713" y="3052763"/>
          <p14:tracePt t="21951" x="3541713" y="3057525"/>
          <p14:tracePt t="21963" x="3546475" y="3057525"/>
          <p14:tracePt t="21971" x="3546475" y="3063875"/>
          <p14:tracePt t="21987" x="3552825" y="3063875"/>
          <p14:tracePt t="22019" x="3552825" y="3068638"/>
          <p14:tracePt t="22095" x="3557588" y="3068638"/>
          <p14:tracePt t="22103" x="3563938" y="3068638"/>
          <p14:tracePt t="22107" x="3568700" y="3068638"/>
          <p14:tracePt t="22109" x="3575050" y="3068638"/>
          <p14:tracePt t="22119" x="3586163" y="3068638"/>
          <p14:tracePt t="22119" x="3586163" y="3063875"/>
          <p14:tracePt t="22129" x="3608388" y="3057525"/>
          <p14:tracePt t="22139" x="3648075" y="3041650"/>
          <p14:tracePt t="22149" x="3676650" y="3024188"/>
          <p14:tracePt t="22159" x="3692525" y="3001963"/>
          <p14:tracePt t="22159" x="3692525" y="2995613"/>
          <p14:tracePt t="22169" x="3709988" y="2973388"/>
          <p14:tracePt t="22179" x="3727450" y="2940050"/>
          <p14:tracePt t="22189" x="3732213" y="2917825"/>
          <p14:tracePt t="22189" x="3738563" y="2911475"/>
          <p14:tracePt t="22199" x="3738563" y="2895600"/>
          <p14:tracePt t="22209" x="3738563" y="2884488"/>
          <p14:tracePt t="22219" x="3738563" y="2871788"/>
          <p14:tracePt t="22219" x="3738563" y="2867025"/>
          <p14:tracePt t="22229" x="3738563" y="2860675"/>
          <p14:tracePt t="22239" x="3738563" y="2849563"/>
          <p14:tracePt t="22249" x="3738563" y="2838450"/>
          <p14:tracePt t="22259" x="3738563" y="2827338"/>
          <p14:tracePt t="22269" x="3738563" y="2816225"/>
          <p14:tracePt t="22269" x="3738563" y="2809875"/>
          <p14:tracePt t="22279" x="3732213" y="2794000"/>
          <p14:tracePt t="22289" x="3727450" y="2771775"/>
          <p14:tracePt t="22299" x="3721100" y="2754313"/>
          <p14:tracePt t="22309" x="3721100" y="2736850"/>
          <p14:tracePt t="22309" x="3714750" y="2736850"/>
          <p14:tracePt t="22319" x="3714750" y="2725738"/>
          <p14:tracePt t="22319" x="3709988" y="2725738"/>
          <p14:tracePt t="22329" x="3703638" y="2714625"/>
          <p14:tracePt t="22339" x="3703638" y="2709863"/>
          <p14:tracePt t="22349" x="3703638" y="2703513"/>
          <p14:tracePt t="22359" x="3698875" y="2703513"/>
          <p14:tracePt t="22369" x="3698875" y="2698750"/>
          <p14:tracePt t="22477" x="3692525" y="2698750"/>
          <p14:tracePt t="22511" x="3692525" y="2703513"/>
          <p14:tracePt t="22693" x="3692525" y="2709863"/>
          <p14:tracePt t="22699" x="3687763" y="2709863"/>
          <p14:tracePt t="22723" x="3687763" y="2714625"/>
          <p14:tracePt t="22737" x="3687763" y="2720975"/>
          <p14:tracePt t="22749" x="3681413" y="2720975"/>
          <p14:tracePt t="23923" x="3681413" y="2725738"/>
          <p14:tracePt t="23935" x="3681413" y="2732088"/>
          <p14:tracePt t="23943" x="3681413" y="2736850"/>
          <p14:tracePt t="23947" x="3681413" y="2743200"/>
          <p14:tracePt t="23949" x="3676650" y="2743200"/>
          <p14:tracePt t="23959" x="3676650" y="2749550"/>
          <p14:tracePt t="23969" x="3670300" y="2765425"/>
          <p14:tracePt t="23979" x="3670300" y="2782888"/>
          <p14:tracePt t="23989" x="3665538" y="2794000"/>
          <p14:tracePt t="23999" x="3665538" y="2805113"/>
          <p14:tracePt t="24009" x="3659188" y="2816225"/>
          <p14:tracePt t="24019" x="3654425" y="2822575"/>
          <p14:tracePt t="24029" x="3654425" y="2833688"/>
          <p14:tracePt t="24039" x="3648075" y="2838450"/>
          <p14:tracePt t="24049" x="3648075" y="2844800"/>
          <p14:tracePt t="24059" x="3648075" y="2849563"/>
          <p14:tracePt t="24069" x="3648075" y="2855913"/>
          <p14:tracePt t="24211" x="3641725" y="2855913"/>
          <p14:tracePt t="24225" x="3636963" y="2855913"/>
          <p14:tracePt t="24229" x="3636963" y="2860675"/>
          <p14:tracePt t="24233" x="3630613" y="2860675"/>
          <p14:tracePt t="24245" x="3625850" y="2860675"/>
          <p14:tracePt t="24255" x="3619500" y="2867025"/>
          <p14:tracePt t="24265" x="3614738" y="2867025"/>
          <p14:tracePt t="24269" x="3608388" y="2867025"/>
          <p14:tracePt t="24281" x="3603625" y="2871788"/>
          <p14:tracePt t="24295" x="3597275" y="2871788"/>
          <p14:tracePt t="24319" x="3597275" y="2878138"/>
          <p14:tracePt t="24339" x="3592513" y="2878138"/>
          <p14:tracePt t="24537" x="3586163" y="2878138"/>
          <p14:tracePt t="24569" x="3579813" y="2878138"/>
          <p14:tracePt t="24593" x="3575050" y="2878138"/>
          <p14:tracePt t="24599" x="3575050" y="2884488"/>
          <p14:tracePt t="24615" x="3568700" y="2884488"/>
          <p14:tracePt t="24625" x="3563938" y="2884488"/>
          <p14:tracePt t="24649" x="3557588" y="2884488"/>
          <p14:tracePt t="24651" x="3557588" y="2889250"/>
          <p14:tracePt t="24677" x="3552825" y="2889250"/>
          <p14:tracePt t="25215" x="3546475" y="2889250"/>
          <p14:tracePt t="25261" x="3546475" y="2895600"/>
          <p14:tracePt t="25275" x="3541713" y="2895600"/>
          <p14:tracePt t="25301" x="3541713" y="2900363"/>
          <p14:tracePt t="25331" x="3541713" y="2906713"/>
          <p14:tracePt t="25347" x="3535363" y="2906713"/>
          <p14:tracePt t="25369" x="3535363" y="2911475"/>
          <p14:tracePt t="25385" x="3530600" y="2911475"/>
          <p14:tracePt t="25393" x="3530600" y="2917825"/>
          <p14:tracePt t="25411" x="3524250" y="2922588"/>
          <p14:tracePt t="25415" x="3524250" y="2928938"/>
          <p14:tracePt t="25427" x="3519488" y="2928938"/>
          <p14:tracePt t="25429" x="3519488" y="2933700"/>
          <p14:tracePt t="25441" x="3513138" y="2933700"/>
          <p14:tracePt t="25449" x="3513138" y="2940050"/>
          <p14:tracePt t="25459" x="3513138" y="2944813"/>
          <p14:tracePt t="25469" x="3506788" y="2951163"/>
          <p14:tracePt t="25479" x="3506788" y="2957513"/>
          <p14:tracePt t="25489" x="3502025" y="2957513"/>
          <p14:tracePt t="25499" x="3502025" y="2962275"/>
          <p14:tracePt t="25509" x="3490913" y="2968625"/>
          <p14:tracePt t="25519" x="3490913" y="2973388"/>
          <p14:tracePt t="25531" x="3484563" y="2973388"/>
          <p14:tracePt t="25539" x="3484563" y="2979738"/>
          <p14:tracePt t="25551" x="3479800" y="2984500"/>
          <p14:tracePt t="25563" x="3479800" y="2990850"/>
          <p14:tracePt t="25569" x="3473450" y="2990850"/>
          <p14:tracePt t="25579" x="3468688" y="3001963"/>
          <p14:tracePt t="25589" x="3457575" y="3013075"/>
          <p14:tracePt t="25599" x="3451225" y="3024188"/>
          <p14:tracePt t="25609" x="3440113" y="3035300"/>
          <p14:tracePt t="25609" x="3440113" y="3041650"/>
          <p14:tracePt t="25619" x="3433763" y="3052763"/>
          <p14:tracePt t="25619" x="3429000" y="3057525"/>
          <p14:tracePt t="25629" x="3417888" y="3074988"/>
          <p14:tracePt t="25639" x="3400425" y="3092450"/>
          <p14:tracePt t="25649" x="3389313" y="3119438"/>
          <p14:tracePt t="25659" x="3378200" y="3136900"/>
          <p14:tracePt t="25669" x="3367088" y="3152775"/>
          <p14:tracePt t="25669" x="3367088" y="3159125"/>
          <p14:tracePt t="25679" x="3355975" y="3176588"/>
          <p14:tracePt t="25689" x="3349625" y="3187700"/>
          <p14:tracePt t="25699" x="3344863" y="3203575"/>
          <p14:tracePt t="25709" x="3338513" y="3214688"/>
          <p14:tracePt t="25719" x="3338513" y="3221038"/>
          <p14:tracePt t="25719" x="3338513" y="3227388"/>
          <p14:tracePt t="25729" x="3333750" y="3232150"/>
          <p14:tracePt t="25739" x="3333750" y="3243263"/>
          <p14:tracePt t="25749" x="3333750" y="3249613"/>
          <p14:tracePt t="25749" x="3333750" y="3254375"/>
          <p14:tracePt t="25759" x="3327400" y="3265488"/>
          <p14:tracePt t="25769" x="3327400" y="3271838"/>
          <p14:tracePt t="25779" x="3322638" y="3276600"/>
          <p14:tracePt t="25779" x="3322638" y="3282950"/>
          <p14:tracePt t="25789" x="3322638" y="3287713"/>
          <p14:tracePt t="25799" x="3322638" y="3294063"/>
          <p14:tracePt t="25799" x="3322638" y="3300413"/>
          <p14:tracePt t="25809" x="3322638" y="3305175"/>
          <p14:tracePt t="25819" x="3322638" y="3311525"/>
          <p14:tracePt t="25829" x="3322638" y="3316288"/>
          <p14:tracePt t="25839" x="3322638" y="3322638"/>
          <p14:tracePt t="25855" x="3322638" y="3327400"/>
          <p14:tracePt t="25865" x="3322638" y="3333750"/>
          <p14:tracePt t="25911" x="3322638" y="3338513"/>
          <p14:tracePt t="26117" x="3322638" y="3344863"/>
          <p14:tracePt t="26119" x="3327400" y="3344863"/>
          <p14:tracePt t="26125" x="3327400" y="3349625"/>
          <p14:tracePt t="26131" x="3327400" y="3355975"/>
          <p14:tracePt t="26139" x="3333750" y="3355975"/>
          <p14:tracePt t="26149" x="3333750" y="3362325"/>
          <p14:tracePt t="26159" x="3333750" y="3367088"/>
          <p14:tracePt t="26169" x="3338513" y="3373438"/>
          <p14:tracePt t="26179" x="3338513" y="3384550"/>
          <p14:tracePt t="26189" x="3338513" y="3389313"/>
          <p14:tracePt t="26199" x="3344863" y="3406775"/>
          <p14:tracePt t="26209" x="3344863" y="3417888"/>
          <p14:tracePt t="26209" x="3344863" y="3422650"/>
          <p14:tracePt t="26219" x="3344863" y="3435350"/>
          <p14:tracePt t="26229" x="3349625" y="3446463"/>
          <p14:tracePt t="26239" x="3349625" y="3457575"/>
          <p14:tracePt t="26249" x="3349625" y="3468688"/>
          <p14:tracePt t="26249" x="3349625" y="3473450"/>
          <p14:tracePt t="26259" x="3349625" y="3479800"/>
          <p14:tracePt t="26359" x="3349625" y="3484563"/>
          <p14:tracePt t="26523" x="3349625" y="3490913"/>
          <p14:tracePt t="26527" x="3349625" y="3495675"/>
          <p14:tracePt t="26531" x="3349625" y="3502025"/>
          <p14:tracePt t="26539" x="3349625" y="3513138"/>
          <p14:tracePt t="26539" x="3349625" y="3519488"/>
          <p14:tracePt t="26549" x="3349625" y="3535363"/>
          <p14:tracePt t="26549" x="3349625" y="3541713"/>
          <p14:tracePt t="26559" x="3349625" y="3557588"/>
          <p14:tracePt t="26559" x="3349625" y="3563938"/>
          <p14:tracePt t="26569" x="3349625" y="3581400"/>
          <p14:tracePt t="26579" x="3349625" y="3597275"/>
          <p14:tracePt t="26579" x="3349625" y="3603625"/>
          <p14:tracePt t="26589" x="3344863" y="3619500"/>
          <p14:tracePt t="26599" x="3344863" y="3630613"/>
          <p14:tracePt t="26609" x="3344863" y="3643313"/>
          <p14:tracePt t="26609" x="3344863" y="3648075"/>
          <p14:tracePt t="26619" x="3344863" y="3654425"/>
          <p14:tracePt t="26619" x="3344863" y="3659188"/>
          <p14:tracePt t="26629" x="3344863" y="3665538"/>
          <p14:tracePt t="26629" x="3344863" y="3670300"/>
          <p14:tracePt t="26639" x="3344863" y="3676650"/>
          <p14:tracePt t="26649" x="3344863" y="3687763"/>
          <p14:tracePt t="26659" x="3344863" y="3692525"/>
          <p14:tracePt t="26669" x="3344863" y="3705225"/>
          <p14:tracePt t="26679" x="3344863" y="3716338"/>
          <p14:tracePt t="26689" x="3344863" y="3721100"/>
          <p14:tracePt t="26689" x="3344863" y="3727450"/>
          <p14:tracePt t="26699" x="3344863" y="3732213"/>
          <p14:tracePt t="26725" x="3344863" y="3738563"/>
          <p14:tracePt t="26811" x="3344863" y="3743325"/>
          <p14:tracePt t="26829" x="3344863" y="3749675"/>
          <p14:tracePt t="26833" x="3344863" y="3754438"/>
          <p14:tracePt t="26841" x="3344863" y="3760788"/>
          <p14:tracePt t="26849" x="3344863" y="3765550"/>
          <p14:tracePt t="26859" x="3344863" y="3778250"/>
          <p14:tracePt t="26869" x="3344863" y="3789363"/>
          <p14:tracePt t="26879" x="3349625" y="3800475"/>
          <p14:tracePt t="26889" x="3349625" y="3805238"/>
          <p14:tracePt t="26899" x="3349625" y="3816350"/>
          <p14:tracePt t="26917" x="3349625" y="3822700"/>
          <p14:tracePt t="26927" x="3355975" y="3822700"/>
          <p14:tracePt t="26939" x="3355975" y="3827463"/>
          <p14:tracePt t="26983" x="3355975" y="3833813"/>
          <p14:tracePt t="26995" x="3355975" y="3838575"/>
          <p14:tracePt t="27005" x="3355975" y="3844925"/>
          <p14:tracePt t="27009" x="3355975" y="3851275"/>
          <p14:tracePt t="27017" x="3355975" y="3856038"/>
          <p14:tracePt t="27025" x="3355975" y="3862388"/>
          <p14:tracePt t="27031" x="3355975" y="3867150"/>
          <p14:tracePt t="27039" x="3355975" y="3878263"/>
          <p14:tracePt t="27049" x="3355975" y="3895725"/>
          <p14:tracePt t="27059" x="3355975" y="3906838"/>
          <p14:tracePt t="27059" x="3355975" y="3913188"/>
          <p14:tracePt t="27069" x="3355975" y="3929063"/>
          <p14:tracePt t="27069" x="3355975" y="3935413"/>
          <p14:tracePt t="27079" x="3355975" y="3946525"/>
          <p14:tracePt t="27079" x="3355975" y="3951288"/>
          <p14:tracePt t="27089" x="3355975" y="3973513"/>
          <p14:tracePt t="27089" x="3349625" y="3986213"/>
          <p14:tracePt t="27099" x="3349625" y="4024313"/>
          <p14:tracePt t="27109" x="3349625" y="4059238"/>
          <p14:tracePt t="27109" x="3349625" y="4070350"/>
          <p14:tracePt t="27119" x="3349625" y="4108450"/>
          <p14:tracePt t="27129" x="3349625" y="4137025"/>
          <p14:tracePt t="27129" x="3349625" y="4143375"/>
          <p14:tracePt t="27139" x="3349625" y="4165600"/>
          <p14:tracePt t="27139" x="3349625" y="4170363"/>
          <p14:tracePt t="27149" x="3349625" y="4187825"/>
          <p14:tracePt t="27159" x="3349625" y="4205288"/>
          <p14:tracePt t="27169" x="3349625" y="4216400"/>
          <p14:tracePt t="27179" x="3349625" y="4227513"/>
          <p14:tracePt t="27189" x="3349625" y="4238625"/>
          <p14:tracePt t="27189" x="3349625" y="4249738"/>
          <p14:tracePt t="27199" x="3349625" y="4260850"/>
          <p14:tracePt t="27209" x="3349625" y="4289425"/>
          <p14:tracePt t="27219" x="3349625" y="4305300"/>
          <p14:tracePt t="27219" x="3349625" y="4311650"/>
          <p14:tracePt t="27229" x="3349625" y="4333875"/>
          <p14:tracePt t="27229" x="3349625" y="4340225"/>
          <p14:tracePt t="27239" x="3349625" y="4362450"/>
          <p14:tracePt t="27249" x="3349625" y="4378325"/>
          <p14:tracePt t="27249" x="3349625" y="4384675"/>
          <p14:tracePt t="27259" x="3349625" y="4395788"/>
          <p14:tracePt t="27269" x="3349625" y="4402138"/>
          <p14:tracePt t="27285" x="3349625" y="4406900"/>
          <p14:tracePt t="27403" x="3349625" y="4402138"/>
          <p14:tracePt t="27407" x="3349625" y="4395788"/>
          <p14:tracePt t="27409" x="3349625" y="4391025"/>
          <p14:tracePt t="27419" x="3349625" y="4373563"/>
          <p14:tracePt t="27419" x="3349625" y="4367213"/>
          <p14:tracePt t="27429" x="3349625" y="4351338"/>
          <p14:tracePt t="27429" x="3349625" y="4340225"/>
          <p14:tracePt t="27439" x="3355975" y="4316413"/>
          <p14:tracePt t="27439" x="3355975" y="4311650"/>
          <p14:tracePt t="27449" x="3355975" y="4283075"/>
          <p14:tracePt t="27449" x="3360738" y="4278313"/>
          <p14:tracePt t="27459" x="3367088" y="4238625"/>
          <p14:tracePt t="27469" x="3367088" y="4198938"/>
          <p14:tracePt t="27469" x="3367088" y="4194175"/>
          <p14:tracePt t="27479" x="3367088" y="4154488"/>
          <p14:tracePt t="27479" x="3367088" y="4143375"/>
          <p14:tracePt t="27489" x="3367088" y="4086225"/>
          <p14:tracePt t="27499" x="3367088" y="4019550"/>
          <p14:tracePt t="27509" x="3367088" y="3957638"/>
          <p14:tracePt t="27509" x="3367088" y="3946525"/>
          <p14:tracePt t="27519" x="3367088" y="3856038"/>
          <p14:tracePt t="27519" x="3367088" y="3838575"/>
          <p14:tracePt t="27529" x="3367088" y="3771900"/>
          <p14:tracePt t="27529" x="3367088" y="3754438"/>
          <p14:tracePt t="27539" x="3360738" y="3692525"/>
          <p14:tracePt t="27539" x="3355975" y="3676650"/>
          <p14:tracePt t="27549" x="3344863" y="3614738"/>
          <p14:tracePt t="27549" x="3338513" y="3603625"/>
          <p14:tracePt t="27559" x="3327400" y="3546475"/>
          <p14:tracePt t="27559" x="3322638" y="3535363"/>
          <p14:tracePt t="27569" x="3311525" y="3490913"/>
          <p14:tracePt t="27569" x="3305175" y="3479800"/>
          <p14:tracePt t="27579" x="3294063" y="3440113"/>
          <p14:tracePt t="27579" x="3294063" y="3429000"/>
          <p14:tracePt t="27589" x="3282950" y="3395663"/>
          <p14:tracePt t="27589" x="3282950" y="3384550"/>
          <p14:tracePt t="27599" x="3276600" y="3349625"/>
          <p14:tracePt t="27599" x="3271838" y="3338513"/>
          <p14:tracePt t="27609" x="3271838" y="3287713"/>
          <p14:tracePt t="27619" x="3271838" y="3243263"/>
          <p14:tracePt t="27619" x="3271838" y="3238500"/>
          <p14:tracePt t="27629" x="3265488" y="3198813"/>
          <p14:tracePt t="27629" x="3265488" y="3187700"/>
          <p14:tracePt t="27639" x="3265488" y="3165475"/>
          <p14:tracePt t="27639" x="3265488" y="3159125"/>
          <p14:tracePt t="27649" x="3265488" y="3136900"/>
          <p14:tracePt t="27649" x="3265488" y="3130550"/>
          <p14:tracePt t="27659" x="3265488" y="3114675"/>
          <p14:tracePt t="27659" x="3265488" y="3108325"/>
          <p14:tracePt t="27669" x="3265488" y="3103563"/>
          <p14:tracePt t="27669" x="3265488" y="3097213"/>
          <p14:tracePt t="27679" x="3265488" y="3086100"/>
          <p14:tracePt t="27689" x="3271838" y="3079750"/>
          <p14:tracePt t="27689" x="3271838" y="3074988"/>
          <p14:tracePt t="27699" x="3276600" y="3063875"/>
          <p14:tracePt t="27709" x="3282950" y="3052763"/>
          <p14:tracePt t="27709" x="3282950" y="3046413"/>
          <p14:tracePt t="27719" x="3294063" y="3041650"/>
          <p14:tracePt t="27719" x="3294063" y="3035300"/>
          <p14:tracePt t="27729" x="3298825" y="3030538"/>
          <p14:tracePt t="27729" x="3298825" y="3024188"/>
          <p14:tracePt t="27739" x="3311525" y="3019425"/>
          <p14:tracePt t="27739" x="3311525" y="3013075"/>
          <p14:tracePt t="27749" x="3322638" y="3006725"/>
          <p14:tracePt t="27759" x="3327400" y="3006725"/>
          <p14:tracePt t="27769" x="3333750" y="3001963"/>
          <p14:tracePt t="27787" x="3333750" y="2995613"/>
          <p14:tracePt t="27797" x="3338513" y="2995613"/>
          <p14:tracePt t="27805" x="3344863" y="2995613"/>
          <p14:tracePt t="27815" x="3349625" y="2995613"/>
          <p14:tracePt t="27819" x="3355975" y="2995613"/>
          <p14:tracePt t="27829" x="3367088" y="2990850"/>
          <p14:tracePt t="27839" x="3378200" y="2984500"/>
          <p14:tracePt t="27839" x="3384550" y="2984500"/>
          <p14:tracePt t="27849" x="3395663" y="2979738"/>
          <p14:tracePt t="27849" x="3400425" y="2979738"/>
          <p14:tracePt t="27859" x="3411538" y="2973388"/>
          <p14:tracePt t="27859" x="3417888" y="2973388"/>
          <p14:tracePt t="27869" x="3440113" y="2968625"/>
          <p14:tracePt t="27879" x="3457575" y="2957513"/>
          <p14:tracePt t="27889" x="3473450" y="2951163"/>
          <p14:tracePt t="27899" x="3495675" y="2940050"/>
          <p14:tracePt t="27909" x="3506788" y="2933700"/>
          <p14:tracePt t="27909" x="3513138" y="2933700"/>
          <p14:tracePt t="27919" x="3519488" y="2928938"/>
          <p14:tracePt t="27949" x="3524250" y="2928938"/>
          <p14:tracePt t="28161" x="3524250" y="2922588"/>
          <p14:tracePt t="28473" x="3524250" y="2928938"/>
          <p14:tracePt t="28491" x="3524250" y="2933700"/>
          <p14:tracePt t="28495" x="3524250" y="2940050"/>
          <p14:tracePt t="28501" x="3519488" y="2940050"/>
          <p14:tracePt t="28509" x="3519488" y="2944813"/>
          <p14:tracePt t="28519" x="3506788" y="2962275"/>
          <p14:tracePt t="28529" x="3502025" y="2973388"/>
          <p14:tracePt t="28539" x="3495675" y="2990850"/>
          <p14:tracePt t="28549" x="3490913" y="3013075"/>
          <p14:tracePt t="28559" x="3484563" y="3030538"/>
          <p14:tracePt t="28569" x="3479800" y="3046413"/>
          <p14:tracePt t="28579" x="3473450" y="3063875"/>
          <p14:tracePt t="28579" x="3473450" y="3068638"/>
          <p14:tracePt t="28589" x="3468688" y="3086100"/>
          <p14:tracePt t="28589" x="3468688" y="3092450"/>
          <p14:tracePt t="28599" x="3462338" y="3114675"/>
          <p14:tracePt t="28599" x="3462338" y="3119438"/>
          <p14:tracePt t="28609" x="3457575" y="3152775"/>
          <p14:tracePt t="28609" x="3457575" y="3165475"/>
          <p14:tracePt t="28619" x="3451225" y="3192463"/>
          <p14:tracePt t="28629" x="3451225" y="3221038"/>
          <p14:tracePt t="28629" x="3451225" y="3232150"/>
          <p14:tracePt t="28639" x="3451225" y="3254375"/>
          <p14:tracePt t="28639" x="3451225" y="3260725"/>
          <p14:tracePt t="28649" x="3451225" y="3294063"/>
          <p14:tracePt t="28659" x="3451225" y="3322638"/>
          <p14:tracePt t="28659" x="3451225" y="3327400"/>
          <p14:tracePt t="28669" x="3451225" y="3355975"/>
          <p14:tracePt t="28679" x="3451225" y="3384550"/>
          <p14:tracePt t="28689" x="3451225" y="3411538"/>
          <p14:tracePt t="28699" x="3451225" y="3435350"/>
          <p14:tracePt t="28709" x="3451225" y="3457575"/>
          <p14:tracePt t="28719" x="3451225" y="3484563"/>
          <p14:tracePt t="28729" x="3457575" y="3513138"/>
          <p14:tracePt t="28729" x="3457575" y="3519488"/>
          <p14:tracePt t="28739" x="3457575" y="3541713"/>
          <p14:tracePt t="28739" x="3457575" y="3546475"/>
          <p14:tracePt t="28749" x="3462338" y="3575050"/>
          <p14:tracePt t="28749" x="3462338" y="3581400"/>
          <p14:tracePt t="28759" x="3462338" y="3603625"/>
          <p14:tracePt t="28759" x="3462338" y="3614738"/>
          <p14:tracePt t="28769" x="3462338" y="3636963"/>
          <p14:tracePt t="28769" x="3462338" y="3643313"/>
          <p14:tracePt t="28779" x="3462338" y="3665538"/>
          <p14:tracePt t="28779" x="3462338" y="3670300"/>
          <p14:tracePt t="28789" x="3462338" y="3698875"/>
          <p14:tracePt t="28799" x="3462338" y="3721100"/>
          <p14:tracePt t="28799" x="3462338" y="3727450"/>
          <p14:tracePt t="28809" x="3462338" y="3749675"/>
          <p14:tracePt t="28809" x="3462338" y="3754438"/>
          <p14:tracePt t="28819" x="3462338" y="3778250"/>
          <p14:tracePt t="28819" x="3462338" y="3783013"/>
          <p14:tracePt t="28829" x="3462338" y="3816350"/>
          <p14:tracePt t="28839" x="3462338" y="3844925"/>
          <p14:tracePt t="28849" x="3462338" y="3878263"/>
          <p14:tracePt t="28849" x="3462338" y="3889375"/>
          <p14:tracePt t="28859" x="3462338" y="3917950"/>
          <p14:tracePt t="28859" x="3462338" y="3924300"/>
          <p14:tracePt t="28869" x="3462338" y="3951288"/>
          <p14:tracePt t="28869" x="3457575" y="3957638"/>
          <p14:tracePt t="28879" x="3451225" y="3979863"/>
          <p14:tracePt t="28879" x="3451225" y="3990975"/>
          <p14:tracePt t="28889" x="3446463" y="4019550"/>
          <p14:tracePt t="28899" x="3440113" y="4052888"/>
          <p14:tracePt t="28909" x="3429000" y="4081463"/>
          <p14:tracePt t="28909" x="3429000" y="4086225"/>
          <p14:tracePt t="28919" x="3422650" y="4108450"/>
          <p14:tracePt t="28919" x="3422650" y="4114800"/>
          <p14:tracePt t="28929" x="3422650" y="4132263"/>
          <p14:tracePt t="28929" x="3422650" y="4143375"/>
          <p14:tracePt t="28939" x="3417888" y="4159250"/>
          <p14:tracePt t="28949" x="3417888" y="4170363"/>
          <p14:tracePt t="28949" x="3417888" y="4176713"/>
          <p14:tracePt t="28959" x="3417888" y="4194175"/>
          <p14:tracePt t="28969" x="3411538" y="4210050"/>
          <p14:tracePt t="28979" x="3411538" y="4221163"/>
          <p14:tracePt t="28989" x="3411538" y="4232275"/>
          <p14:tracePt t="28999" x="3411538" y="4238625"/>
          <p14:tracePt t="29013" x="3406775" y="4238625"/>
          <p14:tracePt t="29019" x="3406775" y="4243388"/>
          <p14:tracePt t="29037" x="3406775" y="4249738"/>
          <p14:tracePt t="29061" x="3406775" y="4256088"/>
          <p14:tracePt t="29067" x="3400425" y="4260850"/>
          <p14:tracePt t="29073" x="3400425" y="4267200"/>
          <p14:tracePt t="29079" x="3395663" y="4271963"/>
          <p14:tracePt t="29079" x="3389313" y="4278313"/>
          <p14:tracePt t="29089" x="3384550" y="4289425"/>
          <p14:tracePt t="29089" x="3384550" y="4294188"/>
          <p14:tracePt t="29099" x="3378200" y="4305300"/>
          <p14:tracePt t="29109" x="3367088" y="4316413"/>
          <p14:tracePt t="29109" x="3367088" y="4322763"/>
          <p14:tracePt t="29119" x="3360738" y="4333875"/>
          <p14:tracePt t="29119" x="3360738" y="4340225"/>
          <p14:tracePt t="29129" x="3355975" y="4351338"/>
          <p14:tracePt t="29139" x="3344863" y="4367213"/>
          <p14:tracePt t="29149" x="3338513" y="4384675"/>
          <p14:tracePt t="29149" x="3333750" y="4384675"/>
          <p14:tracePt t="29159" x="3327400" y="4402138"/>
          <p14:tracePt t="29159" x="3322638" y="4406900"/>
          <p14:tracePt t="29169" x="3316288" y="4424363"/>
          <p14:tracePt t="29169" x="3311525" y="4435475"/>
          <p14:tracePt t="29179" x="3294063" y="4457700"/>
          <p14:tracePt t="29179" x="3294063" y="4464050"/>
          <p14:tracePt t="29189" x="3282950" y="4486275"/>
          <p14:tracePt t="29199" x="3271838" y="4508500"/>
          <p14:tracePt t="29199" x="3265488" y="4519613"/>
          <p14:tracePt t="29209" x="3254375" y="4537075"/>
          <p14:tracePt t="29209" x="3249613" y="4541838"/>
          <p14:tracePt t="29219" x="3238500" y="4559300"/>
          <p14:tracePt t="29219" x="3232150" y="4570413"/>
          <p14:tracePt t="29229" x="3221038" y="4586288"/>
          <p14:tracePt t="29229" x="3221038" y="4592638"/>
          <p14:tracePt t="29239" x="3203575" y="4610100"/>
          <p14:tracePt t="29239" x="3203575" y="4614863"/>
          <p14:tracePt t="29249" x="3187700" y="4632325"/>
          <p14:tracePt t="29249" x="3187700" y="4637088"/>
          <p14:tracePt t="29259" x="3176588" y="4654550"/>
          <p14:tracePt t="29259" x="3176588" y="4659313"/>
          <p14:tracePt t="29269" x="3163888" y="4676775"/>
          <p14:tracePt t="29279" x="3148013" y="4699000"/>
          <p14:tracePt t="29279" x="3148013" y="4705350"/>
          <p14:tracePt t="29289" x="3136900" y="4721225"/>
          <p14:tracePt t="29289" x="3130550" y="4721225"/>
          <p14:tracePt t="29299" x="3125788" y="4733925"/>
          <p14:tracePt t="29299" x="3125788" y="4738688"/>
          <p14:tracePt t="29309" x="3119438" y="4749800"/>
          <p14:tracePt t="29319" x="3114675" y="4756150"/>
          <p14:tracePt t="29331" x="3114675" y="4760913"/>
          <p14:tracePt t="29351" x="3114675" y="4767263"/>
          <p14:tracePt t="29357" x="3108325" y="4767263"/>
          <p14:tracePt t="32751" x="3108325" y="4760913"/>
          <p14:tracePt t="32763" x="3108325" y="4756150"/>
          <p14:tracePt t="32769" x="3108325" y="4749800"/>
          <p14:tracePt t="32775" x="3108325" y="4745038"/>
          <p14:tracePt t="32789" x="3119438" y="4727575"/>
          <p14:tracePt t="32799" x="3119438" y="4710113"/>
          <p14:tracePt t="32809" x="3119438" y="4687888"/>
          <p14:tracePt t="32819" x="3119438" y="4654550"/>
          <p14:tracePt t="32819" x="3119438" y="4643438"/>
          <p14:tracePt t="32829" x="3125788" y="4632325"/>
          <p14:tracePt t="32839" x="3130550" y="4603750"/>
          <p14:tracePt t="32839" x="3130550" y="4592638"/>
          <p14:tracePt t="32849" x="3130550" y="4575175"/>
          <p14:tracePt t="32849" x="3130550" y="4570413"/>
          <p14:tracePt t="32859" x="3130550" y="4548188"/>
          <p14:tracePt t="32859" x="3130550" y="4541838"/>
          <p14:tracePt t="32869" x="3125788" y="4524375"/>
          <p14:tracePt t="32869" x="3125788" y="4519613"/>
          <p14:tracePt t="32879" x="3119438" y="4508500"/>
          <p14:tracePt t="32889" x="3114675" y="4502150"/>
          <p14:tracePt t="32899" x="3108325" y="4497388"/>
          <p14:tracePt t="32899" x="3103563" y="4491038"/>
          <p14:tracePt t="32909" x="3097213" y="4486275"/>
          <p14:tracePt t="32919" x="3090863" y="4486275"/>
          <p14:tracePt t="32929" x="3086100" y="4479925"/>
          <p14:tracePt t="32939" x="3079750" y="4479925"/>
          <p14:tracePt t="32955" x="3074988" y="4479925"/>
          <p14:tracePt t="32959" x="3074988" y="4475163"/>
          <p14:tracePt t="32977" x="3068638" y="4475163"/>
          <p14:tracePt t="32983" x="3063875" y="4475163"/>
          <p14:tracePt t="32989" x="3057525" y="4475163"/>
          <p14:tracePt t="32999" x="3046413" y="4475163"/>
          <p14:tracePt t="32999" x="3041650" y="4475163"/>
          <p14:tracePt t="33009" x="3013075" y="4475163"/>
          <p14:tracePt t="33009" x="3006725" y="4479925"/>
          <p14:tracePt t="33019" x="2979738" y="4486275"/>
          <p14:tracePt t="33019" x="2973388" y="4486275"/>
          <p14:tracePt t="33029" x="2951163" y="4491038"/>
          <p14:tracePt t="33029" x="2944813" y="4497388"/>
          <p14:tracePt t="33039" x="2917825" y="4497388"/>
          <p14:tracePt t="33049" x="2906713" y="4502150"/>
          <p14:tracePt t="33059" x="2895600" y="4502150"/>
          <p14:tracePt t="33069" x="2889250" y="4502150"/>
          <p14:tracePt t="33111" x="2882900" y="4502150"/>
          <p14:tracePt t="38517" x="2882900" y="4508500"/>
          <p14:tracePt t="38519" x="2882900" y="4513263"/>
          <p14:tracePt t="38529" x="2889250" y="4541838"/>
          <p14:tracePt t="38539" x="2922588" y="4637088"/>
          <p14:tracePt t="38549" x="2962275" y="4733925"/>
          <p14:tracePt t="38549" x="2973388" y="4760913"/>
          <p14:tracePt t="38559" x="3068638" y="4953000"/>
          <p14:tracePt t="38569" x="3176588" y="5154613"/>
          <p14:tracePt t="38579" x="3276600" y="5373688"/>
          <p14:tracePt t="38589" x="3355975" y="5541963"/>
          <p14:tracePt t="38589" x="3367088" y="5576888"/>
          <p14:tracePt t="38599" x="3417888" y="5745163"/>
          <p14:tracePt t="38609" x="3440113" y="5868988"/>
          <p14:tracePt t="38619" x="3446463" y="5957888"/>
          <p14:tracePt t="38629" x="3440113" y="6026150"/>
          <p14:tracePt t="38639" x="3429000" y="6081713"/>
          <p14:tracePt t="38649" x="3422650" y="6127750"/>
          <p14:tracePt t="38659" x="3417888" y="6149975"/>
          <p14:tracePt t="38669" x="3417888" y="6172200"/>
          <p14:tracePt t="38679" x="3411538" y="6189663"/>
          <p14:tracePt t="38689" x="3411538" y="6200775"/>
          <p14:tracePt t="38699" x="3411538" y="6205538"/>
          <p14:tracePt t="38709" x="3411538" y="6211888"/>
          <p14:tracePt t="38721" x="3406775" y="6211888"/>
          <p14:tracePt t="38737" x="3406775" y="6216650"/>
          <p14:tracePt t="38765" x="3400425" y="6216650"/>
          <p14:tracePt t="38773" x="3400425" y="6223000"/>
          <p14:tracePt t="38795" x="3400425" y="6227763"/>
          <p14:tracePt t="38829" x="3400425" y="6234113"/>
          <p14:tracePt t="38859" x="3400425" y="6238875"/>
          <p14:tracePt t="38887" x="3400425" y="6245225"/>
          <p14:tracePt t="38891" x="3400425" y="6251575"/>
          <p14:tracePt t="38897" x="3400425" y="6256338"/>
          <p14:tracePt t="38901" x="3400425" y="6262688"/>
          <p14:tracePt t="38909" x="3406775" y="6273800"/>
          <p14:tracePt t="38919" x="3406775" y="6318250"/>
          <p14:tracePt t="38929" x="3389313" y="6351588"/>
          <p14:tracePt t="38939" x="3371850" y="6373813"/>
          <p14:tracePt t="42305" x="3367088" y="6373813"/>
          <p14:tracePt t="42307" x="3367088" y="6380163"/>
          <p14:tracePt t="42315" x="3367088" y="6386513"/>
          <p14:tracePt t="42319" x="3360738" y="6386513"/>
          <p14:tracePt t="42341" x="3360738" y="6391275"/>
          <p14:tracePt t="42381" x="3360738" y="6397625"/>
          <p14:tracePt t="42387" x="3360738" y="6402388"/>
          <p14:tracePt t="42389" x="3367088" y="6402388"/>
          <p14:tracePt t="42399" x="3371850" y="6408738"/>
          <p14:tracePt t="42409" x="3378200" y="6413500"/>
          <p14:tracePt t="42419" x="3378200" y="6424613"/>
          <p14:tracePt t="42429" x="3384550" y="6424613"/>
          <p14:tracePt t="42449" x="3384550" y="6430963"/>
          <p14:tracePt t="42455" x="3389313" y="6430963"/>
          <p14:tracePt t="42459" x="3395663" y="6430963"/>
          <p14:tracePt t="42469" x="3400425" y="6430963"/>
          <p14:tracePt t="42479" x="3406775" y="6419850"/>
          <p14:tracePt t="42489" x="3417888" y="6413500"/>
          <p14:tracePt t="42499" x="3422650" y="6408738"/>
          <p14:tracePt t="42509" x="3429000" y="6397625"/>
          <p14:tracePt t="42519" x="3440113" y="6397625"/>
          <p14:tracePt t="42549" x="3440113" y="6391275"/>
          <p14:tracePt t="48901" x="3446463" y="6391275"/>
          <p14:tracePt t="48909" x="3446463" y="6397625"/>
          <p14:tracePt t="48913" x="3446463" y="6402388"/>
          <p14:tracePt t="48919" x="3451225" y="6408738"/>
          <p14:tracePt t="48929" x="3451225" y="6413500"/>
          <p14:tracePt t="48939" x="3451225" y="6424613"/>
          <p14:tracePt t="48949" x="3451225" y="6430963"/>
          <p14:tracePt t="48971" x="3451225" y="6424613"/>
          <p14:tracePt t="48973" x="3451225" y="6419850"/>
          <p14:tracePt t="48979" x="3446463" y="6413500"/>
          <p14:tracePt t="48989" x="3417888" y="6386513"/>
          <p14:tracePt t="48999" x="3378200" y="6373813"/>
          <p14:tracePt t="49009" x="3344863" y="6373813"/>
          <p14:tracePt t="49019" x="3311525" y="6380163"/>
          <p14:tracePt t="49029" x="3294063" y="6402388"/>
          <p14:tracePt t="49039" x="3294063" y="6442075"/>
          <p14:tracePt t="49049" x="3316288" y="6470650"/>
          <p14:tracePt t="49059" x="3322638" y="6470650"/>
          <p14:tracePt t="49079" x="3322638" y="6475413"/>
          <p14:tracePt t="50037" x="3322638" y="6481763"/>
          <p14:tracePt t="50039" x="3327400" y="6492875"/>
          <p14:tracePt t="50049" x="3367088" y="6559550"/>
          <p14:tracePt t="50059" x="3371850" y="6632575"/>
          <p14:tracePt t="50069" x="3355975" y="6734175"/>
          <p14:tracePt t="50079" x="3298825" y="6851650"/>
          <p14:tracePt t="50381" x="409575" y="6791325"/>
          <p14:tracePt t="50389" x="179388" y="6565900"/>
        </p14:tracePtLst>
      </p14:laserTraceLst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80563D-6FCD-F219-BF38-4A40DA9B8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551C3B6-A0D6-43F6-9F68-13666CDA5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2" y="709375"/>
            <a:ext cx="10713675" cy="541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Background Gray Rectangle">
            <a:extLst>
              <a:ext uri="{FF2B5EF4-FFF2-40B4-BE49-F238E27FC236}">
                <a16:creationId xmlns:a16="http://schemas.microsoft.com/office/drawing/2014/main" id="{12A9E3A1-F2D3-41F9-B1F2-CE7935D02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-14198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C34FCD-DDEE-4B3C-AF37-71EBE7CEE7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6B69C6-4A24-4A43-A3D3-E98C6B90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5E36EA0-907A-2C8F-C3CA-A9BF7B2C7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197" y="682800"/>
            <a:ext cx="5102321" cy="513535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/>
              <a:t>The Reproductive System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CF59B3D-2CAB-4C20-D625-6D1EBF9CF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5045" y="680191"/>
            <a:ext cx="4942617" cy="5135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ts val="3200"/>
              </a:lnSpc>
            </a:pPr>
            <a:r>
              <a:rPr lang="en-US" sz="2400">
                <a:solidFill>
                  <a:schemeClr val="tx2"/>
                </a:solidFill>
              </a:rPr>
              <a:t>Enables production of offspring; impacts growth and developmental changes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B728D-CF63-342C-D1F8-9E2990AE3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676" y="-14198"/>
            <a:ext cx="685800" cy="685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D02F645-0AE3-4B4C-81BC-EC481516A6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1DC4401-7FC1-4A39-AC04-DAF7C0D70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303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145"/>
    </mc:Choice>
    <mc:Fallback xmlns="">
      <p:transition spd="slow" advTm="30145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89BAA-4722-C39A-92E5-82A639831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551C3B6-A0D6-43F6-9F68-13666CDA5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2" y="709375"/>
            <a:ext cx="10713675" cy="541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B3B2C43-5E36-4768-8319-6752D24B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44326E-7BB3-4929-BE33-05CA64DBB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1CF4E0-AA2D-43CA-A528-C52FB1582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A131424-3C37-31E1-1D3A-CDD6C4CAB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9319" y="576263"/>
            <a:ext cx="5054196" cy="29676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The Immune &amp; Lymphatic Systems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07A4F40-A5E7-9F57-081F-F56315554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89319" y="3764975"/>
            <a:ext cx="5054196" cy="219268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ts val="3200"/>
              </a:lnSpc>
            </a:pPr>
            <a:r>
              <a:rPr lang="en-US">
                <a:solidFill>
                  <a:schemeClr val="tx2"/>
                </a:solidFill>
              </a:rPr>
              <a:t>Rids the body of toxins and fights infections</a:t>
            </a:r>
          </a:p>
        </p:txBody>
      </p:sp>
      <p:pic>
        <p:nvPicPr>
          <p:cNvPr id="16" name="Picture 15" descr="Viruses suspended on mid-air">
            <a:extLst>
              <a:ext uri="{FF2B5EF4-FFF2-40B4-BE49-F238E27FC236}">
                <a16:creationId xmlns:a16="http://schemas.microsoft.com/office/drawing/2014/main" id="{EAA939F3-03A7-1A43-31F5-78034B0CDC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43" r="19357"/>
          <a:stretch>
            <a:fillRect/>
          </a:stretch>
        </p:blipFill>
        <p:spPr>
          <a:xfrm>
            <a:off x="-6472" y="10"/>
            <a:ext cx="5486394" cy="6857982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3B083774-A903-4B1B-BC6A-94C1F048E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479921" y="0"/>
            <a:ext cx="287517" cy="6857992"/>
          </a:xfrm>
          <a:prstGeom prst="rect">
            <a:avLst/>
          </a:prstGeom>
          <a:solidFill>
            <a:srgbClr val="FCC99A">
              <a:alpha val="25000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BDCA0-6220-7256-D31D-CD3745A83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676" y="-14198"/>
            <a:ext cx="685800" cy="685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3A4F6043-7A67-491B-98BC-F933DED7226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30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D5FB189-1F48-4A47-B036-6AF7E11A8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504676" y="-14198"/>
            <a:ext cx="0" cy="6858000"/>
          </a:xfrm>
          <a:prstGeom prst="line">
            <a:avLst/>
          </a:prstGeom>
          <a:ln w="9525" cap="rnd">
            <a:solidFill>
              <a:srgbClr val="FCC99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5B335DD-3163-4EC5-8B6B-2AB53E64D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rgbClr val="FCC99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38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361"/>
    </mc:Choice>
    <mc:Fallback xmlns="">
      <p:transition spd="slow" advTm="45361"/>
    </mc:Fallback>
  </mc:AlternateContent>
  <p:extLst>
    <p:ext uri="{3A86A75C-4F4B-4683-9AE1-C65F6400EC91}">
      <p14:laserTraceLst xmlns:p14="http://schemas.microsoft.com/office/powerpoint/2010/main">
        <p14:tracePtLst>
          <p14:tracePt t="44008" x="174625" y="2601913"/>
          <p14:tracePt t="44011" x="342900" y="2647950"/>
          <p14:tracePt t="44021" x="1068388" y="2833688"/>
          <p14:tracePt t="44031" x="1798638" y="2990850"/>
          <p14:tracePt t="44041" x="2462213" y="3103563"/>
          <p14:tracePt t="44051" x="3119438" y="3209925"/>
          <p14:tracePt t="44061" x="3789363" y="3305175"/>
          <p14:tracePt t="44071" x="4535488" y="3378200"/>
          <p14:tracePt t="44081" x="5267325" y="3440113"/>
          <p14:tracePt t="44091" x="5913438" y="3473450"/>
          <p14:tracePt t="44101" x="6537325" y="3495675"/>
          <p14:tracePt t="44111" x="7048500" y="3495675"/>
          <p14:tracePt t="44121" x="7448550" y="3490913"/>
          <p14:tracePt t="44131" x="7791450" y="3451225"/>
          <p14:tracePt t="44141" x="8072438" y="3411538"/>
          <p14:tracePt t="44151" x="8302625" y="3362325"/>
          <p14:tracePt t="44161" x="8510588" y="3311525"/>
          <p14:tracePt t="44171" x="8696325" y="3265488"/>
          <p14:tracePt t="44181" x="8875713" y="3227388"/>
          <p14:tracePt t="44191" x="9066213" y="3192463"/>
          <p14:tracePt t="44201" x="9251950" y="3152775"/>
          <p14:tracePt t="44211" x="9444038" y="3108325"/>
          <p14:tracePt t="44221" x="9590088" y="3074988"/>
          <p14:tracePt t="44231" x="9685338" y="3046413"/>
          <p14:tracePt t="44241" x="9736138" y="3024188"/>
          <p14:tracePt t="44251" x="9752013" y="3013075"/>
          <p14:tracePt t="44261" x="9758363" y="3006725"/>
          <p14:tracePt t="44271" x="9758363" y="3001963"/>
          <p14:tracePt t="44281" x="9758363" y="2995613"/>
          <p14:tracePt t="44291" x="9763125" y="2995613"/>
          <p14:tracePt t="44301" x="9763125" y="2990850"/>
          <p14:tracePt t="44311" x="9763125" y="2984500"/>
          <p14:tracePt t="44321" x="9763125" y="2979738"/>
          <p14:tracePt t="44331" x="9763125" y="2973388"/>
          <p14:tracePt t="44344" x="9763125" y="2968625"/>
          <p14:tracePt t="44368" x="9763125" y="2962275"/>
          <p14:tracePt t="44374" x="9769475" y="2962275"/>
          <p14:tracePt t="44382" x="9774238" y="2962275"/>
          <p14:tracePt t="44386" x="9780588" y="2957513"/>
          <p14:tracePt t="44391" x="9798050" y="2957513"/>
          <p14:tracePt t="44401" x="9893300" y="2957513"/>
          <p14:tracePt t="44411" x="10129838" y="2995613"/>
          <p14:tracePt t="44421" x="10455275" y="3063875"/>
          <p14:tracePt t="44431" x="10802938" y="3125788"/>
          <p14:tracePt t="44441" x="11141075" y="3187700"/>
          <p14:tracePt t="44451" x="11461750" y="3227388"/>
          <p14:tracePt t="44461" x="11769725" y="3260725"/>
          <p14:tracePt t="44471" x="12096750" y="3271838"/>
        </p14:tracePtLst>
      </p14:laserTraceLst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442910-FDC2-65BF-5993-BF9EF6638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Immune System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2065DE-E95A-ED76-F6DB-1EDF14DBE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26971" y="1825625"/>
            <a:ext cx="7409253" cy="420638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Thymus</a:t>
            </a:r>
            <a:r>
              <a:rPr lang="en-US" dirty="0"/>
              <a:t>: produce and train T-cells (type of lymphocytes)</a:t>
            </a:r>
          </a:p>
          <a:p>
            <a:r>
              <a:rPr lang="en-US" b="1" dirty="0"/>
              <a:t>Spleen</a:t>
            </a:r>
            <a:r>
              <a:rPr lang="en-US" dirty="0"/>
              <a:t>: filters blood for damaged red blood cells and platelets</a:t>
            </a:r>
          </a:p>
          <a:p>
            <a:r>
              <a:rPr lang="en-US" b="1" dirty="0"/>
              <a:t>Lymph nodes</a:t>
            </a:r>
            <a:r>
              <a:rPr lang="en-US" dirty="0"/>
              <a:t>: filter lymphatic fluid in blood</a:t>
            </a:r>
          </a:p>
          <a:p>
            <a:r>
              <a:rPr lang="en-US" b="1" dirty="0"/>
              <a:t>Bone marrow</a:t>
            </a:r>
            <a:r>
              <a:rPr lang="en-US" dirty="0"/>
              <a:t>: creates blood cells</a:t>
            </a:r>
          </a:p>
          <a:p>
            <a:r>
              <a:rPr lang="en-US" b="1" dirty="0"/>
              <a:t>White blood cells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Phagocytes</a:t>
            </a:r>
            <a:r>
              <a:rPr lang="en-US" dirty="0"/>
              <a:t>: eat microbes (infection)</a:t>
            </a:r>
          </a:p>
          <a:p>
            <a:pPr lvl="1"/>
            <a:r>
              <a:rPr lang="en-US" b="1" dirty="0"/>
              <a:t>Lymphocytes</a:t>
            </a:r>
            <a:r>
              <a:rPr lang="en-US" dirty="0"/>
              <a:t>: produce antibodies (target recognition) and cytokines (messenger chemicals)</a:t>
            </a:r>
          </a:p>
          <a:p>
            <a:pPr lvl="1"/>
            <a:r>
              <a:rPr lang="en-US" b="1" dirty="0"/>
              <a:t>Auxiliary cells</a:t>
            </a:r>
            <a:r>
              <a:rPr lang="en-US" dirty="0"/>
              <a:t>: mast cells (alerting), basophils (allergen response), and platelets (blood clotting)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761C2-501E-4E4F-CD8D-0390C1D5C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20482" name="Picture 2" descr="Illustration showing different parts of your immune system and where they're located in your body.">
            <a:extLst>
              <a:ext uri="{FF2B5EF4-FFF2-40B4-BE49-F238E27FC236}">
                <a16:creationId xmlns:a16="http://schemas.microsoft.com/office/drawing/2014/main" id="{5FBE6657-8718-7A2B-245A-A656C824942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23" y="1471749"/>
            <a:ext cx="2886551" cy="4560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228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0806"/>
    </mc:Choice>
    <mc:Fallback xmlns="">
      <p:transition spd="slow" advTm="340806"/>
    </mc:Fallback>
  </mc:AlternateContent>
  <p:extLst>
    <p:ext uri="{3A86A75C-4F4B-4683-9AE1-C65F6400EC91}">
      <p14:laserTraceLst xmlns:p14="http://schemas.microsoft.com/office/powerpoint/2010/main">
        <p14:tracePtLst>
          <p14:tracePt t="64848" x="12147550" y="6694488"/>
          <p14:tracePt t="64850" x="12174538" y="6656388"/>
          <p14:tracePt t="64988" x="12152313" y="3136900"/>
          <p14:tracePt t="64995" x="12039600" y="2995613"/>
          <p14:tracePt t="65005" x="11798300" y="2760663"/>
          <p14:tracePt t="65015" x="11539538" y="2557463"/>
          <p14:tracePt t="65025" x="11280775" y="2400300"/>
          <p14:tracePt t="65035" x="11045825" y="2287588"/>
          <p14:tracePt t="65045" x="10831513" y="2220913"/>
          <p14:tracePt t="65055" x="10629900" y="2181225"/>
          <p14:tracePt t="65065" x="10404475" y="2159000"/>
          <p14:tracePt t="65075" x="10167938" y="2141538"/>
          <p14:tracePt t="65085" x="9932988" y="2136775"/>
          <p14:tracePt t="65095" x="9736138" y="2136775"/>
          <p14:tracePt t="65105" x="9583738" y="2130425"/>
          <p14:tracePt t="65115" x="9477375" y="2130425"/>
          <p14:tracePt t="65125" x="9415463" y="2119313"/>
          <p14:tracePt t="65135" x="9371013" y="2112963"/>
          <p14:tracePt t="65146" x="9320213" y="2101850"/>
          <p14:tracePt t="65155" x="9280525" y="2097088"/>
          <p14:tracePt t="65165" x="9212263" y="2085975"/>
          <p14:tracePt t="65175" x="9128125" y="2063750"/>
          <p14:tracePt t="65185" x="9028113" y="2028825"/>
          <p14:tracePt t="65195" x="8897938" y="2001838"/>
          <p14:tracePt t="65205" x="8734425" y="1973263"/>
          <p14:tracePt t="65215" x="8482013" y="1939925"/>
          <p14:tracePt t="65225" x="8212138" y="1893888"/>
          <p14:tracePt t="65235" x="7891463" y="1855788"/>
          <p14:tracePt t="65245" x="7521575" y="1787525"/>
          <p14:tracePt t="65255" x="7099300" y="1720850"/>
          <p14:tracePt t="65265" x="6672263" y="1652588"/>
          <p14:tracePt t="65275" x="6340475" y="1612900"/>
          <p14:tracePt t="65285" x="6103938" y="1597025"/>
          <p14:tracePt t="65295" x="5991225" y="1585913"/>
          <p14:tracePt t="65305" x="5930900" y="1585913"/>
          <p14:tracePt t="65315" x="5902325" y="1579563"/>
          <p14:tracePt t="65325" x="5891213" y="1573213"/>
          <p14:tracePt t="65335" x="5884863" y="1573213"/>
          <p14:tracePt t="65346" x="5880100" y="1573213"/>
          <p14:tracePt t="65358" x="5873750" y="1573213"/>
          <p14:tracePt t="65365" x="5868988" y="1573213"/>
          <p14:tracePt t="65375" x="5840413" y="1568450"/>
          <p14:tracePt t="65385" x="5795963" y="1557338"/>
          <p14:tracePt t="65395" x="5734050" y="1550988"/>
          <p14:tracePt t="65405" x="5614988" y="1546225"/>
          <p14:tracePt t="65415" x="5486400" y="1546225"/>
          <p14:tracePt t="65425" x="5311775" y="1546225"/>
          <p14:tracePt t="65435" x="5075238" y="1573213"/>
          <p14:tracePt t="65445" x="4822825" y="1608138"/>
          <p14:tracePt t="65455" x="4564063" y="1635125"/>
          <p14:tracePt t="65465" x="4322763" y="1670050"/>
          <p14:tracePt t="65475" x="4092575" y="1697038"/>
          <p14:tracePt t="65485" x="3906838" y="1720850"/>
          <p14:tracePt t="65495" x="3760788" y="1743075"/>
          <p14:tracePt t="65505" x="3654425" y="1758950"/>
          <p14:tracePt t="65515" x="3592513" y="1776413"/>
          <p14:tracePt t="65525" x="3563938" y="1781175"/>
          <p14:tracePt t="65535" x="3546475" y="1787525"/>
          <p14:tracePt t="65545" x="3546475" y="1793875"/>
          <p14:tracePt t="65555" x="3541713" y="1793875"/>
          <p14:tracePt t="65565" x="3541713" y="1798638"/>
          <p14:tracePt t="65575" x="3541713" y="1816100"/>
          <p14:tracePt t="65585" x="3541713" y="1831975"/>
          <p14:tracePt t="65595" x="3541713" y="1871663"/>
          <p14:tracePt t="65605" x="3541713" y="1900238"/>
          <p14:tracePt t="65615" x="3546475" y="1933575"/>
          <p14:tracePt t="65625" x="3557588" y="1978025"/>
          <p14:tracePt t="65635" x="3586163" y="2017713"/>
          <p14:tracePt t="65645" x="3619500" y="2068513"/>
          <p14:tracePt t="65655" x="3659188" y="2112963"/>
          <p14:tracePt t="65665" x="3709988" y="2147888"/>
          <p14:tracePt t="65675" x="3776663" y="2192338"/>
          <p14:tracePt t="65685" x="3856038" y="2225675"/>
          <p14:tracePt t="65695" x="3973513" y="2265363"/>
          <p14:tracePt t="65705" x="4187825" y="2316163"/>
          <p14:tracePt t="65715" x="4457700" y="2360613"/>
          <p14:tracePt t="65725" x="4800600" y="2393950"/>
          <p14:tracePt t="65726" x="4873625" y="2406650"/>
          <p14:tracePt t="65735" x="5187950" y="2422525"/>
          <p14:tracePt t="65745" x="5626100" y="2439988"/>
          <p14:tracePt t="65755" x="6110288" y="2439988"/>
          <p14:tracePt t="65765" x="6559550" y="2439988"/>
          <p14:tracePt t="65775" x="6953250" y="2433638"/>
          <p14:tracePt t="65785" x="7289800" y="2417763"/>
          <p14:tracePt t="65795" x="7566025" y="2389188"/>
          <p14:tracePt t="65805" x="7807325" y="2349500"/>
          <p14:tracePt t="65815" x="8032750" y="2320925"/>
          <p14:tracePt t="65825" x="8218488" y="2293938"/>
          <p14:tracePt t="65835" x="8369300" y="2271713"/>
          <p14:tracePt t="65845" x="8453438" y="2254250"/>
          <p14:tracePt t="65855" x="8510588" y="2243138"/>
          <p14:tracePt t="65865" x="8532813" y="2236788"/>
          <p14:tracePt t="65875" x="8537575" y="2232025"/>
          <p14:tracePt t="65885" x="8543925" y="2225675"/>
          <p14:tracePt t="65895" x="8550275" y="2214563"/>
          <p14:tracePt t="65905" x="8550275" y="2203450"/>
          <p14:tracePt t="65915" x="8550275" y="2185988"/>
          <p14:tracePt t="65925" x="8550275" y="2152650"/>
          <p14:tracePt t="65935" x="8550275" y="2112963"/>
          <p14:tracePt t="65945" x="8555038" y="2079625"/>
          <p14:tracePt t="65955" x="8561388" y="2046288"/>
          <p14:tracePt t="65965" x="8561388" y="2006600"/>
          <p14:tracePt t="65975" x="8561388" y="1966913"/>
          <p14:tracePt t="65985" x="8561388" y="1933575"/>
          <p14:tracePt t="65995" x="8561388" y="1900238"/>
          <p14:tracePt t="66005" x="8550275" y="1871663"/>
          <p14:tracePt t="66015" x="8543925" y="1855788"/>
          <p14:tracePt t="66025" x="8526463" y="1831975"/>
          <p14:tracePt t="66035" x="8499475" y="1809750"/>
          <p14:tracePt t="66045" x="8437563" y="1765300"/>
          <p14:tracePt t="66055" x="8353425" y="1720850"/>
          <p14:tracePt t="66056" x="8329613" y="1714500"/>
          <p14:tracePt t="66065" x="8234363" y="1674813"/>
          <p14:tracePt t="66075" x="8088313" y="1641475"/>
          <p14:tracePt t="66085" x="7926388" y="1601788"/>
          <p14:tracePt t="66095" x="7661275" y="1562100"/>
          <p14:tracePt t="66105" x="7391400" y="1535113"/>
          <p14:tracePt t="66115" x="7054850" y="1524000"/>
          <p14:tracePt t="66125" x="6700838" y="1517650"/>
          <p14:tracePt t="66135" x="6334125" y="1517650"/>
          <p14:tracePt t="66145" x="5953125" y="1517650"/>
          <p14:tracePt t="66155" x="5581650" y="1517650"/>
          <p14:tracePt t="66165" x="5210175" y="1517650"/>
          <p14:tracePt t="66175" x="4833938" y="1517650"/>
          <p14:tracePt t="66185" x="4462463" y="1517650"/>
          <p14:tracePt t="66195" x="4119563" y="1524000"/>
          <p14:tracePt t="66205" x="3794125" y="1539875"/>
          <p14:tracePt t="66215" x="3502025" y="1546225"/>
          <p14:tracePt t="66225" x="3243263" y="1550988"/>
          <p14:tracePt t="66235" x="3024188" y="1557338"/>
          <p14:tracePt t="66245" x="2849563" y="1568450"/>
          <p14:tracePt t="66255" x="2709863" y="1579563"/>
          <p14:tracePt t="66265" x="2608263" y="1597025"/>
          <p14:tracePt t="66275" x="2546350" y="1601788"/>
          <p14:tracePt t="66285" x="2524125" y="1612900"/>
          <p14:tracePt t="66295" x="2517775" y="1612900"/>
          <p14:tracePt t="66305" x="2513013" y="1612900"/>
          <p14:tracePt t="66316" x="2513013" y="1619250"/>
          <p14:tracePt t="66328" x="2513013" y="1624013"/>
          <p14:tracePt t="66335" x="2524125" y="1635125"/>
          <p14:tracePt t="66345" x="2590800" y="1685925"/>
          <p14:tracePt t="66355" x="2703513" y="1736725"/>
          <p14:tracePt t="66365" x="2917825" y="1827213"/>
          <p14:tracePt t="66366" x="2968625" y="1843088"/>
          <p14:tracePt t="66375" x="3181350" y="1916113"/>
          <p14:tracePt t="66385" x="3506788" y="2006600"/>
          <p14:tracePt t="66395" x="3849688" y="2097088"/>
          <p14:tracePt t="66405" x="4243388" y="2181225"/>
          <p14:tracePt t="66415" x="4710113" y="2259013"/>
          <p14:tracePt t="66425" x="5256213" y="2360613"/>
          <p14:tracePt t="66435" x="5868988" y="2455863"/>
          <p14:tracePt t="66445" x="6469063" y="2557463"/>
          <p14:tracePt t="66455" x="7110413" y="2652713"/>
          <p14:tracePt t="66465" x="7678738" y="2749550"/>
          <p14:tracePt t="66475" x="8167688" y="2822575"/>
          <p14:tracePt t="66485" x="8526463" y="2867025"/>
          <p14:tracePt t="66495" x="8802688" y="2900363"/>
          <p14:tracePt t="66505" x="8977313" y="2911475"/>
          <p14:tracePt t="66515" x="9061450" y="2917825"/>
          <p14:tracePt t="66525" x="9077325" y="2917825"/>
          <p14:tracePt t="66535" x="9083675" y="2917825"/>
          <p14:tracePt t="66545" x="9088438" y="2917825"/>
          <p14:tracePt t="66566" x="9088438" y="2911475"/>
          <p14:tracePt t="66570" x="9088438" y="2900363"/>
          <p14:tracePt t="66575" x="9088438" y="2884488"/>
          <p14:tracePt t="66585" x="9083675" y="2838450"/>
          <p14:tracePt t="66595" x="9061450" y="2754313"/>
          <p14:tracePt t="66605" x="9039225" y="2659063"/>
          <p14:tracePt t="66615" x="8993188" y="2535238"/>
          <p14:tracePt t="66625" x="8937625" y="2382838"/>
          <p14:tracePt t="66635" x="8831263" y="2209800"/>
          <p14:tracePt t="66645" x="8718550" y="2063750"/>
          <p14:tracePt t="66655" x="8612188" y="1939925"/>
          <p14:tracePt t="66665" x="8493125" y="1843088"/>
          <p14:tracePt t="66675" x="8380413" y="1765300"/>
          <p14:tracePt t="66685" x="8274050" y="1697038"/>
          <p14:tracePt t="66695" x="8161338" y="1647825"/>
          <p14:tracePt t="66705" x="8054975" y="1590675"/>
          <p14:tracePt t="66715" x="7942263" y="1546225"/>
          <p14:tracePt t="66725" x="7840663" y="1506538"/>
          <p14:tracePt t="66735" x="7729538" y="1473200"/>
          <p14:tracePt t="66745" x="7616825" y="1450975"/>
          <p14:tracePt t="66755" x="7464425" y="1422400"/>
          <p14:tracePt t="66765" x="7324725" y="1404938"/>
          <p14:tracePt t="66775" x="7138988" y="1389063"/>
          <p14:tracePt t="66785" x="6942138" y="1377950"/>
          <p14:tracePt t="66795" x="6745288" y="1377950"/>
          <p14:tracePt t="66805" x="6554788" y="1377950"/>
          <p14:tracePt t="66815" x="6384925" y="1377950"/>
          <p14:tracePt t="66825" x="6223000" y="1400175"/>
          <p14:tracePt t="66835" x="6070600" y="1427163"/>
          <p14:tracePt t="66845" x="5935663" y="1450975"/>
          <p14:tracePt t="66855" x="5834063" y="1484313"/>
          <p14:tracePt t="66865" x="5756275" y="1517650"/>
          <p14:tracePt t="66875" x="5705475" y="1546225"/>
          <p14:tracePt t="66876" x="5699125" y="1550988"/>
          <p14:tracePt t="66885" x="5676900" y="1579563"/>
          <p14:tracePt t="66895" x="5665788" y="1608138"/>
          <p14:tracePt t="66905" x="5661025" y="1630363"/>
          <p14:tracePt t="66915" x="5661025" y="1663700"/>
          <p14:tracePt t="66925" x="5676900" y="1697038"/>
          <p14:tracePt t="66935" x="5705475" y="1736725"/>
          <p14:tracePt t="66945" x="5756275" y="1770063"/>
          <p14:tracePt t="66955" x="5834063" y="1816100"/>
          <p14:tracePt t="66965" x="5913438" y="1843088"/>
          <p14:tracePt t="66975" x="6003925" y="1866900"/>
          <p14:tracePt t="66985" x="6103938" y="1882775"/>
          <p14:tracePt t="66995" x="6216650" y="1893888"/>
          <p14:tracePt t="67005" x="6334125" y="1893888"/>
          <p14:tracePt t="67015" x="6464300" y="1893888"/>
          <p14:tracePt t="67025" x="6616700" y="1893888"/>
          <p14:tracePt t="67035" x="6784975" y="1893888"/>
          <p14:tracePt t="67045" x="6975475" y="1889125"/>
          <p14:tracePt t="67055" x="7178675" y="1882775"/>
          <p14:tracePt t="67065" x="7391400" y="1878013"/>
          <p14:tracePt t="67075" x="7594600" y="1866900"/>
          <p14:tracePt t="67085" x="7773988" y="1866900"/>
          <p14:tracePt t="67095" x="7920038" y="1860550"/>
          <p14:tracePt t="67105" x="8021638" y="1860550"/>
          <p14:tracePt t="67115" x="8077200" y="1860550"/>
          <p14:tracePt t="67125" x="8094663" y="1860550"/>
          <p14:tracePt t="67140" x="8099425" y="1860550"/>
          <p14:tracePt t="67208" x="8099425" y="1855788"/>
          <p14:tracePt t="73542" x="8088313" y="1849438"/>
          <p14:tracePt t="73544" x="8083550" y="1843088"/>
          <p14:tracePt t="73546" x="8077200" y="1843088"/>
          <p14:tracePt t="73555" x="8021638" y="1809750"/>
          <p14:tracePt t="73565" x="7926388" y="1758950"/>
          <p14:tracePt t="73575" x="7813675" y="1708150"/>
          <p14:tracePt t="73585" x="7678738" y="1652588"/>
          <p14:tracePt t="73595" x="7543800" y="1608138"/>
          <p14:tracePt t="73605" x="7413625" y="1568450"/>
          <p14:tracePt t="73615" x="7289800" y="1535113"/>
          <p14:tracePt t="73625" x="7167563" y="1500188"/>
          <p14:tracePt t="73635" x="7054850" y="1473200"/>
          <p14:tracePt t="73645" x="6946900" y="1455738"/>
          <p14:tracePt t="73655" x="6858000" y="1438275"/>
          <p14:tracePt t="73665" x="6773863" y="1422400"/>
          <p14:tracePt t="73675" x="6694488" y="1411288"/>
          <p14:tracePt t="73685" x="6627813" y="1393825"/>
          <p14:tracePt t="73695" x="6548438" y="1393825"/>
          <p14:tracePt t="73705" x="6464300" y="1389063"/>
          <p14:tracePt t="73715" x="6380163" y="1389063"/>
          <p14:tracePt t="73725" x="6300788" y="1389063"/>
          <p14:tracePt t="73735" x="6211888" y="1389063"/>
          <p14:tracePt t="73745" x="6132513" y="1389063"/>
          <p14:tracePt t="73755" x="6053138" y="1404938"/>
          <p14:tracePt t="73765" x="5980113" y="1416050"/>
          <p14:tracePt t="73775" x="5902325" y="1427163"/>
          <p14:tracePt t="73785" x="5811838" y="1444625"/>
          <p14:tracePt t="73795" x="5716588" y="1462088"/>
          <p14:tracePt t="73805" x="5626100" y="1484313"/>
          <p14:tracePt t="73815" x="5526088" y="1500188"/>
          <p14:tracePt t="73825" x="5413375" y="1517650"/>
          <p14:tracePt t="73835" x="5294313" y="1539875"/>
          <p14:tracePt t="73845" x="5183188" y="1573213"/>
          <p14:tracePt t="73855" x="5064125" y="1601788"/>
          <p14:tracePt t="73865" x="4964113" y="1624013"/>
          <p14:tracePt t="73875" x="4845050" y="1658938"/>
          <p14:tracePt t="73876" x="4829175" y="1663700"/>
          <p14:tracePt t="73885" x="4732338" y="1685925"/>
          <p14:tracePt t="73895" x="4621213" y="1714500"/>
          <p14:tracePt t="73905" x="4513263" y="1736725"/>
          <p14:tracePt t="73915" x="4435475" y="1765300"/>
          <p14:tracePt t="73925" x="4367213" y="1787525"/>
          <p14:tracePt t="73935" x="4316413" y="1816100"/>
          <p14:tracePt t="73945" x="4278313" y="1838325"/>
          <p14:tracePt t="73955" x="4249738" y="1866900"/>
          <p14:tracePt t="73965" x="4221163" y="1900238"/>
          <p14:tracePt t="73975" x="4192588" y="1922463"/>
          <p14:tracePt t="73985" x="4176713" y="1944688"/>
          <p14:tracePt t="73995" x="4154488" y="1955800"/>
          <p14:tracePt t="74005" x="4137025" y="1973263"/>
          <p14:tracePt t="74015" x="4125913" y="1984375"/>
          <p14:tracePt t="74025" x="4119563" y="1990725"/>
          <p14:tracePt t="74035" x="4114800" y="1995488"/>
          <p14:tracePt t="74045" x="4103688" y="2001838"/>
          <p14:tracePt t="74055" x="4103688" y="2012950"/>
          <p14:tracePt t="74065" x="4097338" y="2017713"/>
          <p14:tracePt t="74075" x="4092575" y="2028825"/>
          <p14:tracePt t="74085" x="4086225" y="2046288"/>
          <p14:tracePt t="74095" x="4075113" y="2068513"/>
          <p14:tracePt t="74105" x="4057650" y="2108200"/>
          <p14:tracePt t="74115" x="4046538" y="2141538"/>
          <p14:tracePt t="74125" x="4030663" y="2170113"/>
          <p14:tracePt t="74135" x="4019550" y="2198688"/>
          <p14:tracePt t="74145" x="4013200" y="2220913"/>
          <p14:tracePt t="74155" x="4008438" y="2236788"/>
          <p14:tracePt t="74165" x="4002088" y="2243138"/>
          <p14:tracePt t="74175" x="4002088" y="2259013"/>
          <p14:tracePt t="74185" x="3997325" y="2271713"/>
          <p14:tracePt t="74195" x="3990975" y="2287588"/>
          <p14:tracePt t="74205" x="3979863" y="2305050"/>
          <p14:tracePt t="74215" x="3957638" y="2338388"/>
          <p14:tracePt t="74225" x="3940175" y="2366963"/>
          <p14:tracePt t="74235" x="3922713" y="2393950"/>
          <p14:tracePt t="74245" x="3906838" y="2417763"/>
          <p14:tracePt t="74255" x="3889375" y="2439988"/>
          <p14:tracePt t="74265" x="3873500" y="2455863"/>
          <p14:tracePt t="74275" x="3862388" y="2473325"/>
          <p14:tracePt t="74285" x="3844925" y="2490788"/>
          <p14:tracePt t="74295" x="3838575" y="2506663"/>
          <p14:tracePt t="74305" x="3833813" y="2513013"/>
          <p14:tracePt t="74315" x="3827463" y="2517775"/>
          <p14:tracePt t="74358" x="3827463" y="2524125"/>
          <p14:tracePt t="74478" x="3827463" y="2517775"/>
          <p14:tracePt t="74488" x="3827463" y="2513013"/>
          <p14:tracePt t="74492" x="3827463" y="2506663"/>
          <p14:tracePt t="74502" x="3827463" y="2501900"/>
          <p14:tracePt t="74530" x="3827463" y="2495550"/>
          <p14:tracePt t="74634" x="3827463" y="2490788"/>
          <p14:tracePt t="74694" x="3827463" y="2484438"/>
          <p14:tracePt t="77498" x="3833813" y="2484438"/>
          <p14:tracePt t="77506" x="3838575" y="2479675"/>
          <p14:tracePt t="77510" x="3844925" y="2479675"/>
          <p14:tracePt t="77525" x="3878263" y="2466975"/>
          <p14:tracePt t="77535" x="3917950" y="2466975"/>
          <p14:tracePt t="77545" x="3973513" y="2462213"/>
          <p14:tracePt t="77555" x="4035425" y="2455863"/>
          <p14:tracePt t="77565" x="4103688" y="2455863"/>
          <p14:tracePt t="77575" x="4198938" y="2455863"/>
          <p14:tracePt t="77585" x="4271963" y="2455863"/>
          <p14:tracePt t="77595" x="4344988" y="2455863"/>
          <p14:tracePt t="77605" x="4395788" y="2455863"/>
          <p14:tracePt t="77615" x="4440238" y="2455863"/>
          <p14:tracePt t="77625" x="4462463" y="2444750"/>
          <p14:tracePt t="77635" x="4486275" y="2444750"/>
          <p14:tracePt t="77645" x="4508500" y="2439988"/>
          <p14:tracePt t="77655" x="4530725" y="2433638"/>
          <p14:tracePt t="77665" x="4541838" y="2428875"/>
          <p14:tracePt t="77675" x="4548188" y="2428875"/>
          <p14:tracePt t="77685" x="4552950" y="2428875"/>
          <p14:tracePt t="77695" x="4552950" y="2422525"/>
          <p14:tracePt t="77760" x="4552950" y="2417763"/>
          <p14:tracePt t="77776" x="4552950" y="2411413"/>
          <p14:tracePt t="77782" x="4552950" y="2406650"/>
          <p14:tracePt t="77796" x="4548188" y="2406650"/>
          <p14:tracePt t="77798" x="4548188" y="2400300"/>
          <p14:tracePt t="77805" x="4541838" y="2400300"/>
          <p14:tracePt t="77815" x="4535488" y="2393950"/>
          <p14:tracePt t="77825" x="4530725" y="2382838"/>
          <p14:tracePt t="77835" x="4513263" y="2378075"/>
          <p14:tracePt t="77845" x="4502150" y="2366963"/>
          <p14:tracePt t="77855" x="4491038" y="2355850"/>
          <p14:tracePt t="77865" x="4473575" y="2349500"/>
          <p14:tracePt t="77875" x="4457700" y="2344738"/>
          <p14:tracePt t="77885" x="4440238" y="2333625"/>
          <p14:tracePt t="77895" x="4424363" y="2327275"/>
          <p14:tracePt t="77905" x="4406900" y="2320925"/>
          <p14:tracePt t="77915" x="4400550" y="2316163"/>
          <p14:tracePt t="77925" x="4389438" y="2309813"/>
          <p14:tracePt t="77936" x="4384675" y="2309813"/>
          <p14:tracePt t="77945" x="4378325" y="2309813"/>
          <p14:tracePt t="77962" x="4373563" y="2309813"/>
          <p14:tracePt t="77972" x="4367213" y="2309813"/>
          <p14:tracePt t="77976" x="4362450" y="2309813"/>
          <p14:tracePt t="77985" x="4351338" y="2316163"/>
          <p14:tracePt t="77995" x="4316413" y="2327275"/>
          <p14:tracePt t="78005" x="4283075" y="2349500"/>
          <p14:tracePt t="78015" x="4227513" y="2382838"/>
          <p14:tracePt t="78025" x="4170363" y="2422525"/>
          <p14:tracePt t="78035" x="4108450" y="2455863"/>
          <p14:tracePt t="78045" x="4070350" y="2484438"/>
          <p14:tracePt t="78055" x="4030663" y="2513013"/>
          <p14:tracePt t="78065" x="4002088" y="2541588"/>
          <p14:tracePt t="78075" x="3979863" y="2563813"/>
          <p14:tracePt t="78085" x="3962400" y="2590800"/>
          <p14:tracePt t="78095" x="3946525" y="2614613"/>
          <p14:tracePt t="78105" x="3935413" y="2647950"/>
          <p14:tracePt t="78115" x="3922713" y="2681288"/>
          <p14:tracePt t="78125" x="3922713" y="2709863"/>
          <p14:tracePt t="78135" x="3922713" y="2736850"/>
          <p14:tracePt t="78145" x="3929063" y="2760663"/>
          <p14:tracePt t="78155" x="3946525" y="2782888"/>
          <p14:tracePt t="78165" x="4008438" y="2816225"/>
          <p14:tracePt t="78175" x="4125913" y="2860675"/>
          <p14:tracePt t="78185" x="4322763" y="2917825"/>
          <p14:tracePt t="78195" x="4524375" y="2957513"/>
          <p14:tracePt t="78205" x="4710113" y="2984500"/>
          <p14:tracePt t="78215" x="4873625" y="2995613"/>
          <p14:tracePt t="78225" x="5024438" y="2995613"/>
          <p14:tracePt t="78235" x="5159375" y="2990850"/>
          <p14:tracePt t="78245" x="5260975" y="2979738"/>
          <p14:tracePt t="78255" x="5322888" y="2962275"/>
          <p14:tracePt t="78265" x="5345113" y="2957513"/>
          <p14:tracePt t="78275" x="5351463" y="2957513"/>
          <p14:tracePt t="78285" x="5351463" y="2951163"/>
          <p14:tracePt t="78302" x="5356225" y="2951163"/>
          <p14:tracePt t="78334" x="5356225" y="2944813"/>
          <p14:tracePt t="93548" x="5356225" y="2940050"/>
          <p14:tracePt t="93550" x="5351463" y="2940050"/>
          <p14:tracePt t="93555" x="5340350" y="2928938"/>
          <p14:tracePt t="93565" x="5300663" y="2900363"/>
          <p14:tracePt t="93575" x="5260975" y="2878138"/>
          <p14:tracePt t="93585" x="5221288" y="2849563"/>
          <p14:tracePt t="93595" x="5194300" y="2833688"/>
          <p14:tracePt t="93605" x="5172075" y="2827338"/>
          <p14:tracePt t="93615" x="5148263" y="2822575"/>
          <p14:tracePt t="93625" x="5132388" y="2816225"/>
          <p14:tracePt t="93635" x="5121275" y="2809875"/>
          <p14:tracePt t="93645" x="5110163" y="2809875"/>
          <p14:tracePt t="93655" x="5103813" y="2809875"/>
          <p14:tracePt t="93680" x="5099050" y="2809875"/>
          <p14:tracePt t="93688" x="5099050" y="2805113"/>
          <p14:tracePt t="93706" x="5092700" y="2805113"/>
          <p14:tracePt t="93712" x="5086350" y="2805113"/>
          <p14:tracePt t="93715" x="5081588" y="2798763"/>
          <p14:tracePt t="93725" x="5064125" y="2787650"/>
          <p14:tracePt t="93735" x="5041900" y="2782888"/>
          <p14:tracePt t="93745" x="5024438" y="2771775"/>
          <p14:tracePt t="93755" x="4997450" y="2760663"/>
          <p14:tracePt t="93765" x="4957763" y="2743200"/>
          <p14:tracePt t="93775" x="4913313" y="2732088"/>
          <p14:tracePt t="93785" x="4867275" y="2709863"/>
          <p14:tracePt t="93795" x="4789488" y="2681288"/>
          <p14:tracePt t="93805" x="4721225" y="2659063"/>
          <p14:tracePt t="93815" x="4654550" y="2630488"/>
          <p14:tracePt t="93825" x="4581525" y="2608263"/>
          <p14:tracePt t="93835" x="4508500" y="2579688"/>
          <p14:tracePt t="93845" x="4440238" y="2552700"/>
          <p14:tracePt t="93855" x="4362450" y="2524125"/>
          <p14:tracePt t="93865" x="4278313" y="2484438"/>
          <p14:tracePt t="93875" x="4198938" y="2455863"/>
          <p14:tracePt t="93876" x="4181475" y="2444750"/>
          <p14:tracePt t="93885" x="4143375" y="2433638"/>
          <p14:tracePt t="93895" x="4137025" y="2439988"/>
          <p14:tracePt t="93905" x="4154488" y="2422525"/>
          <p14:tracePt t="94696" x="4159250" y="2428875"/>
          <p14:tracePt t="94698" x="4170363" y="2439988"/>
          <p14:tracePt t="94705" x="4198938" y="2462213"/>
          <p14:tracePt t="94706" x="4210050" y="2466975"/>
          <p14:tracePt t="94715" x="4232275" y="2490788"/>
          <p14:tracePt t="94725" x="4243388" y="2495550"/>
          <p14:tracePt t="94764" x="4243388" y="2501900"/>
          <p14:tracePt t="94766" x="4238625" y="2501900"/>
          <p14:tracePt t="94775" x="4238625" y="2506663"/>
          <p14:tracePt t="94785" x="4227513" y="2517775"/>
          <p14:tracePt t="94795" x="4216400" y="2528888"/>
          <p14:tracePt t="94805" x="4205288" y="2541588"/>
          <p14:tracePt t="94815" x="4192588" y="2552700"/>
          <p14:tracePt t="94825" x="4181475" y="2568575"/>
          <p14:tracePt t="94835" x="4165600" y="2586038"/>
          <p14:tracePt t="94845" x="4154488" y="2608263"/>
          <p14:tracePt t="94855" x="4137025" y="2630488"/>
          <p14:tracePt t="94865" x="4125913" y="2647950"/>
          <p14:tracePt t="94875" x="4114800" y="2659063"/>
          <p14:tracePt t="94885" x="4108450" y="2663825"/>
          <p14:tracePt t="94895" x="4103688" y="2663825"/>
          <p14:tracePt t="94905" x="4097338" y="2670175"/>
          <p14:tracePt t="94915" x="4097338" y="2676525"/>
          <p14:tracePt t="94925" x="4092575" y="2676525"/>
          <p14:tracePt t="94935" x="4086225" y="2676525"/>
          <p14:tracePt t="94946" x="4086225" y="2681288"/>
          <p14:tracePt t="94986" x="4081463" y="2681288"/>
          <p14:tracePt t="95006" x="4081463" y="2687638"/>
          <p14:tracePt t="95018" x="4081463" y="2692400"/>
          <p14:tracePt t="95022" x="4075113" y="2698750"/>
          <p14:tracePt t="95026" x="4075113" y="2703513"/>
          <p14:tracePt t="95035" x="4070350" y="2709863"/>
          <p14:tracePt t="95045" x="4064000" y="2725738"/>
          <p14:tracePt t="95055" x="4057650" y="2743200"/>
          <p14:tracePt t="95065" x="4052888" y="2754313"/>
          <p14:tracePt t="95075" x="4035425" y="2771775"/>
          <p14:tracePt t="95085" x="4019550" y="2794000"/>
          <p14:tracePt t="95095" x="4008438" y="2809875"/>
          <p14:tracePt t="95105" x="3984625" y="2833688"/>
          <p14:tracePt t="95115" x="3962400" y="2849563"/>
          <p14:tracePt t="95125" x="3940175" y="2867025"/>
          <p14:tracePt t="95135" x="3922713" y="2884488"/>
          <p14:tracePt t="95145" x="3911600" y="2900363"/>
          <p14:tracePt t="95155" x="3900488" y="2917825"/>
          <p14:tracePt t="95165" x="3889375" y="2933700"/>
          <p14:tracePt t="95175" x="3878263" y="2944813"/>
          <p14:tracePt t="95185" x="3878263" y="2957513"/>
          <p14:tracePt t="95195" x="3873500" y="2957513"/>
          <p14:tracePt t="95224" x="3873500" y="2962275"/>
          <p14:tracePt t="97184" x="3867150" y="2962275"/>
          <p14:tracePt t="97186" x="3867150" y="2973388"/>
          <p14:tracePt t="97195" x="3844925" y="3001963"/>
          <p14:tracePt t="97205" x="3783013" y="3068638"/>
          <p14:tracePt t="97215" x="3703638" y="3136900"/>
          <p14:tracePt t="97225" x="3603625" y="3227388"/>
          <p14:tracePt t="97235" x="3468688" y="3327400"/>
          <p14:tracePt t="97245" x="3282950" y="3457575"/>
          <p14:tracePt t="97255" x="3114675" y="3570288"/>
          <p14:tracePt t="97265" x="2944813" y="3681413"/>
          <p14:tracePt t="97275" x="2798763" y="3783013"/>
          <p14:tracePt t="97285" x="2663825" y="3878263"/>
          <p14:tracePt t="97295" x="2557463" y="3968750"/>
          <p14:tracePt t="97305" x="2484438" y="4035425"/>
          <p14:tracePt t="97315" x="2428875" y="4097338"/>
          <p14:tracePt t="97325" x="2389188" y="4143375"/>
          <p14:tracePt t="97335" x="2355850" y="4181475"/>
          <p14:tracePt t="97345" x="2338388" y="4210050"/>
          <p14:tracePt t="97355" x="2327275" y="4227513"/>
          <p14:tracePt t="97365" x="2316163" y="4243388"/>
          <p14:tracePt t="97375" x="2298700" y="4260850"/>
          <p14:tracePt t="97385" x="2293938" y="4271963"/>
          <p14:tracePt t="97395" x="2287588" y="4278313"/>
          <p14:tracePt t="97405" x="2282825" y="4278313"/>
          <p14:tracePt t="97415" x="2276475" y="4283075"/>
          <p14:tracePt t="97432" x="2276475" y="4289425"/>
          <p14:tracePt t="97435" x="2270125" y="4289425"/>
          <p14:tracePt t="97454" x="2265363" y="4289425"/>
          <p14:tracePt t="97468" x="2259013" y="4289425"/>
          <p14:tracePt t="97484" x="2254250" y="4289425"/>
          <p14:tracePt t="97486" x="2254250" y="4283075"/>
          <p14:tracePt t="97495" x="2243138" y="4278313"/>
          <p14:tracePt t="97505" x="2225675" y="4249738"/>
          <p14:tracePt t="97515" x="2209800" y="4221163"/>
          <p14:tracePt t="97525" x="2192338" y="4198938"/>
          <p14:tracePt t="97535" x="2185988" y="4181475"/>
          <p14:tracePt t="97545" x="2181225" y="4176713"/>
          <p14:tracePt t="97555" x="2181225" y="4170363"/>
          <p14:tracePt t="97565" x="2174875" y="4165600"/>
          <p14:tracePt t="97575" x="2170113" y="4159250"/>
          <p14:tracePt t="97585" x="2163763" y="4154488"/>
          <p14:tracePt t="97595" x="2159000" y="4154488"/>
          <p14:tracePt t="97605" x="2159000" y="4148138"/>
          <p14:tracePt t="97615" x="2159000" y="4143375"/>
          <p14:tracePt t="97625" x="2152650" y="4137025"/>
          <p14:tracePt t="97635" x="2147888" y="4125913"/>
          <p14:tracePt t="97645" x="2136775" y="4108450"/>
          <p14:tracePt t="97655" x="2130425" y="4092575"/>
          <p14:tracePt t="97665" x="2119313" y="4075113"/>
          <p14:tracePt t="97675" x="2112963" y="4064000"/>
          <p14:tracePt t="97685" x="2101850" y="4048125"/>
          <p14:tracePt t="97695" x="2097088" y="4030663"/>
          <p14:tracePt t="97705" x="2079625" y="4008438"/>
          <p14:tracePt t="97715" x="2074863" y="3990975"/>
          <p14:tracePt t="97725" x="2068513" y="3973513"/>
          <p14:tracePt t="97735" x="2057400" y="3957638"/>
          <p14:tracePt t="97745" x="2051050" y="3940175"/>
          <p14:tracePt t="97755" x="2046288" y="3917950"/>
          <p14:tracePt t="97765" x="2039938" y="3900488"/>
          <p14:tracePt t="97775" x="2035175" y="3878263"/>
          <p14:tracePt t="97785" x="2035175" y="3862388"/>
          <p14:tracePt t="97795" x="2024063" y="3844925"/>
          <p14:tracePt t="97805" x="2024063" y="3833813"/>
          <p14:tracePt t="97815" x="2024063" y="3827463"/>
          <p14:tracePt t="97825" x="2017713" y="3822700"/>
          <p14:tracePt t="97835" x="2017713" y="3816350"/>
          <p14:tracePt t="97878" x="2017713" y="3811588"/>
          <p14:tracePt t="97888" x="2012950" y="3811588"/>
          <p14:tracePt t="98076" x="2017713" y="3811588"/>
          <p14:tracePt t="98114" x="2024063" y="3811588"/>
          <p14:tracePt t="98132" x="2028825" y="3811588"/>
          <p14:tracePt t="98178" x="2028825" y="3816350"/>
          <p14:tracePt t="98180" x="2024063" y="3816350"/>
          <p14:tracePt t="98194" x="2017713" y="3816350"/>
          <p14:tracePt t="98202" x="2017713" y="3822700"/>
          <p14:tracePt t="98205" x="2012950" y="3822700"/>
          <p14:tracePt t="98215" x="2006600" y="3822700"/>
          <p14:tracePt t="98225" x="2001838" y="3822700"/>
          <p14:tracePt t="98235" x="1995488" y="3827463"/>
          <p14:tracePt t="98254" x="1995488" y="3833813"/>
          <p14:tracePt t="98276" x="1989138" y="3833813"/>
          <p14:tracePt t="98306" x="1995488" y="3833813"/>
          <p14:tracePt t="98312" x="2001838" y="3833813"/>
          <p14:tracePt t="98324" x="2006600" y="3833813"/>
          <p14:tracePt t="98338" x="2012950" y="3833813"/>
          <p14:tracePt t="98376" x="2017713" y="3833813"/>
          <p14:tracePt t="98624" x="2017713" y="3827463"/>
          <p14:tracePt t="98672" x="2017713" y="3822700"/>
          <p14:tracePt t="98768" x="2012950" y="3816350"/>
          <p14:tracePt t="98772" x="2012950" y="3811588"/>
          <p14:tracePt t="98775" x="2012950" y="3805238"/>
          <p14:tracePt t="98785" x="2006600" y="3789363"/>
          <p14:tracePt t="98795" x="1995488" y="3778250"/>
          <p14:tracePt t="98805" x="1995488" y="3754438"/>
          <p14:tracePt t="98815" x="1989138" y="3738563"/>
          <p14:tracePt t="98825" x="1989138" y="3721100"/>
          <p14:tracePt t="98835" x="1989138" y="3709988"/>
          <p14:tracePt t="98845" x="1989138" y="3705225"/>
          <p14:tracePt t="98855" x="1989138" y="3698875"/>
          <p14:tracePt t="98882" x="1989138" y="3692525"/>
          <p14:tracePt t="99022" x="1989138" y="3698875"/>
          <p14:tracePt t="99026" x="1989138" y="3705225"/>
          <p14:tracePt t="99036" x="1989138" y="3709988"/>
          <p14:tracePt t="99042" x="1989138" y="3716338"/>
          <p14:tracePt t="99045" x="1984375" y="3716338"/>
          <p14:tracePt t="99055" x="1984375" y="3727450"/>
          <p14:tracePt t="99065" x="1984375" y="3732213"/>
          <p14:tracePt t="99075" x="1984375" y="3743325"/>
          <p14:tracePt t="99085" x="1984375" y="3754438"/>
          <p14:tracePt t="99095" x="1978025" y="3765550"/>
          <p14:tracePt t="99105" x="1973263" y="3783013"/>
          <p14:tracePt t="99115" x="1973263" y="3794125"/>
          <p14:tracePt t="99125" x="1966913" y="3805238"/>
          <p14:tracePt t="99135" x="1966913" y="3811588"/>
          <p14:tracePt t="99145" x="1966913" y="3822700"/>
          <p14:tracePt t="99155" x="1962150" y="3827463"/>
          <p14:tracePt t="99166" x="1962150" y="3833813"/>
          <p14:tracePt t="99182" x="1962150" y="3838575"/>
          <p14:tracePt t="99186" x="1955800" y="3838575"/>
          <p14:tracePt t="99195" x="1951038" y="3844925"/>
          <p14:tracePt t="99216" x="1944688" y="3844925"/>
          <p14:tracePt t="99220" x="1944688" y="3851275"/>
          <p14:tracePt t="99240" x="1939925" y="3851275"/>
          <p14:tracePt t="99274" x="1939925" y="3856038"/>
          <p14:tracePt t="99284" x="1933575" y="3856038"/>
          <p14:tracePt t="99312" x="1927225" y="3856038"/>
          <p14:tracePt t="99318" x="1927225" y="3862388"/>
          <p14:tracePt t="99328" x="1927225" y="3867150"/>
          <p14:tracePt t="99336" x="1922463" y="3867150"/>
          <p14:tracePt t="99338" x="1922463" y="3873500"/>
          <p14:tracePt t="99350" x="1922463" y="3878263"/>
          <p14:tracePt t="99355" x="1916113" y="3878263"/>
          <p14:tracePt t="99366" x="1916113" y="3884613"/>
          <p14:tracePt t="99375" x="1916113" y="3889375"/>
          <p14:tracePt t="99385" x="1911350" y="3889375"/>
          <p14:tracePt t="99400" x="1905000" y="3889375"/>
          <p14:tracePt t="99412" x="1905000" y="3895725"/>
          <p14:tracePt t="99424" x="1900238" y="3895725"/>
          <p14:tracePt t="99432" x="1900238" y="3900488"/>
          <p14:tracePt t="99435" x="1893888" y="3900488"/>
          <p14:tracePt t="99445" x="1889125" y="3900488"/>
          <p14:tracePt t="99455" x="1889125" y="3906838"/>
          <p14:tracePt t="99465" x="1882775" y="3906838"/>
          <p14:tracePt t="99484" x="1882775" y="3913188"/>
          <p14:tracePt t="99504" x="1878013" y="3913188"/>
          <p14:tracePt t="99644" x="1878013" y="3906838"/>
          <p14:tracePt t="99652" x="1878013" y="3900488"/>
          <p14:tracePt t="99660" x="1878013" y="3895725"/>
          <p14:tracePt t="99668" x="1878013" y="3889375"/>
          <p14:tracePt t="99675" x="1878013" y="3884613"/>
          <p14:tracePt t="99685" x="1882775" y="3878263"/>
          <p14:tracePt t="99695" x="1889125" y="3873500"/>
          <p14:tracePt t="99705" x="1889125" y="3867150"/>
          <p14:tracePt t="99715" x="1889125" y="3862388"/>
          <p14:tracePt t="99748" x="1889125" y="3856038"/>
          <p14:tracePt t="99770" x="1893888" y="3856038"/>
          <p14:tracePt t="99778" x="1893888" y="3851275"/>
          <p14:tracePt t="99808" x="1893888" y="3844925"/>
          <p14:tracePt t="99820" x="1900238" y="3844925"/>
          <p14:tracePt t="99836" x="1900238" y="3838575"/>
          <p14:tracePt t="99880" x="1900238" y="3833813"/>
          <p14:tracePt t="99906" x="1900238" y="3827463"/>
          <p14:tracePt t="99928" x="1900238" y="3822700"/>
          <p14:tracePt t="99940" x="1900238" y="3816350"/>
          <p14:tracePt t="99982" x="1900238" y="3811588"/>
          <p14:tracePt t="99984" x="1893888" y="3811588"/>
          <p14:tracePt t="99994" x="1889125" y="3811588"/>
          <p14:tracePt t="100000" x="1882775" y="3811588"/>
          <p14:tracePt t="100005" x="1878013" y="3816350"/>
          <p14:tracePt t="100015" x="1866900" y="3827463"/>
          <p14:tracePt t="100025" x="1854200" y="3844925"/>
          <p14:tracePt t="100035" x="1849438" y="3856038"/>
          <p14:tracePt t="100045" x="1838325" y="3873500"/>
          <p14:tracePt t="100055" x="1827213" y="3889375"/>
          <p14:tracePt t="100065" x="1820863" y="3913188"/>
          <p14:tracePt t="100075" x="1820863" y="3924300"/>
          <p14:tracePt t="100085" x="1816100" y="3935413"/>
          <p14:tracePt t="100095" x="1809750" y="3940175"/>
          <p14:tracePt t="100105" x="1809750" y="3946525"/>
          <p14:tracePt t="100126" x="1809750" y="3951288"/>
          <p14:tracePt t="100158" x="1809750" y="3957638"/>
          <p14:tracePt t="100218" x="1816100" y="3957638"/>
          <p14:tracePt t="100228" x="1820863" y="3957638"/>
          <p14:tracePt t="100230" x="1820863" y="3951288"/>
          <p14:tracePt t="100236" x="1827213" y="3951288"/>
          <p14:tracePt t="100246" x="1831975" y="3951288"/>
          <p14:tracePt t="100255" x="1831975" y="3946525"/>
          <p14:tracePt t="100265" x="1843088" y="3946525"/>
          <p14:tracePt t="100275" x="1849438" y="3946525"/>
          <p14:tracePt t="100285" x="1849438" y="3940175"/>
          <p14:tracePt t="100295" x="1854200" y="3940175"/>
          <p14:tracePt t="100336" x="1860550" y="3940175"/>
          <p14:tracePt t="100350" x="1860550" y="3935413"/>
          <p14:tracePt t="100356" x="1866900" y="3935413"/>
          <p14:tracePt t="100362" x="1866900" y="3929063"/>
          <p14:tracePt t="100376" x="1871663" y="3924300"/>
          <p14:tracePt t="100388" x="1871663" y="3917950"/>
          <p14:tracePt t="100400" x="1878013" y="3917950"/>
          <p14:tracePt t="100404" x="1878013" y="3913188"/>
          <p14:tracePt t="100426" x="1878013" y="3906838"/>
          <p14:tracePt t="100446" x="1882775" y="3906838"/>
          <p14:tracePt t="100450" x="1882775" y="3900488"/>
          <p14:tracePt t="100460" x="1889125" y="3900488"/>
          <p14:tracePt t="100470" x="1889125" y="3895725"/>
          <p14:tracePt t="100498" x="1893888" y="3895725"/>
          <p14:tracePt t="100500" x="1893888" y="3889375"/>
          <p14:tracePt t="100516" x="1893888" y="3884613"/>
          <p14:tracePt t="100526" x="1893888" y="3878263"/>
          <p14:tracePt t="100528" x="1900238" y="3878263"/>
          <p14:tracePt t="100535" x="1900238" y="3873500"/>
          <p14:tracePt t="100545" x="1911350" y="3862388"/>
          <p14:tracePt t="100555" x="1916113" y="3851275"/>
          <p14:tracePt t="100565" x="1922463" y="3844925"/>
          <p14:tracePt t="100575" x="1922463" y="3833813"/>
          <p14:tracePt t="100585" x="1927225" y="3827463"/>
          <p14:tracePt t="100595" x="1933575" y="3822700"/>
          <p14:tracePt t="100605" x="1933575" y="3811588"/>
          <p14:tracePt t="100615" x="1933575" y="3805238"/>
          <p14:tracePt t="100625" x="1939925" y="3805238"/>
          <p14:tracePt t="100635" x="1939925" y="3800475"/>
          <p14:tracePt t="100645" x="1944688" y="3789363"/>
          <p14:tracePt t="100658" x="1944688" y="3783013"/>
          <p14:tracePt t="100665" x="1951038" y="3783013"/>
          <p14:tracePt t="100702" x="1955800" y="3783013"/>
          <p14:tracePt t="100712" x="1955800" y="3778250"/>
          <p14:tracePt t="100792" x="1955800" y="3783013"/>
          <p14:tracePt t="100804" x="1955800" y="3789363"/>
          <p14:tracePt t="100810" x="1951038" y="3789363"/>
          <p14:tracePt t="100815" x="1951038" y="3794125"/>
          <p14:tracePt t="100858" x="1951038" y="3800475"/>
          <p14:tracePt t="100890" x="1955800" y="3800475"/>
          <p14:tracePt t="100916" x="1962150" y="3800475"/>
          <p14:tracePt t="100938" x="1966913" y="3800475"/>
          <p14:tracePt t="100978" x="1973263" y="3800475"/>
          <p14:tracePt t="100986" x="1973263" y="3805238"/>
          <p14:tracePt t="101004" x="1973263" y="3811588"/>
          <p14:tracePt t="101006" x="1978025" y="3811588"/>
          <p14:tracePt t="101015" x="1978025" y="3816350"/>
          <p14:tracePt t="101025" x="1978025" y="3827463"/>
          <p14:tracePt t="101035" x="1978025" y="3838575"/>
          <p14:tracePt t="101045" x="1973263" y="3844925"/>
          <p14:tracePt t="101055" x="1962150" y="3851275"/>
          <p14:tracePt t="101065" x="1951038" y="3862388"/>
          <p14:tracePt t="101075" x="1933575" y="3867150"/>
          <p14:tracePt t="101085" x="1916113" y="3878263"/>
          <p14:tracePt t="101095" x="1893888" y="3884613"/>
          <p14:tracePt t="101105" x="1878013" y="3889375"/>
          <p14:tracePt t="101115" x="1871663" y="3889375"/>
          <p14:tracePt t="101125" x="1866900" y="3889375"/>
          <p14:tracePt t="101166" x="1866900" y="3884613"/>
          <p14:tracePt t="101168" x="1866900" y="3878263"/>
          <p14:tracePt t="101175" x="1866900" y="3873500"/>
          <p14:tracePt t="101185" x="1889125" y="3851275"/>
          <p14:tracePt t="101195" x="1916113" y="3827463"/>
          <p14:tracePt t="101205" x="1951038" y="3811588"/>
          <p14:tracePt t="101215" x="1984375" y="3805238"/>
          <p14:tracePt t="101225" x="2012950" y="3794125"/>
          <p14:tracePt t="101235" x="2028825" y="3789363"/>
          <p14:tracePt t="101245" x="2035175" y="3789363"/>
          <p14:tracePt t="101260" x="2039938" y="3789363"/>
          <p14:tracePt t="101310" x="2039938" y="3794125"/>
          <p14:tracePt t="101314" x="2039938" y="3805238"/>
          <p14:tracePt t="101316" x="2039938" y="3816350"/>
          <p14:tracePt t="101325" x="2035175" y="3838575"/>
          <p14:tracePt t="101335" x="2017713" y="3884613"/>
          <p14:tracePt t="101345" x="2001838" y="3924300"/>
          <p14:tracePt t="101355" x="1989138" y="3968750"/>
          <p14:tracePt t="101365" x="1984375" y="4002088"/>
          <p14:tracePt t="101375" x="1984375" y="4019550"/>
          <p14:tracePt t="101385" x="1984375" y="4024313"/>
          <p14:tracePt t="101404" x="1984375" y="4030663"/>
          <p14:tracePt t="101438" x="1984375" y="4024313"/>
          <p14:tracePt t="101442" x="1978025" y="4019550"/>
          <p14:tracePt t="101446" x="1978025" y="4013200"/>
          <p14:tracePt t="101455" x="1978025" y="3997325"/>
          <p14:tracePt t="101465" x="1973263" y="3962400"/>
          <p14:tracePt t="101475" x="1973263" y="3935413"/>
          <p14:tracePt t="101485" x="1966913" y="3906838"/>
          <p14:tracePt t="101495" x="1962150" y="3878263"/>
          <p14:tracePt t="101505" x="1962150" y="3856038"/>
          <p14:tracePt t="101515" x="1962150" y="3844925"/>
          <p14:tracePt t="101525" x="1962150" y="3833813"/>
          <p14:tracePt t="101535" x="1962150" y="3827463"/>
          <p14:tracePt t="101550" x="1962150" y="3822700"/>
          <p14:tracePt t="101592" x="1962150" y="3827463"/>
          <p14:tracePt t="101596" x="1962150" y="3833813"/>
          <p14:tracePt t="101598" x="1955800" y="3833813"/>
          <p14:tracePt t="101605" x="1955800" y="3844925"/>
          <p14:tracePt t="101615" x="1955800" y="3867150"/>
          <p14:tracePt t="101625" x="1944688" y="3895725"/>
          <p14:tracePt t="101635" x="1939925" y="3935413"/>
          <p14:tracePt t="101645" x="1933575" y="3951288"/>
          <p14:tracePt t="101655" x="1927225" y="3973513"/>
          <p14:tracePt t="101665" x="1922463" y="3979863"/>
          <p14:tracePt t="101675" x="1922463" y="3986213"/>
          <p14:tracePt t="101685" x="1916113" y="3990975"/>
          <p14:tracePt t="102380" x="1922463" y="3997325"/>
          <p14:tracePt t="102408" x="1922463" y="4002088"/>
          <p14:tracePt t="102428" x="1927225" y="4008438"/>
          <p14:tracePt t="102442" x="1927225" y="4013200"/>
          <p14:tracePt t="102540" x="1933575" y="4013200"/>
          <p14:tracePt t="102548" x="1939925" y="4013200"/>
          <p14:tracePt t="102550" x="1939925" y="4008438"/>
          <p14:tracePt t="102555" x="1944688" y="4008438"/>
          <p14:tracePt t="102565" x="1951038" y="3997325"/>
          <p14:tracePt t="102575" x="1955800" y="3979863"/>
          <p14:tracePt t="102585" x="1966913" y="3968750"/>
          <p14:tracePt t="102586" x="1966913" y="3962400"/>
          <p14:tracePt t="102595" x="1966913" y="3951288"/>
          <p14:tracePt t="102605" x="1973263" y="3924300"/>
          <p14:tracePt t="102615" x="1973263" y="3873500"/>
          <p14:tracePt t="102625" x="1973263" y="3827463"/>
          <p14:tracePt t="102635" x="1973263" y="3783013"/>
          <p14:tracePt t="102645" x="1973263" y="3721100"/>
          <p14:tracePt t="102655" x="1973263" y="3630613"/>
          <p14:tracePt t="102665" x="1973263" y="3546475"/>
          <p14:tracePt t="102675" x="1973263" y="3462338"/>
          <p14:tracePt t="102685" x="1966913" y="3378200"/>
          <p14:tracePt t="102695" x="1966913" y="3305175"/>
          <p14:tracePt t="102705" x="1962150" y="3238500"/>
          <p14:tracePt t="102715" x="1962150" y="3176588"/>
          <p14:tracePt t="102725" x="1962150" y="3125788"/>
          <p14:tracePt t="102735" x="1955800" y="3079750"/>
          <p14:tracePt t="102745" x="1955800" y="3052763"/>
          <p14:tracePt t="102755" x="1955800" y="3024188"/>
          <p14:tracePt t="102765" x="1955800" y="3001963"/>
          <p14:tracePt t="102775" x="1955800" y="2979738"/>
          <p14:tracePt t="102785" x="1955800" y="2962275"/>
          <p14:tracePt t="102795" x="1955800" y="2957513"/>
          <p14:tracePt t="102805" x="1955800" y="2951163"/>
          <p14:tracePt t="102815" x="1955800" y="2944813"/>
          <p14:tracePt t="102842" x="1955800" y="2940050"/>
          <p14:tracePt t="102864" x="1955800" y="2933700"/>
          <p14:tracePt t="102874" x="1955800" y="2928938"/>
          <p14:tracePt t="102878" x="1955800" y="2922588"/>
          <p14:tracePt t="102885" x="1955800" y="2917825"/>
          <p14:tracePt t="102898" x="1955800" y="2911475"/>
          <p14:tracePt t="102920" x="1955800" y="2906713"/>
          <p14:tracePt t="102940" x="1955800" y="2900363"/>
          <p14:tracePt t="103000" x="1955800" y="2906713"/>
          <p14:tracePt t="103004" x="1955800" y="2911475"/>
          <p14:tracePt t="103008" x="1955800" y="2917825"/>
          <p14:tracePt t="103015" x="1955800" y="2928938"/>
          <p14:tracePt t="103025" x="1955800" y="2973388"/>
          <p14:tracePt t="103035" x="1955800" y="3013075"/>
          <p14:tracePt t="103045" x="1966913" y="3052763"/>
          <p14:tracePt t="103055" x="1978025" y="3086100"/>
          <p14:tracePt t="103065" x="1978025" y="3097213"/>
          <p14:tracePt t="103075" x="1978025" y="3103563"/>
          <p14:tracePt t="103085" x="1984375" y="3103563"/>
          <p14:tracePt t="103095" x="1995488" y="3103563"/>
          <p14:tracePt t="103105" x="2006600" y="3097213"/>
          <p14:tracePt t="103115" x="2024063" y="3092450"/>
          <p14:tracePt t="103125" x="2039938" y="3057525"/>
          <p14:tracePt t="103135" x="2057400" y="3030538"/>
          <p14:tracePt t="103145" x="2068513" y="3001963"/>
          <p14:tracePt t="103155" x="2074863" y="2962275"/>
          <p14:tracePt t="103165" x="2079625" y="2928938"/>
          <p14:tracePt t="103175" x="2085975" y="2878138"/>
          <p14:tracePt t="103185" x="2097088" y="2833688"/>
          <p14:tracePt t="103195" x="2108200" y="2794000"/>
          <p14:tracePt t="103205" x="2112963" y="2765425"/>
          <p14:tracePt t="103215" x="2112963" y="2749550"/>
          <p14:tracePt t="103225" x="2112963" y="2743200"/>
          <p14:tracePt t="103240" x="2112963" y="2736850"/>
          <p14:tracePt t="103256" x="2112963" y="2732088"/>
          <p14:tracePt t="103352" x="2112963" y="2736850"/>
          <p14:tracePt t="103354" x="2119313" y="2736850"/>
          <p14:tracePt t="103358" x="2119313" y="2743200"/>
          <p14:tracePt t="103365" x="2119313" y="2749550"/>
          <p14:tracePt t="103375" x="2124075" y="2760663"/>
          <p14:tracePt t="103385" x="2124075" y="2776538"/>
          <p14:tracePt t="103395" x="2124075" y="2787650"/>
          <p14:tracePt t="103405" x="2124075" y="2805113"/>
          <p14:tracePt t="103415" x="2124075" y="2827338"/>
          <p14:tracePt t="103425" x="2119313" y="2844800"/>
          <p14:tracePt t="103435" x="2108200" y="2867025"/>
          <p14:tracePt t="103445" x="2090738" y="2884488"/>
          <p14:tracePt t="103455" x="2079625" y="2906713"/>
          <p14:tracePt t="103465" x="2062163" y="2917825"/>
          <p14:tracePt t="103475" x="2051050" y="2933700"/>
          <p14:tracePt t="103485" x="2039938" y="2951163"/>
          <p14:tracePt t="103495" x="2035175" y="2957513"/>
          <p14:tracePt t="103505" x="2028825" y="2968625"/>
          <p14:tracePt t="103515" x="2024063" y="2973388"/>
          <p14:tracePt t="103525" x="2024063" y="2979738"/>
          <p14:tracePt t="103542" x="2024063" y="2984500"/>
          <p14:tracePt t="103668" x="2024063" y="2979738"/>
          <p14:tracePt t="103674" x="2024063" y="2973388"/>
          <p14:tracePt t="103676" x="2024063" y="2968625"/>
          <p14:tracePt t="103685" x="2024063" y="2957513"/>
          <p14:tracePt t="103695" x="2017713" y="2940050"/>
          <p14:tracePt t="103705" x="2017713" y="2917825"/>
          <p14:tracePt t="103715" x="2006600" y="2884488"/>
          <p14:tracePt t="103725" x="1995488" y="2855913"/>
          <p14:tracePt t="103735" x="1984375" y="2833688"/>
          <p14:tracePt t="103745" x="1973263" y="2816225"/>
          <p14:tracePt t="103755" x="1962150" y="2798763"/>
          <p14:tracePt t="103765" x="1955800" y="2794000"/>
          <p14:tracePt t="103775" x="1951038" y="2794000"/>
          <p14:tracePt t="103785" x="1951038" y="2787650"/>
          <p14:tracePt t="103818" x="1944688" y="2787650"/>
          <p14:tracePt t="103830" x="1939925" y="2787650"/>
          <p14:tracePt t="103836" x="1933575" y="2787650"/>
          <p14:tracePt t="103838" x="1927225" y="2787650"/>
          <p14:tracePt t="103845" x="1916113" y="2794000"/>
          <p14:tracePt t="103855" x="1889125" y="2816225"/>
          <p14:tracePt t="103865" x="1860550" y="2849563"/>
          <p14:tracePt t="103875" x="1820863" y="2889250"/>
          <p14:tracePt t="103876" x="1809750" y="2900363"/>
          <p14:tracePt t="103885" x="1776413" y="2957513"/>
          <p14:tracePt t="103895" x="1747838" y="3024188"/>
          <p14:tracePt t="103905" x="1736725" y="3092450"/>
          <p14:tracePt t="103915" x="1719263" y="3152775"/>
          <p14:tracePt t="103925" x="1719263" y="3209925"/>
          <p14:tracePt t="103935" x="1719263" y="3254375"/>
          <p14:tracePt t="103945" x="1719263" y="3265488"/>
          <p14:tracePt t="103955" x="1719263" y="3276600"/>
          <p14:tracePt t="103996" x="1719263" y="3282950"/>
          <p14:tracePt t="104028" x="1719263" y="3276600"/>
          <p14:tracePt t="104030" x="1719263" y="3271838"/>
          <p14:tracePt t="104035" x="1719263" y="3260725"/>
          <p14:tracePt t="104045" x="1719263" y="3221038"/>
          <p14:tracePt t="104055" x="1719263" y="3170238"/>
          <p14:tracePt t="104065" x="1714500" y="3114675"/>
          <p14:tracePt t="104075" x="1697038" y="3052763"/>
          <p14:tracePt t="104085" x="1681163" y="2990850"/>
          <p14:tracePt t="104095" x="1670050" y="2940050"/>
          <p14:tracePt t="104105" x="1658938" y="2895600"/>
          <p14:tracePt t="104115" x="1652588" y="2867025"/>
          <p14:tracePt t="104125" x="1641475" y="2833688"/>
          <p14:tracePt t="104135" x="1635125" y="2809875"/>
          <p14:tracePt t="104145" x="1635125" y="2787650"/>
          <p14:tracePt t="104155" x="1635125" y="2771775"/>
          <p14:tracePt t="104165" x="1635125" y="2754313"/>
          <p14:tracePt t="104175" x="1641475" y="2743200"/>
          <p14:tracePt t="104185" x="1652588" y="2732088"/>
          <p14:tracePt t="104195" x="1670050" y="2725738"/>
          <p14:tracePt t="104205" x="1685925" y="2720975"/>
          <p14:tracePt t="104215" x="1708150" y="2720975"/>
          <p14:tracePt t="104225" x="1731963" y="2714625"/>
          <p14:tracePt t="104235" x="1758950" y="2714625"/>
          <p14:tracePt t="104245" x="1809750" y="2714625"/>
          <p14:tracePt t="104255" x="1882775" y="2736850"/>
          <p14:tracePt t="104265" x="1951038" y="2765425"/>
          <p14:tracePt t="104275" x="2001838" y="2782888"/>
          <p14:tracePt t="104285" x="2039938" y="2798763"/>
          <p14:tracePt t="104295" x="2051050" y="2809875"/>
          <p14:tracePt t="104305" x="2057400" y="2816225"/>
          <p14:tracePt t="104315" x="2062163" y="2822575"/>
          <p14:tracePt t="104325" x="2062163" y="2833688"/>
          <p14:tracePt t="104335" x="2062163" y="2844800"/>
          <p14:tracePt t="104345" x="2062163" y="2855913"/>
          <p14:tracePt t="104355" x="2051050" y="2878138"/>
          <p14:tracePt t="104365" x="2024063" y="2900363"/>
          <p14:tracePt t="104375" x="1989138" y="2922588"/>
          <p14:tracePt t="104385" x="1955800" y="2951163"/>
          <p14:tracePt t="104395" x="1922463" y="2973388"/>
          <p14:tracePt t="104405" x="1893888" y="3001963"/>
          <p14:tracePt t="104415" x="1866900" y="3024188"/>
          <p14:tracePt t="104425" x="1838325" y="3046413"/>
          <p14:tracePt t="104435" x="1816100" y="3074988"/>
          <p14:tracePt t="104445" x="1793875" y="3092450"/>
          <p14:tracePt t="104455" x="1781175" y="3103563"/>
          <p14:tracePt t="104465" x="1776413" y="3108325"/>
          <p14:tracePt t="104494" x="1770063" y="3108325"/>
          <p14:tracePt t="104504" x="1770063" y="3103563"/>
          <p14:tracePt t="104508" x="1770063" y="3092450"/>
          <p14:tracePt t="104515" x="1770063" y="3068638"/>
          <p14:tracePt t="104525" x="1770063" y="3030538"/>
          <p14:tracePt t="104535" x="1770063" y="2979738"/>
          <p14:tracePt t="104545" x="1770063" y="2911475"/>
          <p14:tracePt t="104555" x="1770063" y="2844800"/>
          <p14:tracePt t="104565" x="1770063" y="2765425"/>
          <p14:tracePt t="104575" x="1781175" y="2698750"/>
          <p14:tracePt t="104585" x="1781175" y="2636838"/>
          <p14:tracePt t="104595" x="1787525" y="2590800"/>
          <p14:tracePt t="104605" x="1793875" y="2557463"/>
          <p14:tracePt t="104615" x="1793875" y="2541588"/>
          <p14:tracePt t="104625" x="1793875" y="2528888"/>
          <p14:tracePt t="104635" x="1793875" y="2517775"/>
          <p14:tracePt t="104645" x="1787525" y="2513013"/>
          <p14:tracePt t="104655" x="1781175" y="2501900"/>
          <p14:tracePt t="104665" x="1776413" y="2495550"/>
          <p14:tracePt t="104675" x="1770063" y="2495550"/>
          <p14:tracePt t="104685" x="1765300" y="2490788"/>
          <p14:tracePt t="104695" x="1758950" y="2490788"/>
          <p14:tracePt t="104705" x="1754188" y="2490788"/>
          <p14:tracePt t="104715" x="1754188" y="2484438"/>
          <p14:tracePt t="104725" x="1747838" y="2479675"/>
          <p14:tracePt t="104735" x="1743075" y="2479675"/>
          <p14:tracePt t="104746" x="1736725" y="2479675"/>
          <p14:tracePt t="104758" x="1736725" y="2473325"/>
          <p14:tracePt t="104765" x="1731963" y="2473325"/>
          <p14:tracePt t="104775" x="1725613" y="2462213"/>
          <p14:tracePt t="104785" x="1719263" y="2451100"/>
          <p14:tracePt t="104795" x="1708150" y="2433638"/>
          <p14:tracePt t="104805" x="1703388" y="2422525"/>
          <p14:tracePt t="104815" x="1703388" y="2406650"/>
          <p14:tracePt t="104825" x="1692275" y="2393950"/>
          <p14:tracePt t="104835" x="1692275" y="2382838"/>
          <p14:tracePt t="104845" x="1685925" y="2371725"/>
          <p14:tracePt t="104855" x="1681163" y="2360613"/>
          <p14:tracePt t="104865" x="1681163" y="2355850"/>
          <p14:tracePt t="104912" x="1681163" y="2349500"/>
          <p14:tracePt t="104920" x="1681163" y="2344738"/>
          <p14:tracePt t="104926" x="1681163" y="2338388"/>
          <p14:tracePt t="104930" x="1685925" y="2338388"/>
          <p14:tracePt t="104936" x="1692275" y="2333625"/>
          <p14:tracePt t="104945" x="1708150" y="2327275"/>
          <p14:tracePt t="104955" x="1731963" y="2316163"/>
          <p14:tracePt t="104965" x="1754188" y="2298700"/>
          <p14:tracePt t="104975" x="1781175" y="2287588"/>
          <p14:tracePt t="104985" x="1809750" y="2276475"/>
          <p14:tracePt t="104995" x="1831975" y="2265363"/>
          <p14:tracePt t="105005" x="1849438" y="2259013"/>
          <p14:tracePt t="105015" x="1860550" y="2254250"/>
          <p14:tracePt t="105025" x="1866900" y="2254250"/>
          <p14:tracePt t="105040" x="1871663" y="2254250"/>
          <p14:tracePt t="105100" x="1866900" y="2254250"/>
          <p14:tracePt t="105104" x="1860550" y="2254250"/>
          <p14:tracePt t="105110" x="1849438" y="2254250"/>
          <p14:tracePt t="105115" x="1843088" y="2254250"/>
          <p14:tracePt t="105125" x="1809750" y="2271713"/>
          <p14:tracePt t="105135" x="1770063" y="2287588"/>
          <p14:tracePt t="105145" x="1731963" y="2305050"/>
          <p14:tracePt t="105155" x="1692275" y="2320925"/>
          <p14:tracePt t="105165" x="1658938" y="2333625"/>
          <p14:tracePt t="105175" x="1635125" y="2349500"/>
          <p14:tracePt t="105185" x="1608138" y="2360613"/>
          <p14:tracePt t="105195" x="1579563" y="2378075"/>
          <p14:tracePt t="105205" x="1557338" y="2393950"/>
          <p14:tracePt t="105215" x="1539875" y="2406650"/>
          <p14:tracePt t="105225" x="1517650" y="2417763"/>
          <p14:tracePt t="105235" x="1495425" y="2433638"/>
          <p14:tracePt t="105245" x="1484313" y="2451100"/>
          <p14:tracePt t="105255" x="1466850" y="2462213"/>
          <p14:tracePt t="105265" x="1450975" y="2479675"/>
          <p14:tracePt t="105275" x="1433513" y="2495550"/>
          <p14:tracePt t="105285" x="1422400" y="2506663"/>
          <p14:tracePt t="105295" x="1422400" y="2513013"/>
          <p14:tracePt t="105305" x="1416050" y="2524125"/>
          <p14:tracePt t="105316" x="1411288" y="2524125"/>
          <p14:tracePt t="105338" x="1411288" y="2528888"/>
          <p14:tracePt t="105382" x="1416050" y="2524125"/>
          <p14:tracePt t="105386" x="1422400" y="2513013"/>
          <p14:tracePt t="105388" x="1427163" y="2506663"/>
          <p14:tracePt t="105395" x="1444625" y="2484438"/>
          <p14:tracePt t="105405" x="1473200" y="2451100"/>
          <p14:tracePt t="105415" x="1506538" y="2411413"/>
          <p14:tracePt t="105425" x="1535113" y="2378075"/>
          <p14:tracePt t="105435" x="1568450" y="2349500"/>
          <p14:tracePt t="105445" x="1597025" y="2327275"/>
          <p14:tracePt t="105455" x="1608138" y="2316163"/>
          <p14:tracePt t="105465" x="1619250" y="2309813"/>
          <p14:tracePt t="105475" x="1624013" y="2305050"/>
          <p14:tracePt t="105485" x="1635125" y="2298700"/>
          <p14:tracePt t="105495" x="1641475" y="2293938"/>
          <p14:tracePt t="105505" x="1652588" y="2293938"/>
          <p14:tracePt t="105515" x="1663700" y="2282825"/>
          <p14:tracePt t="105525" x="1674813" y="2276475"/>
          <p14:tracePt t="105535" x="1692275" y="2271713"/>
          <p14:tracePt t="105545" x="1703388" y="2259013"/>
          <p14:tracePt t="105555" x="1708150" y="2254250"/>
          <p14:tracePt t="105565" x="1719263" y="2243138"/>
          <p14:tracePt t="105575" x="1725613" y="2236788"/>
          <p14:tracePt t="105585" x="1736725" y="2225675"/>
          <p14:tracePt t="105595" x="1743075" y="2220913"/>
          <p14:tracePt t="105605" x="1758950" y="2209800"/>
          <p14:tracePt t="105615" x="1765300" y="2209800"/>
          <p14:tracePt t="105625" x="1770063" y="2203450"/>
          <p14:tracePt t="105660" x="1770063" y="2198688"/>
          <p14:tracePt t="105670" x="1776413" y="2198688"/>
          <p14:tracePt t="105760" x="1776413" y="2203450"/>
          <p14:tracePt t="105764" x="1776413" y="2209800"/>
          <p14:tracePt t="105768" x="1781175" y="2214563"/>
          <p14:tracePt t="105775" x="1781175" y="2225675"/>
          <p14:tracePt t="105785" x="1781175" y="2243138"/>
          <p14:tracePt t="105795" x="1776413" y="2265363"/>
          <p14:tracePt t="105805" x="1758950" y="2287588"/>
          <p14:tracePt t="105815" x="1743075" y="2309813"/>
          <p14:tracePt t="105825" x="1731963" y="2327275"/>
          <p14:tracePt t="105835" x="1719263" y="2349500"/>
          <p14:tracePt t="105845" x="1708150" y="2360613"/>
          <p14:tracePt t="105855" x="1697038" y="2378075"/>
          <p14:tracePt t="105865" x="1685925" y="2393950"/>
          <p14:tracePt t="105875" x="1681163" y="2406650"/>
          <p14:tracePt t="105885" x="1674813" y="2417763"/>
          <p14:tracePt t="105896" x="1663700" y="2433638"/>
          <p14:tracePt t="105905" x="1658938" y="2451100"/>
          <p14:tracePt t="105915" x="1652588" y="2462213"/>
          <p14:tracePt t="105925" x="1646238" y="2466975"/>
          <p14:tracePt t="105935" x="1646238" y="2479675"/>
          <p14:tracePt t="105945" x="1641475" y="2479675"/>
          <p14:tracePt t="105955" x="1641475" y="2484438"/>
          <p14:tracePt t="105970" x="1641475" y="2490788"/>
          <p14:tracePt t="105984" x="1635125" y="2490788"/>
          <p14:tracePt t="106006" x="1630363" y="2490788"/>
          <p14:tracePt t="106022" x="1630363" y="2495550"/>
          <p14:tracePt t="106056" x="1624013" y="2495550"/>
          <p14:tracePt t="106106" x="1624013" y="2490788"/>
          <p14:tracePt t="106114" x="1624013" y="2484438"/>
          <p14:tracePt t="106120" x="1624013" y="2479675"/>
          <p14:tracePt t="106125" x="1619250" y="2473325"/>
          <p14:tracePt t="106135" x="1619250" y="2466975"/>
          <p14:tracePt t="106145" x="1619250" y="2451100"/>
          <p14:tracePt t="106155" x="1619250" y="2444750"/>
          <p14:tracePt t="106165" x="1619250" y="2433638"/>
          <p14:tracePt t="106175" x="1619250" y="2428875"/>
          <p14:tracePt t="106185" x="1619250" y="2422525"/>
          <p14:tracePt t="106195" x="1619250" y="2417763"/>
          <p14:tracePt t="106208" x="1619250" y="2411413"/>
          <p14:tracePt t="106222" x="1624013" y="2406650"/>
          <p14:tracePt t="106226" x="1630363" y="2406650"/>
          <p14:tracePt t="106235" x="1641475" y="2400300"/>
          <p14:tracePt t="106245" x="1646238" y="2393950"/>
          <p14:tracePt t="106255" x="1652588" y="2393950"/>
          <p14:tracePt t="106265" x="1658938" y="2393950"/>
          <p14:tracePt t="106275" x="1663700" y="2393950"/>
          <p14:tracePt t="106285" x="1670050" y="2389188"/>
          <p14:tracePt t="106318" x="1674813" y="2389188"/>
          <p14:tracePt t="106344" x="1681163" y="2389188"/>
          <p14:tracePt t="106350" x="1685925" y="2389188"/>
          <p14:tracePt t="106358" x="1692275" y="2389188"/>
          <p14:tracePt t="106365" x="1697038" y="2389188"/>
          <p14:tracePt t="106375" x="1714500" y="2389188"/>
          <p14:tracePt t="106385" x="1725613" y="2389188"/>
          <p14:tracePt t="106395" x="1736725" y="2389188"/>
          <p14:tracePt t="106405" x="1743075" y="2389188"/>
          <p14:tracePt t="106415" x="1754188" y="2389188"/>
          <p14:tracePt t="106425" x="1765300" y="2382838"/>
          <p14:tracePt t="106435" x="1776413" y="2378075"/>
          <p14:tracePt t="106445" x="1781175" y="2371725"/>
          <p14:tracePt t="106455" x="1787525" y="2360613"/>
          <p14:tracePt t="106465" x="1798638" y="2355850"/>
          <p14:tracePt t="106475" x="1804988" y="2349500"/>
          <p14:tracePt t="106494" x="1804988" y="2344738"/>
          <p14:tracePt t="106528" x="1809750" y="2344738"/>
          <p14:tracePt t="106576" x="1809750" y="2338388"/>
          <p14:tracePt t="106578" x="1816100" y="2338388"/>
          <p14:tracePt t="106604" x="1816100" y="2333625"/>
          <p14:tracePt t="106606" x="1820863" y="2333625"/>
          <p14:tracePt t="106638" x="1816100" y="2333625"/>
          <p14:tracePt t="106646" x="1816100" y="2338388"/>
          <p14:tracePt t="106650" x="1809750" y="2338388"/>
          <p14:tracePt t="106655" x="1809750" y="2344738"/>
          <p14:tracePt t="106665" x="1793875" y="2349500"/>
          <p14:tracePt t="106675" x="1787525" y="2360613"/>
          <p14:tracePt t="106685" x="1776413" y="2366963"/>
          <p14:tracePt t="106695" x="1765300" y="2378075"/>
          <p14:tracePt t="106705" x="1758950" y="2382838"/>
          <p14:tracePt t="106715" x="1758950" y="2389188"/>
          <p14:tracePt t="106725" x="1747838" y="2389188"/>
          <p14:tracePt t="106735" x="1747838" y="2393950"/>
          <p14:tracePt t="106745" x="1743075" y="2400300"/>
          <p14:tracePt t="106755" x="1731963" y="2406650"/>
          <p14:tracePt t="106765" x="1719263" y="2422525"/>
          <p14:tracePt t="106775" x="1703388" y="2433638"/>
          <p14:tracePt t="106785" x="1692275" y="2439988"/>
          <p14:tracePt t="106795" x="1681163" y="2451100"/>
          <p14:tracePt t="106805" x="1674813" y="2462213"/>
          <p14:tracePt t="106815" x="1663700" y="2466975"/>
          <p14:tracePt t="106825" x="1658938" y="2473325"/>
          <p14:tracePt t="106835" x="1652588" y="2479675"/>
          <p14:tracePt t="106850" x="1646238" y="2479675"/>
          <p14:tracePt t="106855" x="1646238" y="2484438"/>
          <p14:tracePt t="106865" x="1641475" y="2484438"/>
          <p14:tracePt t="106880" x="1635125" y="2484438"/>
          <p14:tracePt t="106888" x="1635125" y="2490788"/>
          <p14:tracePt t="106898" x="1630363" y="2490788"/>
          <p14:tracePt t="106934" x="1624013" y="2490788"/>
          <p14:tracePt t="106948" x="1624013" y="2495550"/>
          <p14:tracePt t="106950" x="1619250" y="2495550"/>
          <p14:tracePt t="106962" x="1619250" y="2501900"/>
          <p14:tracePt t="106966" x="1612900" y="2501900"/>
          <p14:tracePt t="106988" x="1608138" y="2501900"/>
          <p14:tracePt t="107066" x="1608138" y="2495550"/>
          <p14:tracePt t="107072" x="1612900" y="2490788"/>
          <p14:tracePt t="107076" x="1612900" y="2484438"/>
          <p14:tracePt t="107085" x="1624013" y="2479675"/>
          <p14:tracePt t="107095" x="1635125" y="2466975"/>
          <p14:tracePt t="107105" x="1652588" y="2455863"/>
          <p14:tracePt t="107115" x="1663700" y="2444750"/>
          <p14:tracePt t="107125" x="1674813" y="2439988"/>
          <p14:tracePt t="107135" x="1685925" y="2433638"/>
          <p14:tracePt t="107145" x="1697038" y="2428875"/>
          <p14:tracePt t="107155" x="1703388" y="2428875"/>
          <p14:tracePt t="107165" x="1714500" y="2422525"/>
          <p14:tracePt t="107175" x="1719263" y="2422525"/>
          <p14:tracePt t="107185" x="1731963" y="2417763"/>
          <p14:tracePt t="107195" x="1743075" y="2417763"/>
          <p14:tracePt t="107205" x="1747838" y="2417763"/>
          <p14:tracePt t="107215" x="1754188" y="2417763"/>
          <p14:tracePt t="107225" x="1758950" y="2417763"/>
          <p14:tracePt t="107235" x="1765300" y="2417763"/>
          <p14:tracePt t="107246" x="1770063" y="2417763"/>
          <p14:tracePt t="107255" x="1776413" y="2422525"/>
          <p14:tracePt t="107268" x="1781175" y="2422525"/>
          <p14:tracePt t="107286" x="1787525" y="2422525"/>
          <p14:tracePt t="107288" x="1787525" y="2428875"/>
          <p14:tracePt t="107300" x="1787525" y="2433638"/>
          <p14:tracePt t="107308" x="1787525" y="2439988"/>
          <p14:tracePt t="107315" x="1787525" y="2444750"/>
          <p14:tracePt t="107325" x="1787525" y="2455863"/>
          <p14:tracePt t="107335" x="1787525" y="2490788"/>
          <p14:tracePt t="107345" x="1781175" y="2535238"/>
          <p14:tracePt t="107355" x="1776413" y="2579688"/>
          <p14:tracePt t="107365" x="1776413" y="2630488"/>
          <p14:tracePt t="107375" x="1776413" y="2687638"/>
          <p14:tracePt t="107385" x="1793875" y="2749550"/>
          <p14:tracePt t="107395" x="1816100" y="2822575"/>
          <p14:tracePt t="107405" x="1831975" y="2884488"/>
          <p14:tracePt t="107415" x="1866900" y="2944813"/>
          <p14:tracePt t="107425" x="1893888" y="3006725"/>
          <p14:tracePt t="107435" x="1927225" y="3063875"/>
          <p14:tracePt t="107445" x="1951038" y="3092450"/>
          <p14:tracePt t="107455" x="1955800" y="3103563"/>
          <p14:tracePt t="107465" x="1962150" y="3103563"/>
          <p14:tracePt t="107475" x="1962150" y="3108325"/>
          <p14:tracePt t="107512" x="1966913" y="3108325"/>
          <p14:tracePt t="107524" x="1966913" y="3103563"/>
          <p14:tracePt t="107526" x="1973263" y="3103563"/>
          <p14:tracePt t="107535" x="1973263" y="3092450"/>
          <p14:tracePt t="107545" x="1978025" y="3068638"/>
          <p14:tracePt t="107555" x="1978025" y="3041650"/>
          <p14:tracePt t="107565" x="1978025" y="3001963"/>
          <p14:tracePt t="107575" x="1978025" y="2968625"/>
          <p14:tracePt t="107585" x="1973263" y="2928938"/>
          <p14:tracePt t="107595" x="1955800" y="2878138"/>
          <p14:tracePt t="107605" x="1939925" y="2833688"/>
          <p14:tracePt t="107615" x="1927225" y="2794000"/>
          <p14:tracePt t="107625" x="1911350" y="2754313"/>
          <p14:tracePt t="107635" x="1900238" y="2720975"/>
          <p14:tracePt t="107645" x="1878013" y="2687638"/>
          <p14:tracePt t="107655" x="1860550" y="2652713"/>
          <p14:tracePt t="107665" x="1838325" y="2608263"/>
          <p14:tracePt t="107675" x="1809750" y="2557463"/>
          <p14:tracePt t="107685" x="1787525" y="2524125"/>
          <p14:tracePt t="107695" x="1776413" y="2495550"/>
          <p14:tracePt t="107705" x="1765300" y="2484438"/>
          <p14:tracePt t="107715" x="1758950" y="2473325"/>
          <p14:tracePt t="107725" x="1754188" y="2462213"/>
          <p14:tracePt t="107735" x="1754188" y="2455863"/>
          <p14:tracePt t="107745" x="1754188" y="2451100"/>
          <p14:tracePt t="107755" x="1754188" y="2444750"/>
          <p14:tracePt t="107766" x="1754188" y="2439988"/>
          <p14:tracePt t="107775" x="1754188" y="2433638"/>
          <p14:tracePt t="107785" x="1747838" y="2433638"/>
          <p14:tracePt t="107795" x="1747838" y="2428875"/>
          <p14:tracePt t="107805" x="1747838" y="2422525"/>
          <p14:tracePt t="107826" x="1747838" y="2417763"/>
          <p14:tracePt t="107836" x="1747838" y="2411413"/>
          <p14:tracePt t="107850" x="1747838" y="2406650"/>
          <p14:tracePt t="107862" x="1747838" y="2400300"/>
          <p14:tracePt t="107872" x="1754188" y="2400300"/>
          <p14:tracePt t="107874" x="1754188" y="2393950"/>
          <p14:tracePt t="107878" x="1758950" y="2393950"/>
          <p14:tracePt t="107885" x="1758950" y="2389188"/>
          <p14:tracePt t="107895" x="1770063" y="2382838"/>
          <p14:tracePt t="107905" x="1787525" y="2378075"/>
          <p14:tracePt t="107915" x="1804988" y="2366963"/>
          <p14:tracePt t="107925" x="1809750" y="2360613"/>
          <p14:tracePt t="107935" x="1816100" y="2360613"/>
          <p14:tracePt t="107945" x="1827213" y="2355850"/>
          <p14:tracePt t="107955" x="1831975" y="2349500"/>
          <p14:tracePt t="107965" x="1838325" y="2344738"/>
          <p14:tracePt t="107975" x="1838325" y="2338388"/>
          <p14:tracePt t="107985" x="1843088" y="2338388"/>
          <p14:tracePt t="107995" x="1843088" y="2333625"/>
          <p14:tracePt t="108150" x="1843088" y="2327275"/>
          <p14:tracePt t="108260" x="1838325" y="2327275"/>
          <p14:tracePt t="108266" x="1831975" y="2327275"/>
          <p14:tracePt t="108270" x="1827213" y="2327275"/>
          <p14:tracePt t="108275" x="1820863" y="2333625"/>
          <p14:tracePt t="108285" x="1798638" y="2344738"/>
          <p14:tracePt t="108295" x="1776413" y="2366963"/>
          <p14:tracePt t="108305" x="1754188" y="2393950"/>
          <p14:tracePt t="108315" x="1736725" y="2411413"/>
          <p14:tracePt t="108325" x="1725613" y="2439988"/>
          <p14:tracePt t="108335" x="1719263" y="2462213"/>
          <p14:tracePt t="108345" x="1714500" y="2484438"/>
          <p14:tracePt t="108355" x="1714500" y="2506663"/>
          <p14:tracePt t="108365" x="1714500" y="2535238"/>
          <p14:tracePt t="108375" x="1714500" y="2552700"/>
          <p14:tracePt t="108385" x="1714500" y="2568575"/>
          <p14:tracePt t="108395" x="1714500" y="2574925"/>
          <p14:tracePt t="108416" x="1714500" y="2579688"/>
          <p14:tracePt t="108440" x="1708150" y="2579688"/>
          <p14:tracePt t="108450" x="1703388" y="2586038"/>
          <p14:tracePt t="108462" x="1697038" y="2586038"/>
          <p14:tracePt t="108472" x="1692275" y="2590800"/>
          <p14:tracePt t="108482" x="1685925" y="2590800"/>
          <p14:tracePt t="108486" x="1681163" y="2590800"/>
          <p14:tracePt t="108510" x="1674813" y="2590800"/>
          <p14:tracePt t="108558" x="1670050" y="2590800"/>
          <p14:tracePt t="108602" x="1670050" y="2597150"/>
          <p14:tracePt t="108684" x="1670050" y="2590800"/>
          <p14:tracePt t="108688" x="1670050" y="2586038"/>
          <p14:tracePt t="108695" x="1674813" y="2579688"/>
          <p14:tracePt t="108705" x="1692275" y="2563813"/>
          <p14:tracePt t="108715" x="1708150" y="2541588"/>
          <p14:tracePt t="108725" x="1725613" y="2524125"/>
          <p14:tracePt t="108735" x="1743075" y="2506663"/>
          <p14:tracePt t="108745" x="1754188" y="2490788"/>
          <p14:tracePt t="108755" x="1770063" y="2479675"/>
          <p14:tracePt t="108755" x="1770063" y="2473325"/>
          <p14:tracePt t="108765" x="1776413" y="2466975"/>
          <p14:tracePt t="108775" x="1781175" y="2462213"/>
          <p14:tracePt t="108792" x="1787525" y="2462213"/>
          <p14:tracePt t="108795" x="1787525" y="2455863"/>
          <p14:tracePt t="108824" x="1793875" y="2455863"/>
          <p14:tracePt t="108850" x="1798638" y="2455863"/>
          <p14:tracePt t="108852" x="1798638" y="2451100"/>
          <p14:tracePt t="108862" x="1804988" y="2451100"/>
          <p14:tracePt t="108882" x="1809750" y="2451100"/>
          <p14:tracePt t="108888" x="1809750" y="2444750"/>
          <p14:tracePt t="108914" x="1816100" y="2444750"/>
          <p14:tracePt t="129632" x="1816100" y="2433638"/>
          <p14:tracePt t="129634" x="1816100" y="2428875"/>
          <p14:tracePt t="129636" x="1816100" y="2422525"/>
          <p14:tracePt t="129645" x="1831975" y="2344738"/>
          <p14:tracePt t="129655" x="1860550" y="2232025"/>
          <p14:tracePt t="129665" x="1889125" y="2108200"/>
          <p14:tracePt t="129675" x="1905000" y="2024063"/>
          <p14:tracePt t="129685" x="1916113" y="1995488"/>
          <p14:tracePt t="129695" x="1916113" y="1990725"/>
          <p14:tracePt t="129705" x="1916113" y="1984375"/>
          <p14:tracePt t="129768" x="1911350" y="1984375"/>
          <p14:tracePt t="129772" x="1905000" y="1984375"/>
          <p14:tracePt t="129775" x="1900238" y="1984375"/>
          <p14:tracePt t="129785" x="1860550" y="1990725"/>
          <p14:tracePt t="129786" x="1843088" y="1995488"/>
          <p14:tracePt t="129795" x="1781175" y="2001838"/>
          <p14:tracePt t="129805" x="1681163" y="2001838"/>
          <p14:tracePt t="129815" x="1573213" y="2001838"/>
          <p14:tracePt t="129825" x="1455738" y="2006600"/>
          <p14:tracePt t="129835" x="1349375" y="2012950"/>
          <p14:tracePt t="129845" x="1247775" y="2028825"/>
          <p14:tracePt t="129855" x="1141413" y="2063750"/>
          <p14:tracePt t="129865" x="1028700" y="2097088"/>
          <p14:tracePt t="129876" x="915988" y="2141538"/>
          <p14:tracePt t="129885" x="842963" y="2163763"/>
          <p14:tracePt t="129895" x="781050" y="2174875"/>
          <p14:tracePt t="129905" x="730250" y="2181225"/>
          <p14:tracePt t="129915" x="703263" y="2181225"/>
          <p14:tracePt t="129925" x="679450" y="2170113"/>
          <p14:tracePt t="129935" x="674688" y="2170113"/>
          <p14:tracePt t="129945" x="668338" y="2163763"/>
          <p14:tracePt t="129955" x="668338" y="2147888"/>
          <p14:tracePt t="129965" x="668338" y="2101850"/>
          <p14:tracePt t="129966" x="668338" y="2090738"/>
          <p14:tracePt t="129975" x="674688" y="2046288"/>
          <p14:tracePt t="129985" x="692150" y="1990725"/>
          <p14:tracePt t="129995" x="703263" y="1928813"/>
          <p14:tracePt t="130005" x="725488" y="1866900"/>
          <p14:tracePt t="130015" x="747713" y="1816100"/>
          <p14:tracePt t="130025" x="769938" y="1776413"/>
          <p14:tracePt t="130035" x="792163" y="1754188"/>
          <p14:tracePt t="130045" x="803275" y="1743075"/>
          <p14:tracePt t="130055" x="803275" y="1736725"/>
          <p14:tracePt t="130065" x="814388" y="1731963"/>
          <p14:tracePt t="130096" x="814388" y="1725613"/>
          <p14:tracePt t="130098" x="820738" y="1725613"/>
          <p14:tracePt t="130124" x="825500" y="1725613"/>
          <p14:tracePt t="130140" x="831850" y="1725613"/>
          <p14:tracePt t="130144" x="838200" y="1725613"/>
          <p14:tracePt t="130152" x="842963" y="1725613"/>
          <p14:tracePt t="130158" x="849313" y="1725613"/>
          <p14:tracePt t="130165" x="860425" y="1731963"/>
          <p14:tracePt t="130175" x="882650" y="1736725"/>
          <p14:tracePt t="130185" x="900113" y="1743075"/>
          <p14:tracePt t="130195" x="915988" y="1743075"/>
          <p14:tracePt t="130205" x="927100" y="1747838"/>
          <p14:tracePt t="130215" x="933450" y="1747838"/>
          <p14:tracePt t="130225" x="938213" y="1747838"/>
          <p14:tracePt t="130235" x="944563" y="1754188"/>
          <p14:tracePt t="130245" x="949325" y="1754188"/>
          <p14:tracePt t="130255" x="960438" y="1754188"/>
          <p14:tracePt t="130265" x="984250" y="1754188"/>
          <p14:tracePt t="130275" x="1022350" y="1754188"/>
          <p14:tracePt t="130285" x="1068388" y="1754188"/>
          <p14:tracePt t="130295" x="1112838" y="1754188"/>
          <p14:tracePt t="130305" x="1157288" y="1754188"/>
          <p14:tracePt t="130315" x="1214438" y="1754188"/>
          <p14:tracePt t="130325" x="1258888" y="1754188"/>
          <p14:tracePt t="130335" x="1303338" y="1754188"/>
          <p14:tracePt t="130345" x="1338263" y="1765300"/>
          <p14:tracePt t="130355" x="1354138" y="1765300"/>
          <p14:tracePt t="130365" x="1371600" y="1770063"/>
          <p14:tracePt t="130375" x="1376363" y="1776413"/>
          <p14:tracePt t="130385" x="1389063" y="1781175"/>
          <p14:tracePt t="130395" x="1404938" y="1793875"/>
          <p14:tracePt t="130405" x="1438275" y="1816100"/>
          <p14:tracePt t="130415" x="1484313" y="1843088"/>
          <p14:tracePt t="130425" x="1535113" y="1878013"/>
          <p14:tracePt t="130435" x="1590675" y="1916113"/>
          <p14:tracePt t="130436" x="1601788" y="1922463"/>
          <p14:tracePt t="130445" x="1641475" y="1951038"/>
          <p14:tracePt t="130455" x="1692275" y="1978025"/>
          <p14:tracePt t="130466" x="1736725" y="2017713"/>
          <p14:tracePt t="130475" x="1758950" y="2039938"/>
          <p14:tracePt t="130485" x="1787525" y="2068513"/>
          <p14:tracePt t="130495" x="1804988" y="2097088"/>
          <p14:tracePt t="130505" x="1827213" y="2130425"/>
          <p14:tracePt t="130515" x="1849438" y="2159000"/>
          <p14:tracePt t="130525" x="1866900" y="2192338"/>
          <p14:tracePt t="130535" x="1882775" y="2220913"/>
          <p14:tracePt t="130545" x="1900238" y="2254250"/>
          <p14:tracePt t="130555" x="1916113" y="2282825"/>
          <p14:tracePt t="130565" x="1933575" y="2316163"/>
          <p14:tracePt t="130575" x="1944688" y="2349500"/>
          <p14:tracePt t="130585" x="1966913" y="2382838"/>
          <p14:tracePt t="130595" x="1978025" y="2417763"/>
          <p14:tracePt t="130605" x="1995488" y="2444750"/>
          <p14:tracePt t="130615" x="2012950" y="2473325"/>
          <p14:tracePt t="130625" x="2024063" y="2501900"/>
          <p14:tracePt t="130635" x="2028825" y="2524125"/>
          <p14:tracePt t="130645" x="2035175" y="2552700"/>
          <p14:tracePt t="130655" x="2039938" y="2590800"/>
          <p14:tracePt t="130665" x="2046288" y="2630488"/>
          <p14:tracePt t="130675" x="2057400" y="2681288"/>
          <p14:tracePt t="130685" x="2068513" y="2754313"/>
          <p14:tracePt t="130695" x="2074863" y="2809875"/>
          <p14:tracePt t="130705" x="2079625" y="2867025"/>
          <p14:tracePt t="130715" x="2085975" y="2928938"/>
          <p14:tracePt t="130725" x="2085975" y="2990850"/>
          <p14:tracePt t="130735" x="2085975" y="3052763"/>
          <p14:tracePt t="130745" x="2085975" y="3108325"/>
          <p14:tracePt t="130755" x="2085975" y="3181350"/>
          <p14:tracePt t="130765" x="2085975" y="3243263"/>
          <p14:tracePt t="130775" x="2085975" y="3300413"/>
          <p14:tracePt t="130785" x="2085975" y="3355975"/>
          <p14:tracePt t="130795" x="2085975" y="3406775"/>
          <p14:tracePt t="130805" x="2085975" y="3446463"/>
          <p14:tracePt t="130815" x="2079625" y="3490913"/>
          <p14:tracePt t="130825" x="2079625" y="3535363"/>
          <p14:tracePt t="130835" x="2074863" y="3575050"/>
          <p14:tracePt t="130845" x="2074863" y="3619500"/>
          <p14:tracePt t="130855" x="2074863" y="3670300"/>
          <p14:tracePt t="130865" x="2074863" y="3727450"/>
          <p14:tracePt t="130875" x="2074863" y="3783013"/>
          <p14:tracePt t="130876" x="2074863" y="3789363"/>
          <p14:tracePt t="130885" x="2074863" y="3838575"/>
          <p14:tracePt t="130895" x="2074863" y="3895725"/>
          <p14:tracePt t="130905" x="2074863" y="3946525"/>
          <p14:tracePt t="130915" x="2068513" y="3997325"/>
          <p14:tracePt t="130925" x="2068513" y="4052888"/>
          <p14:tracePt t="130935" x="2068513" y="4114800"/>
          <p14:tracePt t="130945" x="2068513" y="4181475"/>
          <p14:tracePt t="130955" x="2074863" y="4249738"/>
          <p14:tracePt t="130965" x="2074863" y="4311650"/>
          <p14:tracePt t="130975" x="2079625" y="4373563"/>
          <p14:tracePt t="130985" x="2079625" y="4429125"/>
          <p14:tracePt t="130995" x="2079625" y="4486275"/>
          <p14:tracePt t="131005" x="2079625" y="4537075"/>
          <p14:tracePt t="131015" x="2079625" y="4592638"/>
          <p14:tracePt t="131025" x="2090738" y="4648200"/>
          <p14:tracePt t="131035" x="2108200" y="4727575"/>
          <p14:tracePt t="131046" x="2130425" y="4829175"/>
          <p14:tracePt t="131055" x="2147888" y="4913313"/>
          <p14:tracePt t="131065" x="2163763" y="5014913"/>
          <p14:tracePt t="131075" x="2174875" y="5114925"/>
          <p14:tracePt t="131085" x="2181225" y="5210175"/>
          <p14:tracePt t="131095" x="2181225" y="5295900"/>
          <p14:tracePt t="131105" x="2181225" y="5373688"/>
          <p14:tracePt t="131115" x="2181225" y="5446713"/>
          <p14:tracePt t="131125" x="2197100" y="5519738"/>
          <p14:tracePt t="131135" x="2214563" y="5599113"/>
          <p14:tracePt t="131145" x="2236788" y="5694363"/>
          <p14:tracePt t="131155" x="2265363" y="5784850"/>
          <p14:tracePt t="131165" x="2293938" y="5868988"/>
          <p14:tracePt t="131175" x="2316163" y="5946775"/>
          <p14:tracePt t="131185" x="2338388" y="6003925"/>
          <p14:tracePt t="131195" x="2349500" y="6048375"/>
          <p14:tracePt t="131205" x="2355850" y="6065838"/>
          <p14:tracePt t="131215" x="2355850" y="6088063"/>
          <p14:tracePt t="131225" x="2360613" y="6099175"/>
          <p14:tracePt t="131235" x="2366963" y="6110288"/>
          <p14:tracePt t="131245" x="2366963" y="6121400"/>
          <p14:tracePt t="131255" x="2371725" y="6132513"/>
          <p14:tracePt t="131265" x="2371725" y="6143625"/>
          <p14:tracePt t="131275" x="2378075" y="6154738"/>
          <p14:tracePt t="131285" x="2378075" y="6165850"/>
          <p14:tracePt t="131295" x="2378075" y="6178550"/>
          <p14:tracePt t="131305" x="2378075" y="6194425"/>
          <p14:tracePt t="131315" x="2378075" y="6205538"/>
          <p14:tracePt t="131325" x="2378075" y="6216650"/>
          <p14:tracePt t="131335" x="2378075" y="6223000"/>
          <p14:tracePt t="131345" x="2378075" y="6238875"/>
          <p14:tracePt t="131355" x="2378075" y="6256338"/>
          <p14:tracePt t="131365" x="2378075" y="6267450"/>
          <p14:tracePt t="131376" x="2378075" y="6300788"/>
          <p14:tracePt t="131385" x="2378075" y="6318250"/>
          <p14:tracePt t="131395" x="2378075" y="6346825"/>
          <p14:tracePt t="131405" x="2378075" y="6380163"/>
          <p14:tracePt t="131415" x="2378075" y="6408738"/>
          <p14:tracePt t="131425" x="2378075" y="6430963"/>
          <p14:tracePt t="131435" x="2378075" y="6448425"/>
          <p14:tracePt t="131445" x="2371725" y="6464300"/>
          <p14:tracePt t="131455" x="2371725" y="6470650"/>
          <p14:tracePt t="131465" x="2371725" y="6475413"/>
          <p14:tracePt t="131475" x="2371725" y="6481763"/>
          <p14:tracePt t="131508" x="2366963" y="6481763"/>
          <p14:tracePt t="131510" x="2366963" y="6475413"/>
          <p14:tracePt t="131515" x="2360613" y="6459538"/>
          <p14:tracePt t="131525" x="2338388" y="6391275"/>
          <p14:tracePt t="131535" x="2298700" y="6289675"/>
          <p14:tracePt t="131545" x="2225675" y="6149975"/>
          <p14:tracePt t="131555" x="2147888" y="5997575"/>
          <p14:tracePt t="131565" x="2074863" y="5807075"/>
          <p14:tracePt t="131575" x="2017713" y="5627688"/>
          <p14:tracePt t="131585" x="1955800" y="5424488"/>
          <p14:tracePt t="131595" x="1893888" y="5194300"/>
          <p14:tracePt t="131605" x="1843088" y="4979988"/>
          <p14:tracePt t="131615" x="1776413" y="4760913"/>
          <p14:tracePt t="131625" x="1743075" y="4564063"/>
          <p14:tracePt t="131635" x="1681163" y="4344988"/>
          <p14:tracePt t="131646" x="1624013" y="4097338"/>
          <p14:tracePt t="131655" x="1590675" y="3917950"/>
          <p14:tracePt t="131665" x="1550988" y="3709988"/>
          <p14:tracePt t="131675" x="1524000" y="3508375"/>
          <p14:tracePt t="131685" x="1511300" y="3333750"/>
          <p14:tracePt t="131695" x="1511300" y="3165475"/>
          <p14:tracePt t="131705" x="1511300" y="2995613"/>
          <p14:tracePt t="131715" x="1535113" y="2833688"/>
          <p14:tracePt t="131725" x="1568450" y="2670175"/>
          <p14:tracePt t="131735" x="1597025" y="2490788"/>
          <p14:tracePt t="131745" x="1630363" y="2309813"/>
          <p14:tracePt t="131755" x="1658938" y="2141538"/>
          <p14:tracePt t="131765" x="1685925" y="1973263"/>
          <p14:tracePt t="131775" x="1725613" y="1809750"/>
          <p14:tracePt t="131785" x="1754188" y="1658938"/>
          <p14:tracePt t="131795" x="1793875" y="1524000"/>
          <p14:tracePt t="131805" x="1820863" y="1404938"/>
          <p14:tracePt t="131806" x="1827213" y="1389063"/>
          <p14:tracePt t="131815" x="1849438" y="1320800"/>
          <p14:tracePt t="131825" x="1866900" y="1258888"/>
          <p14:tracePt t="131826" x="1871663" y="1247775"/>
          <p14:tracePt t="131835" x="1882775" y="1208088"/>
          <p14:tracePt t="131845" x="1889125" y="1185863"/>
          <p14:tracePt t="131855" x="1893888" y="1169988"/>
          <p14:tracePt t="131884" x="1893888" y="1163638"/>
          <p14:tracePt t="131932" x="1893888" y="1174750"/>
          <p14:tracePt t="131934" x="1893888" y="1181100"/>
          <p14:tracePt t="131936" x="1889125" y="1185863"/>
          <p14:tracePt t="131945" x="1871663" y="1225550"/>
          <p14:tracePt t="131955" x="1843088" y="1316038"/>
          <p14:tracePt t="131965" x="1809750" y="1427163"/>
          <p14:tracePt t="131975" x="1776413" y="1573213"/>
          <p14:tracePt t="131976" x="1765300" y="1608138"/>
          <p14:tracePt t="131985" x="1719263" y="1770063"/>
          <p14:tracePt t="131995" x="1658938" y="1984375"/>
          <p14:tracePt t="132005" x="1590675" y="2198688"/>
          <p14:tracePt t="132015" x="1535113" y="2417763"/>
          <p14:tracePt t="132025" x="1489075" y="2641600"/>
          <p14:tracePt t="132035" x="1455738" y="2855913"/>
          <p14:tracePt t="132045" x="1438275" y="3068638"/>
          <p14:tracePt t="132055" x="1433513" y="3249613"/>
          <p14:tracePt t="132065" x="1427163" y="3417888"/>
          <p14:tracePt t="132075" x="1427163" y="3557588"/>
          <p14:tracePt t="132085" x="1433513" y="3676650"/>
          <p14:tracePt t="132095" x="1444625" y="3754438"/>
          <p14:tracePt t="132105" x="1455738" y="3827463"/>
          <p14:tracePt t="132115" x="1466850" y="3884613"/>
          <p14:tracePt t="132125" x="1473200" y="3924300"/>
          <p14:tracePt t="132135" x="1473200" y="3935413"/>
          <p14:tracePt t="132145" x="1473200" y="3940175"/>
          <p14:tracePt t="132155" x="1473200" y="3946525"/>
          <p14:tracePt t="150758" x="1477963" y="3946525"/>
          <p14:tracePt t="150762" x="1484313" y="3946525"/>
          <p14:tracePt t="150768" x="1489075" y="3946525"/>
          <p14:tracePt t="150775" x="1495425" y="3940175"/>
          <p14:tracePt t="150785" x="1511300" y="3940175"/>
          <p14:tracePt t="150795" x="1539875" y="3940175"/>
          <p14:tracePt t="150805" x="1579563" y="3957638"/>
          <p14:tracePt t="150815" x="1601788" y="3957638"/>
          <p14:tracePt t="150825" x="1612900" y="3957638"/>
          <p14:tracePt t="150835" x="1619250" y="3951288"/>
          <p14:tracePt t="150845" x="1624013" y="3951288"/>
          <p14:tracePt t="150856" x="1624013" y="3946525"/>
          <p14:tracePt t="152516" x="1624013" y="3940175"/>
          <p14:tracePt t="152530" x="1630363" y="3940175"/>
          <p14:tracePt t="152536" x="1635125" y="3940175"/>
          <p14:tracePt t="152546" x="1641475" y="3940175"/>
          <p14:tracePt t="152555" x="1658938" y="3935413"/>
          <p14:tracePt t="152566" x="1670050" y="3924300"/>
          <p14:tracePt t="152575" x="1674813" y="3913188"/>
          <p14:tracePt t="152585" x="1697038" y="3889375"/>
          <p14:tracePt t="152595" x="1714500" y="3873500"/>
          <p14:tracePt t="152605" x="1725613" y="3862388"/>
          <p14:tracePt t="152615" x="1731963" y="3862388"/>
          <p14:tracePt t="152628" x="1731963" y="3856038"/>
          <p14:tracePt t="154330" x="1731963" y="3867150"/>
          <p14:tracePt t="154332" x="1731963" y="3873500"/>
          <p14:tracePt t="154335" x="1731963" y="3878263"/>
          <p14:tracePt t="154346" x="1731963" y="3946525"/>
          <p14:tracePt t="154355" x="1731963" y="3997325"/>
          <p14:tracePt t="154365" x="1719263" y="4064000"/>
          <p14:tracePt t="154375" x="1714500" y="4114800"/>
          <p14:tracePt t="154385" x="1708150" y="4165600"/>
          <p14:tracePt t="154395" x="1703388" y="4216400"/>
          <p14:tracePt t="154405" x="1692275" y="4256088"/>
          <p14:tracePt t="154415" x="1685925" y="4289425"/>
          <p14:tracePt t="154416" x="1685925" y="4294188"/>
          <p14:tracePt t="154425" x="1681163" y="4322763"/>
          <p14:tracePt t="154435" x="1674813" y="4344988"/>
          <p14:tracePt t="154445" x="1670050" y="4367213"/>
          <p14:tracePt t="154455" x="1663700" y="4391025"/>
          <p14:tracePt t="154465" x="1658938" y="4413250"/>
          <p14:tracePt t="154475" x="1652588" y="4435475"/>
          <p14:tracePt t="154485" x="1646238" y="4468813"/>
          <p14:tracePt t="154495" x="1635125" y="4497388"/>
          <p14:tracePt t="154505" x="1635125" y="4519613"/>
          <p14:tracePt t="154515" x="1630363" y="4541838"/>
          <p14:tracePt t="154525" x="1630363" y="4548188"/>
          <p14:tracePt t="154535" x="1630363" y="4552950"/>
          <p14:tracePt t="154546" x="1630363" y="4559300"/>
          <p14:tracePt t="154555" x="1624013" y="4559300"/>
          <p14:tracePt t="154600" x="1624013" y="4552950"/>
          <p14:tracePt t="154602" x="1624013" y="4548188"/>
          <p14:tracePt t="154605" x="1619250" y="4537075"/>
          <p14:tracePt t="154615" x="1608138" y="4475163"/>
          <p14:tracePt t="154625" x="1579563" y="4378325"/>
          <p14:tracePt t="154635" x="1550988" y="4271963"/>
          <p14:tracePt t="154645" x="1524000" y="4148138"/>
          <p14:tracePt t="154655" x="1489075" y="4041775"/>
          <p14:tracePt t="154665" x="1455738" y="3940175"/>
          <p14:tracePt t="154675" x="1433513" y="3873500"/>
          <p14:tracePt t="154685" x="1422400" y="3827463"/>
          <p14:tracePt t="154695" x="1411288" y="3811588"/>
          <p14:tracePt t="154705" x="1411288" y="3794125"/>
          <p14:tracePt t="154715" x="1404938" y="3789363"/>
          <p14:tracePt t="154725" x="1400175" y="3778250"/>
          <p14:tracePt t="154738" x="1400175" y="3771900"/>
          <p14:tracePt t="154750" x="1400175" y="3765550"/>
          <p14:tracePt t="154755" x="1393825" y="3765550"/>
          <p14:tracePt t="154765" x="1393825" y="3760788"/>
          <p14:tracePt t="154775" x="1393825" y="3754438"/>
          <p14:tracePt t="154785" x="1393825" y="3743325"/>
          <p14:tracePt t="154795" x="1393825" y="3732213"/>
          <p14:tracePt t="154805" x="1389063" y="3721100"/>
          <p14:tracePt t="154815" x="1389063" y="3709988"/>
          <p14:tracePt t="154825" x="1389063" y="3692525"/>
          <p14:tracePt t="154835" x="1382713" y="3670300"/>
          <p14:tracePt t="154845" x="1376363" y="3636963"/>
          <p14:tracePt t="154856" x="1371600" y="3592513"/>
          <p14:tracePt t="154865" x="1371600" y="3570288"/>
          <p14:tracePt t="154875" x="1371600" y="3552825"/>
          <p14:tracePt t="154885" x="1371600" y="3535363"/>
          <p14:tracePt t="154895" x="1365250" y="3530600"/>
          <p14:tracePt t="154940" x="1365250" y="3524250"/>
          <p14:tracePt t="154976" x="1365250" y="3530600"/>
          <p14:tracePt t="154980" x="1365250" y="3535363"/>
          <p14:tracePt t="154985" x="1365250" y="3546475"/>
          <p14:tracePt t="154995" x="1365250" y="3592513"/>
          <p14:tracePt t="155005" x="1365250" y="3636963"/>
          <p14:tracePt t="155015" x="1365250" y="3692525"/>
          <p14:tracePt t="155025" x="1360488" y="3749675"/>
          <p14:tracePt t="155035" x="1354138" y="3816350"/>
          <p14:tracePt t="155045" x="1349375" y="3884613"/>
          <p14:tracePt t="155056" x="1343025" y="3957638"/>
          <p14:tracePt t="155065" x="1338263" y="3997325"/>
          <p14:tracePt t="155075" x="1338263" y="4052888"/>
          <p14:tracePt t="155085" x="1338263" y="4103688"/>
          <p14:tracePt t="155095" x="1338263" y="4143375"/>
          <p14:tracePt t="155105" x="1338263" y="4176713"/>
          <p14:tracePt t="155115" x="1338263" y="4205288"/>
          <p14:tracePt t="155125" x="1338263" y="4227513"/>
          <p14:tracePt t="155135" x="1338263" y="4256088"/>
          <p14:tracePt t="155145" x="1338263" y="4283075"/>
          <p14:tracePt t="155155" x="1338263" y="4305300"/>
          <p14:tracePt t="155165" x="1343025" y="4322763"/>
          <p14:tracePt t="155175" x="1349375" y="4344988"/>
          <p14:tracePt t="155185" x="1349375" y="4367213"/>
          <p14:tracePt t="155195" x="1354138" y="4391025"/>
          <p14:tracePt t="155205" x="1365250" y="4418013"/>
          <p14:tracePt t="155215" x="1371600" y="4440238"/>
          <p14:tracePt t="155225" x="1382713" y="4464050"/>
          <p14:tracePt t="155226" x="1382713" y="4468813"/>
          <p14:tracePt t="155235" x="1389063" y="4486275"/>
          <p14:tracePt t="155245" x="1389063" y="4491038"/>
          <p14:tracePt t="155255" x="1393825" y="4497388"/>
          <p14:tracePt t="155265" x="1393825" y="4502150"/>
          <p14:tracePt t="155396" x="1393825" y="4508500"/>
          <p14:tracePt t="155416" x="1393825" y="4513263"/>
          <p14:tracePt t="155434" x="1393825" y="4519613"/>
          <p14:tracePt t="155444" x="1393825" y="4524375"/>
          <p14:tracePt t="164668" x="1393825" y="4519613"/>
          <p14:tracePt t="164674" x="1393825" y="4513263"/>
          <p14:tracePt t="164678" x="1393825" y="4508500"/>
          <p14:tracePt t="164686" x="1393825" y="4497388"/>
          <p14:tracePt t="164696" x="1393825" y="4491038"/>
          <p14:tracePt t="164708" x="1393825" y="4486275"/>
          <p14:tracePt t="164715" x="1389063" y="4486275"/>
          <p14:tracePt t="166212" x="1389063" y="4479925"/>
          <p14:tracePt t="166356" x="1389063" y="4486275"/>
          <p14:tracePt t="166360" x="1389063" y="4491038"/>
          <p14:tracePt t="166365" x="1389063" y="4502150"/>
          <p14:tracePt t="166376" x="1389063" y="4570413"/>
          <p14:tracePt t="166385" x="1389063" y="4632325"/>
          <p14:tracePt t="166395" x="1393825" y="4687888"/>
          <p14:tracePt t="166396" x="1393825" y="4705350"/>
          <p14:tracePt t="166405" x="1393825" y="4756150"/>
          <p14:tracePt t="166406" x="1393825" y="4772025"/>
          <p14:tracePt t="166415" x="1393825" y="4818063"/>
          <p14:tracePt t="166425" x="1393825" y="4873625"/>
          <p14:tracePt t="166426" x="1393825" y="4884738"/>
          <p14:tracePt t="166435" x="1393825" y="4924425"/>
          <p14:tracePt t="166445" x="1400175" y="4975225"/>
          <p14:tracePt t="166446" x="1400175" y="4986338"/>
          <p14:tracePt t="166455" x="1404938" y="5030788"/>
          <p14:tracePt t="166456" x="1411288" y="5041900"/>
          <p14:tracePt t="166465" x="1416050" y="5087938"/>
          <p14:tracePt t="166466" x="1422400" y="5092700"/>
          <p14:tracePt t="166475" x="1433513" y="5132388"/>
          <p14:tracePt t="166485" x="1433513" y="5176838"/>
          <p14:tracePt t="166495" x="1438275" y="5210175"/>
          <p14:tracePt t="166505" x="1438275" y="5216525"/>
          <p14:tracePt t="166515" x="1438275" y="5222875"/>
          <p14:tracePt t="166546" x="1444625" y="5222875"/>
          <p14:tracePt t="166551" x="1450975" y="5216525"/>
          <p14:tracePt t="166555" x="1450975" y="5205413"/>
          <p14:tracePt t="166565" x="1455738" y="5154613"/>
          <p14:tracePt t="166575" x="1466850" y="5053013"/>
          <p14:tracePt t="166585" x="1473200" y="4918075"/>
          <p14:tracePt t="166586" x="1477963" y="4891088"/>
          <p14:tracePt t="166595" x="1489075" y="4760913"/>
          <p14:tracePt t="166605" x="1517650" y="4586288"/>
          <p14:tracePt t="166606" x="1517650" y="4548188"/>
          <p14:tracePt t="166615" x="1528763" y="4402138"/>
          <p14:tracePt t="166625" x="1546225" y="4181475"/>
          <p14:tracePt t="166635" x="1562100" y="4064000"/>
          <p14:tracePt t="166636" x="1568450" y="4041775"/>
          <p14:tracePt t="166645" x="1579563" y="3962400"/>
          <p14:tracePt t="166646" x="1579563" y="3946525"/>
          <p14:tracePt t="166655" x="1579563" y="3895725"/>
          <p14:tracePt t="166656" x="1579563" y="3884613"/>
          <p14:tracePt t="166665" x="1579563" y="3856038"/>
          <p14:tracePt t="166666" x="1579563" y="3851275"/>
          <p14:tracePt t="166675" x="1573213" y="3838575"/>
          <p14:tracePt t="166685" x="1568450" y="3822700"/>
          <p14:tracePt t="166695" x="1562100" y="3811588"/>
          <p14:tracePt t="166714" x="1562100" y="3805238"/>
          <p14:tracePt t="166878" x="1562100" y="3811588"/>
          <p14:tracePt t="166880" x="1557338" y="3816350"/>
          <p14:tracePt t="166885" x="1557338" y="3822700"/>
          <p14:tracePt t="166896" x="1546225" y="3862388"/>
          <p14:tracePt t="166905" x="1528763" y="3889375"/>
          <p14:tracePt t="166916" x="1506538" y="3957638"/>
          <p14:tracePt t="166925" x="1495425" y="4002088"/>
          <p14:tracePt t="166935" x="1473200" y="4075113"/>
          <p14:tracePt t="166945" x="1462088" y="4125913"/>
          <p14:tracePt t="166955" x="1450975" y="4181475"/>
          <p14:tracePt t="166965" x="1444625" y="4227513"/>
          <p14:tracePt t="166966" x="1444625" y="4232275"/>
          <p14:tracePt t="166975" x="1444625" y="4260850"/>
          <p14:tracePt t="166976" x="1444625" y="4271963"/>
          <p14:tracePt t="166985" x="1444625" y="4283075"/>
          <p14:tracePt t="166995" x="1444625" y="4311650"/>
          <p14:tracePt t="167005" x="1444625" y="4322763"/>
          <p14:tracePt t="167015" x="1444625" y="4333875"/>
          <p14:tracePt t="167036" x="1444625" y="4340225"/>
          <p14:tracePt t="167082" x="1444625" y="4333875"/>
          <p14:tracePt t="167084" x="1444625" y="4329113"/>
          <p14:tracePt t="167086" x="1444625" y="4322763"/>
          <p14:tracePt t="167095" x="1444625" y="4283075"/>
          <p14:tracePt t="167106" x="1444625" y="4194175"/>
          <p14:tracePt t="167115" x="1444625" y="4097338"/>
          <p14:tracePt t="167125" x="1444625" y="4008438"/>
          <p14:tracePt t="167135" x="1444625" y="3900488"/>
          <p14:tracePt t="167136" x="1444625" y="3878263"/>
          <p14:tracePt t="167145" x="1444625" y="3822700"/>
          <p14:tracePt t="167155" x="1444625" y="3760788"/>
          <p14:tracePt t="167156" x="1444625" y="3749675"/>
          <p14:tracePt t="167165" x="1438275" y="3721100"/>
          <p14:tracePt t="167175" x="1427163" y="3698875"/>
          <p14:tracePt t="167185" x="1427163" y="3692525"/>
          <p14:tracePt t="167186" x="1422400" y="3687763"/>
          <p14:tracePt t="167218" x="1422400" y="3681413"/>
          <p14:tracePt t="167223" x="1416050" y="3681413"/>
          <p14:tracePt t="167238" x="1416050" y="3687763"/>
          <p14:tracePt t="167242" x="1416050" y="3698875"/>
          <p14:tracePt t="167245" x="1411288" y="3705225"/>
          <p14:tracePt t="167255" x="1400175" y="3754438"/>
          <p14:tracePt t="167256" x="1393825" y="3771900"/>
          <p14:tracePt t="167265" x="1382713" y="3851275"/>
          <p14:tracePt t="167266" x="1376363" y="3867150"/>
          <p14:tracePt t="167275" x="1371600" y="3946525"/>
          <p14:tracePt t="167276" x="1371600" y="3962400"/>
          <p14:tracePt t="167285" x="1371600" y="4059238"/>
          <p14:tracePt t="167295" x="1371600" y="4181475"/>
          <p14:tracePt t="167305" x="1389063" y="4294188"/>
          <p14:tracePt t="167306" x="1393825" y="4316413"/>
          <p14:tracePt t="167315" x="1411288" y="4402138"/>
          <p14:tracePt t="167325" x="1433513" y="4486275"/>
          <p14:tracePt t="167326" x="1438275" y="4502150"/>
          <p14:tracePt t="167335" x="1450975" y="4559300"/>
          <p14:tracePt t="167345" x="1466850" y="4614863"/>
          <p14:tracePt t="167355" x="1484313" y="4665663"/>
          <p14:tracePt t="167365" x="1500188" y="4694238"/>
          <p14:tracePt t="167376" x="1517650" y="4727575"/>
          <p14:tracePt t="167385" x="1524000" y="4738688"/>
          <p14:tracePt t="167395" x="1535113" y="4749800"/>
          <p14:tracePt t="167405" x="1535113" y="4756150"/>
          <p14:tracePt t="167406" x="1539875" y="4756150"/>
          <p14:tracePt t="167442" x="1539875" y="4749800"/>
          <p14:tracePt t="167444" x="1546225" y="4745038"/>
          <p14:tracePt t="167446" x="1546225" y="4733925"/>
          <p14:tracePt t="167455" x="1550988" y="4699000"/>
          <p14:tracePt t="167465" x="1550988" y="4614863"/>
          <p14:tracePt t="167466" x="1550988" y="4603750"/>
          <p14:tracePt t="167475" x="1546225" y="4524375"/>
          <p14:tracePt t="167485" x="1524000" y="4406900"/>
          <p14:tracePt t="167495" x="1477963" y="4278313"/>
          <p14:tracePt t="167505" x="1438275" y="4159250"/>
          <p14:tracePt t="167515" x="1400175" y="4064000"/>
          <p14:tracePt t="167525" x="1376363" y="4002088"/>
          <p14:tracePt t="167535" x="1360488" y="3979863"/>
          <p14:tracePt t="167545" x="1354138" y="3962400"/>
          <p14:tracePt t="167555" x="1349375" y="3962400"/>
          <p14:tracePt t="167582" x="1349375" y="3957638"/>
          <p14:tracePt t="167656" x="1349375" y="3962400"/>
          <p14:tracePt t="167660" x="1349375" y="3968750"/>
          <p14:tracePt t="167668" x="1349375" y="3973513"/>
          <p14:tracePt t="167678" x="1349375" y="3979863"/>
          <p14:tracePt t="167698" x="1349375" y="3986213"/>
          <p14:tracePt t="167728" x="1349375" y="3990975"/>
          <p14:tracePt t="223048" x="1354138" y="3990975"/>
          <p14:tracePt t="223049" x="1354138" y="3997325"/>
          <p14:tracePt t="223056" x="1354138" y="4008438"/>
          <p14:tracePt t="223056" x="1354138" y="4019550"/>
          <p14:tracePt t="223066" x="1327150" y="4086225"/>
          <p14:tracePt t="223076" x="1276350" y="4159250"/>
          <p14:tracePt t="223086" x="1219200" y="4205288"/>
          <p14:tracePt t="223095" x="1214438" y="4205288"/>
          <p14:tracePt t="223110" x="1208088" y="4205288"/>
          <p14:tracePt t="223168" x="1203325" y="4205288"/>
          <p14:tracePt t="223504" x="1203325" y="4198938"/>
          <p14:tracePt t="223505" x="1203325" y="4194175"/>
          <p14:tracePt t="223516" x="1203325" y="4205288"/>
          <p14:tracePt t="223526" x="1203325" y="4210050"/>
          <p14:tracePt t="223536" x="1203325" y="4221163"/>
          <p14:tracePt t="223546" x="1174750" y="4260850"/>
          <p14:tracePt t="223556" x="1119188" y="4329113"/>
          <p14:tracePt t="223566" x="1062038" y="4384675"/>
          <p14:tracePt t="223576" x="1011238" y="4446588"/>
          <p14:tracePt t="223586" x="984250" y="4497388"/>
          <p14:tracePt t="223596" x="966788" y="4548188"/>
          <p14:tracePt t="223606" x="966788" y="4586288"/>
          <p14:tracePt t="223616" x="966788" y="4625975"/>
          <p14:tracePt t="223626" x="989013" y="4676775"/>
          <p14:tracePt t="223636" x="1022350" y="4745038"/>
          <p14:tracePt t="223646" x="1095375" y="4840288"/>
          <p14:tracePt t="223656" x="1258888" y="5041900"/>
          <p14:tracePt t="223666" x="1506538" y="5300663"/>
          <p14:tracePt t="223676" x="1889125" y="5654675"/>
          <p14:tracePt t="223686" x="2405063" y="6092825"/>
          <p14:tracePt t="223696" x="3079750" y="6599238"/>
          <p14:tracePt t="223860" x="7791450" y="6632575"/>
          <p14:tracePt t="223866" x="7756525" y="6486525"/>
          <p14:tracePt t="223876" x="7723188" y="6238875"/>
          <p14:tracePt t="223886" x="7718425" y="6019800"/>
          <p14:tracePt t="223895" x="7740650" y="5811838"/>
          <p14:tracePt t="223906" x="7767638" y="5638800"/>
          <p14:tracePt t="223916" x="7785100" y="5475288"/>
          <p14:tracePt t="223925" x="7785100" y="5334000"/>
          <p14:tracePt t="223936" x="7785100" y="5222875"/>
          <p14:tracePt t="223945" x="7785100" y="5160963"/>
          <p14:tracePt t="223956" x="7796213" y="5126038"/>
          <p14:tracePt t="223966" x="7796213" y="5110163"/>
          <p14:tracePt t="223981" x="7802563" y="5103813"/>
          <p14:tracePt t="224118" x="7802563" y="5099050"/>
          <p14:tracePt t="224125" x="7802563" y="5092700"/>
          <p14:tracePt t="224129" x="7802563" y="5087938"/>
          <p14:tracePt t="224137" x="7802563" y="5081588"/>
          <p14:tracePt t="224146" x="7802563" y="5076825"/>
          <p14:tracePt t="224155" x="7802563" y="5070475"/>
          <p14:tracePt t="224165" x="7791450" y="5041900"/>
          <p14:tracePt t="224176" x="7773988" y="5008563"/>
          <p14:tracePt t="224185" x="7762875" y="4968875"/>
          <p14:tracePt t="224195" x="7734300" y="4924425"/>
          <p14:tracePt t="224205" x="7683500" y="4867275"/>
          <p14:tracePt t="224215" x="7621588" y="4806950"/>
          <p14:tracePt t="224225" x="7537450" y="4745038"/>
          <p14:tracePt t="224236" x="7448550" y="4694238"/>
          <p14:tracePt t="224246" x="7346950" y="4654550"/>
          <p14:tracePt t="224255" x="7227888" y="4614863"/>
          <p14:tracePt t="224266" x="7099300" y="4575175"/>
          <p14:tracePt t="224275" x="6935788" y="4541838"/>
          <p14:tracePt t="224285" x="6723063" y="4497388"/>
          <p14:tracePt t="224295" x="6481763" y="4457700"/>
          <p14:tracePt t="224305" x="6216650" y="4418013"/>
          <p14:tracePt t="224316" x="5957888" y="4402138"/>
          <p14:tracePt t="224326" x="5734050" y="4391025"/>
          <p14:tracePt t="224336" x="5564188" y="4391025"/>
          <p14:tracePt t="224346" x="5468938" y="4391025"/>
          <p14:tracePt t="224356" x="5418138" y="4391025"/>
          <p14:tracePt t="224365" x="5395913" y="4391025"/>
          <p14:tracePt t="224376" x="5391150" y="4395788"/>
          <p14:tracePt t="224386" x="5384800" y="4395788"/>
          <p14:tracePt t="224409" x="5380038" y="4395788"/>
          <p14:tracePt t="224413" x="5380038" y="4402138"/>
          <p14:tracePt t="224416" x="5373688" y="4402138"/>
          <p14:tracePt t="224426" x="5334000" y="4413250"/>
          <p14:tracePt t="224436" x="5256213" y="4440238"/>
          <p14:tracePt t="224446" x="5154613" y="4457700"/>
          <p14:tracePt t="224456" x="5037138" y="4479925"/>
          <p14:tracePt t="224466" x="4935538" y="4497388"/>
          <p14:tracePt t="224476" x="4856163" y="4508500"/>
          <p14:tracePt t="224486" x="4794250" y="4513263"/>
          <p14:tracePt t="224495" x="4756150" y="4513263"/>
          <p14:tracePt t="224506" x="4732338" y="4513263"/>
          <p14:tracePt t="224515" x="4721225" y="4513263"/>
          <p14:tracePt t="224525" x="4716463" y="4513263"/>
          <p14:tracePt t="224535" x="4705350" y="4513263"/>
          <p14:tracePt t="224546" x="4699000" y="4513263"/>
          <p14:tracePt t="224556" x="4694238" y="4513263"/>
          <p14:tracePt t="224566" x="4676775" y="4513263"/>
          <p14:tracePt t="224576" x="4654550" y="4513263"/>
          <p14:tracePt t="224586" x="4637088" y="4513263"/>
          <p14:tracePt t="224596" x="4614863" y="4513263"/>
          <p14:tracePt t="224606" x="4597400" y="4513263"/>
          <p14:tracePt t="224616" x="4581525" y="4513263"/>
          <p14:tracePt t="224626" x="4559300" y="4513263"/>
          <p14:tracePt t="224636" x="4535488" y="4519613"/>
          <p14:tracePt t="224646" x="4497388" y="4519613"/>
          <p14:tracePt t="224656" x="4451350" y="4524375"/>
          <p14:tracePt t="224666" x="4400550" y="4530725"/>
          <p14:tracePt t="224676" x="4351338" y="4537075"/>
          <p14:tracePt t="224686" x="4300538" y="4537075"/>
          <p14:tracePt t="224696" x="4260850" y="4548188"/>
          <p14:tracePt t="224706" x="4238625" y="4548188"/>
          <p14:tracePt t="224716" x="4238625" y="4552950"/>
          <p14:tracePt t="224725" x="4232275" y="4552950"/>
          <p14:tracePt t="224737" x="4232275" y="4559300"/>
          <p14:tracePt t="224756" x="4232275" y="4564063"/>
          <p14:tracePt t="224757" x="4227513" y="4564063"/>
          <p14:tracePt t="224765" x="4227513" y="4570413"/>
          <p14:tracePt t="224776" x="4227513" y="4581525"/>
          <p14:tracePt t="224785" x="4221163" y="4598988"/>
          <p14:tracePt t="224796" x="4216400" y="4614863"/>
          <p14:tracePt t="224806" x="4210050" y="4632325"/>
          <p14:tracePt t="224816" x="4192588" y="4654550"/>
          <p14:tracePt t="224826" x="4181475" y="4672013"/>
          <p14:tracePt t="224836" x="4170363" y="4687888"/>
          <p14:tracePt t="224846" x="4159250" y="4699000"/>
          <p14:tracePt t="224856" x="4148138" y="4710113"/>
          <p14:tracePt t="224866" x="4143375" y="4710113"/>
          <p14:tracePt t="224876" x="4143375" y="4716463"/>
          <p14:tracePt t="224886" x="4137025" y="4716463"/>
          <p14:tracePt t="224896" x="4130675" y="4716463"/>
          <p14:tracePt t="224907" x="4125913" y="4716463"/>
          <p14:tracePt t="224952" x="4125913" y="4710113"/>
          <p14:tracePt t="224953" x="4125913" y="4705350"/>
          <p14:tracePt t="224957" x="4125913" y="4699000"/>
          <p14:tracePt t="224966" x="4137025" y="4676775"/>
          <p14:tracePt t="224976" x="4165600" y="4643438"/>
          <p14:tracePt t="224986" x="4192588" y="4610100"/>
          <p14:tracePt t="224996" x="4238625" y="4581525"/>
          <p14:tracePt t="225006" x="4289425" y="4552950"/>
          <p14:tracePt t="225015" x="4333875" y="4537075"/>
          <p14:tracePt t="225025" x="4373563" y="4524375"/>
          <p14:tracePt t="225026" x="4384675" y="4524375"/>
          <p14:tracePt t="225036" x="4429125" y="4513263"/>
          <p14:tracePt t="225046" x="4473575" y="4502150"/>
          <p14:tracePt t="225056" x="4519613" y="4502150"/>
          <p14:tracePt t="225066" x="4564063" y="4502150"/>
          <p14:tracePt t="225076" x="4597400" y="4502150"/>
          <p14:tracePt t="225086" x="4637088" y="4502150"/>
          <p14:tracePt t="225096" x="4665663" y="4502150"/>
          <p14:tracePt t="225106" x="4687888" y="4502150"/>
          <p14:tracePt t="225115" x="4694238" y="4502150"/>
          <p14:tracePt t="225146" x="4699000" y="4502150"/>
          <p14:tracePt t="225150" x="4699000" y="4508500"/>
          <p14:tracePt t="225156" x="4710113" y="4513263"/>
          <p14:tracePt t="225166" x="4738688" y="4530725"/>
          <p14:tracePt t="225176" x="4805363" y="4559300"/>
          <p14:tracePt t="225186" x="4889500" y="4586288"/>
          <p14:tracePt t="225195" x="4991100" y="4621213"/>
          <p14:tracePt t="225205" x="5092700" y="4648200"/>
          <p14:tracePt t="225216" x="5194300" y="4676775"/>
          <p14:tracePt t="225225" x="5289550" y="4699000"/>
          <p14:tracePt t="225236" x="5373688" y="4716463"/>
          <p14:tracePt t="225246" x="5457825" y="4727575"/>
          <p14:tracePt t="225256" x="5541963" y="4727575"/>
          <p14:tracePt t="225266" x="5621338" y="4727575"/>
          <p14:tracePt t="225276" x="5716588" y="4727575"/>
          <p14:tracePt t="225286" x="5818188" y="4727575"/>
          <p14:tracePt t="225296" x="5964238" y="4721225"/>
          <p14:tracePt t="225306" x="6132513" y="4710113"/>
          <p14:tracePt t="225315" x="6323013" y="4699000"/>
          <p14:tracePt t="225326" x="6519863" y="4694238"/>
          <p14:tracePt t="225336" x="6694488" y="4694238"/>
          <p14:tracePt t="225346" x="6835775" y="4687888"/>
          <p14:tracePt t="225356" x="6935788" y="4687888"/>
          <p14:tracePt t="225366" x="7015163" y="4687888"/>
          <p14:tracePt t="225376" x="7065963" y="4687888"/>
          <p14:tracePt t="225386" x="7110413" y="4683125"/>
          <p14:tracePt t="225396" x="7132638" y="4676775"/>
          <p14:tracePt t="225406" x="7143750" y="4676775"/>
          <p14:tracePt t="225416" x="7150100" y="4676775"/>
          <p14:tracePt t="225444" x="7154863" y="4676775"/>
          <p14:tracePt t="225484" x="7154863" y="4672013"/>
          <p14:tracePt t="225534" x="7150100" y="4672013"/>
          <p14:tracePt t="225541" x="7143750" y="4672013"/>
          <p14:tracePt t="225546" x="7138988" y="4672013"/>
          <p14:tracePt t="225549" x="7138988" y="4665663"/>
          <p14:tracePt t="225555" x="7132638" y="4665663"/>
          <p14:tracePt t="225566" x="7127875" y="4665663"/>
          <p14:tracePt t="225576" x="7121525" y="4665663"/>
          <p14:tracePt t="225586" x="7116763" y="4665663"/>
          <p14:tracePt t="225605" x="7110413" y="4665663"/>
          <p14:tracePt t="225824" x="7105650" y="4665663"/>
          <p14:tracePt t="225829" x="7099300" y="4665663"/>
          <p14:tracePt t="225831" x="7092950" y="4665663"/>
          <p14:tracePt t="225836" x="7077075" y="4665663"/>
          <p14:tracePt t="225846" x="7032625" y="4665663"/>
          <p14:tracePt t="225856" x="6946900" y="4654550"/>
          <p14:tracePt t="225866" x="6835775" y="4637088"/>
          <p14:tracePt t="225876" x="6683375" y="4621213"/>
          <p14:tracePt t="225886" x="6515100" y="4592638"/>
          <p14:tracePt t="225896" x="6300788" y="4564063"/>
          <p14:tracePt t="225906" x="6088063" y="4541838"/>
          <p14:tracePt t="225916" x="5868988" y="4519613"/>
          <p14:tracePt t="225926" x="5665788" y="4502150"/>
          <p14:tracePt t="225936" x="5480050" y="4486275"/>
          <p14:tracePt t="225945" x="5334000" y="4479925"/>
          <p14:tracePt t="225956" x="5221288" y="4475163"/>
          <p14:tracePt t="225966" x="5148263" y="4468813"/>
          <p14:tracePt t="225976" x="5081588" y="4468813"/>
          <p14:tracePt t="225986" x="5041900" y="4468813"/>
          <p14:tracePt t="225996" x="5024438" y="4468813"/>
          <p14:tracePt t="226006" x="5013325" y="4468813"/>
          <p14:tracePt t="226035" x="5008563" y="4468813"/>
          <p14:tracePt t="226041" x="5002213" y="4468813"/>
          <p14:tracePt t="226045" x="4997450" y="4468813"/>
          <p14:tracePt t="226056" x="4979988" y="4468813"/>
          <p14:tracePt t="226065" x="4940300" y="4475163"/>
          <p14:tracePt t="226076" x="4889500" y="4479925"/>
          <p14:tracePt t="226086" x="4840288" y="4486275"/>
          <p14:tracePt t="226096" x="4749800" y="4497388"/>
          <p14:tracePt t="226106" x="4670425" y="4508500"/>
          <p14:tracePt t="226116" x="4564063" y="4513263"/>
          <p14:tracePt t="226125" x="4462463" y="4530725"/>
          <p14:tracePt t="226136" x="4373563" y="4541838"/>
          <p14:tracePt t="226146" x="4294188" y="4552950"/>
          <p14:tracePt t="226156" x="4232275" y="4570413"/>
          <p14:tracePt t="226166" x="4198938" y="4575175"/>
          <p14:tracePt t="226176" x="4181475" y="4586288"/>
          <p14:tracePt t="226187" x="4176713" y="4586288"/>
          <p14:tracePt t="226237" x="4176713" y="4592638"/>
          <p14:tracePt t="226262" x="4176713" y="4598988"/>
          <p14:tracePt t="226289" x="4176713" y="4603750"/>
          <p14:tracePt t="226319" x="4176713" y="4610100"/>
          <p14:tracePt t="230560" x="4176713" y="4603750"/>
          <p14:tracePt t="230561" x="4176713" y="4598988"/>
          <p14:tracePt t="230565" x="4181475" y="4586288"/>
          <p14:tracePt t="230576" x="4210050" y="4502150"/>
          <p14:tracePt t="230586" x="4249738" y="4395788"/>
          <p14:tracePt t="230596" x="4300538" y="4256088"/>
          <p14:tracePt t="230606" x="4338638" y="4143375"/>
          <p14:tracePt t="230616" x="4362450" y="4086225"/>
          <p14:tracePt t="230625" x="4373563" y="4075113"/>
          <p14:tracePt t="230636" x="4384675" y="4070350"/>
          <p14:tracePt t="230646" x="4424363" y="4070350"/>
          <p14:tracePt t="230656" x="4513263" y="4103688"/>
          <p14:tracePt t="230666" x="4659313" y="4198938"/>
          <p14:tracePt t="230676" x="4862513" y="4333875"/>
          <p14:tracePt t="230686" x="5086350" y="4497388"/>
          <p14:tracePt t="230696" x="5351463" y="4665663"/>
          <p14:tracePt t="230705" x="5626100" y="4829175"/>
          <p14:tracePt t="230715" x="5918200" y="4968875"/>
          <p14:tracePt t="230726" x="6216650" y="5103813"/>
          <p14:tracePt t="230736" x="6492875" y="5227638"/>
          <p14:tracePt t="230746" x="6738938" y="5340350"/>
          <p14:tracePt t="230756" x="6970713" y="5441950"/>
          <p14:tracePt t="230766" x="7172325" y="5526088"/>
          <p14:tracePt t="230776" x="7318375" y="5576888"/>
          <p14:tracePt t="230786" x="7419975" y="5603875"/>
          <p14:tracePt t="230796" x="7470775" y="5610225"/>
          <p14:tracePt t="230806" x="7504113" y="5610225"/>
          <p14:tracePt t="230816" x="7526338" y="5610225"/>
          <p14:tracePt t="230826" x="7548563" y="5610225"/>
          <p14:tracePt t="230836" x="7559675" y="5603875"/>
          <p14:tracePt t="230846" x="7570788" y="5599113"/>
          <p14:tracePt t="230856" x="7588250" y="5581650"/>
          <p14:tracePt t="230866" x="7616825" y="5565775"/>
          <p14:tracePt t="230876" x="7650163" y="5530850"/>
          <p14:tracePt t="230886" x="7689850" y="5503863"/>
          <p14:tracePt t="230896" x="7729538" y="5464175"/>
          <p14:tracePt t="230906" x="7778750" y="5430838"/>
          <p14:tracePt t="230916" x="7840663" y="5380038"/>
          <p14:tracePt t="230926" x="7913688" y="5340350"/>
          <p14:tracePt t="230936" x="7986713" y="5295900"/>
          <p14:tracePt t="230945" x="8066088" y="5249863"/>
          <p14:tracePt t="230956" x="8128000" y="5210175"/>
          <p14:tracePt t="230966" x="8172450" y="5176838"/>
          <p14:tracePt t="230976" x="8207375" y="5149850"/>
          <p14:tracePt t="230986" x="8234363" y="5121275"/>
          <p14:tracePt t="230996" x="8274050" y="5081588"/>
          <p14:tracePt t="231006" x="8324850" y="5037138"/>
          <p14:tracePt t="231016" x="8375650" y="4991100"/>
          <p14:tracePt t="231026" x="8415338" y="4953000"/>
          <p14:tracePt t="231035" x="8437563" y="4924425"/>
          <p14:tracePt t="231046" x="8448675" y="4906963"/>
          <p14:tracePt t="231056" x="8453438" y="4891088"/>
          <p14:tracePt t="231066" x="8459788" y="4873625"/>
          <p14:tracePt t="231076" x="8464550" y="4856163"/>
          <p14:tracePt t="231086" x="8464550" y="4845050"/>
          <p14:tracePt t="231096" x="8470900" y="4833938"/>
          <p14:tracePt t="231106" x="8470900" y="4829175"/>
          <p14:tracePt t="231116" x="8470900" y="4822825"/>
          <p14:tracePt t="231135" x="8470900" y="4818063"/>
          <p14:tracePt t="231155" x="8470900" y="4811713"/>
          <p14:tracePt t="237442" x="8464550" y="4811713"/>
          <p14:tracePt t="237443" x="8459788" y="4806950"/>
          <p14:tracePt t="237446" x="8448675" y="4806950"/>
          <p14:tracePt t="237456" x="8380413" y="4772025"/>
          <p14:tracePt t="237466" x="8269288" y="4716463"/>
          <p14:tracePt t="237476" x="8072438" y="4648200"/>
          <p14:tracePt t="237486" x="7829550" y="4598988"/>
          <p14:tracePt t="237496" x="7554913" y="4564063"/>
          <p14:tracePt t="237506" x="7262813" y="4552950"/>
          <p14:tracePt t="237516" x="6964363" y="4552950"/>
          <p14:tracePt t="237526" x="6694488" y="4581525"/>
          <p14:tracePt t="237536" x="6424613" y="4603750"/>
          <p14:tracePt t="237546" x="6200775" y="4632325"/>
          <p14:tracePt t="237556" x="6019800" y="4659313"/>
          <p14:tracePt t="237566" x="5891213" y="4676775"/>
          <p14:tracePt t="237576" x="5807075" y="4683125"/>
          <p14:tracePt t="237586" x="5734050" y="4687888"/>
          <p14:tracePt t="237596" x="5676900" y="4694238"/>
          <p14:tracePt t="237606" x="5643563" y="4699000"/>
          <p14:tracePt t="237616" x="5626100" y="4705350"/>
          <p14:tracePt t="237626" x="5621338" y="4710113"/>
          <p14:tracePt t="237644" x="5621338" y="4716463"/>
          <p14:tracePt t="237648" x="5614988" y="4716463"/>
          <p14:tracePt t="237656" x="5610225" y="4727575"/>
          <p14:tracePt t="237666" x="5599113" y="4738688"/>
          <p14:tracePt t="237676" x="5570538" y="4767263"/>
          <p14:tracePt t="237686" x="5537200" y="4789488"/>
          <p14:tracePt t="237696" x="5491163" y="4806950"/>
          <p14:tracePt t="237706" x="5429250" y="4829175"/>
          <p14:tracePt t="237716" x="5367338" y="4851400"/>
          <p14:tracePt t="237726" x="5278438" y="4867275"/>
          <p14:tracePt t="237736" x="5194300" y="4884738"/>
          <p14:tracePt t="237746" x="5114925" y="4895850"/>
          <p14:tracePt t="237756" x="5037138" y="4913313"/>
          <p14:tracePt t="237766" x="4957763" y="4929188"/>
          <p14:tracePt t="237776" x="4884738" y="4941888"/>
          <p14:tracePt t="237786" x="4829175" y="4953000"/>
          <p14:tracePt t="237796" x="4805363" y="4957763"/>
          <p14:tracePt t="237806" x="4800600" y="4964113"/>
          <p14:tracePt t="237818" x="4800600" y="4968875"/>
          <p14:tracePt t="237826" x="4800600" y="4975225"/>
          <p14:tracePt t="237836" x="4833938" y="4991100"/>
          <p14:tracePt t="237846" x="4902200" y="5002213"/>
          <p14:tracePt t="237856" x="5013325" y="5014913"/>
          <p14:tracePt t="237866" x="5245100" y="5053013"/>
          <p14:tracePt t="237876" x="5514975" y="5103813"/>
          <p14:tracePt t="237886" x="5822950" y="5160963"/>
          <p14:tracePt t="237896" x="6165850" y="5222875"/>
          <p14:tracePt t="237906" x="6503988" y="5278438"/>
          <p14:tracePt t="237916" x="6796088" y="5307013"/>
          <p14:tracePt t="237926" x="7026275" y="5318125"/>
          <p14:tracePt t="237936" x="7189788" y="5318125"/>
          <p14:tracePt t="237946" x="7296150" y="5318125"/>
          <p14:tracePt t="237956" x="7362825" y="5318125"/>
          <p14:tracePt t="237966" x="7408863" y="5318125"/>
          <p14:tracePt t="237976" x="7448550" y="5311775"/>
          <p14:tracePt t="237986" x="7486650" y="5300663"/>
          <p14:tracePt t="237996" x="7521575" y="5289550"/>
          <p14:tracePt t="238006" x="7559675" y="5272088"/>
          <p14:tracePt t="238016" x="7605713" y="5233988"/>
          <p14:tracePt t="238026" x="7643813" y="5194300"/>
          <p14:tracePt t="238036" x="7678738" y="5143500"/>
          <p14:tracePt t="238046" x="7705725" y="5092700"/>
          <p14:tracePt t="238056" x="7740650" y="5041900"/>
          <p14:tracePt t="238066" x="7773988" y="5002213"/>
          <p14:tracePt t="238076" x="7802563" y="4968875"/>
          <p14:tracePt t="238086" x="7829550" y="4946650"/>
          <p14:tracePt t="238096" x="7847013" y="4929188"/>
          <p14:tracePt t="238106" x="7864475" y="4906963"/>
          <p14:tracePt t="238116" x="7875588" y="4891088"/>
          <p14:tracePt t="238126" x="7880350" y="4884738"/>
          <p14:tracePt t="238143" x="7880350" y="4879975"/>
          <p14:tracePt t="238176" x="7880350" y="4873625"/>
          <p14:tracePt t="238193" x="7875588" y="4867275"/>
          <p14:tracePt t="238199" x="7869238" y="4862513"/>
          <p14:tracePt t="238203" x="7864475" y="4856163"/>
          <p14:tracePt t="238206" x="7858125" y="4851400"/>
          <p14:tracePt t="238216" x="7824788" y="4829175"/>
          <p14:tracePt t="238226" x="7762875" y="4800600"/>
          <p14:tracePt t="238236" x="7672388" y="4767263"/>
          <p14:tracePt t="238246" x="7521575" y="4716463"/>
          <p14:tracePt t="238256" x="7302500" y="4659313"/>
          <p14:tracePt t="238266" x="7059613" y="4614863"/>
          <p14:tracePt t="238276" x="6789738" y="4564063"/>
          <p14:tracePt t="238286" x="6508750" y="4530725"/>
          <p14:tracePt t="238296" x="6245225" y="4513263"/>
          <p14:tracePt t="238306" x="5997575" y="4508500"/>
          <p14:tracePt t="238316" x="5772150" y="4508500"/>
          <p14:tracePt t="238326" x="5575300" y="4508500"/>
          <p14:tracePt t="238336" x="5418138" y="4508500"/>
          <p14:tracePt t="238346" x="5300663" y="4508500"/>
          <p14:tracePt t="238356" x="5232400" y="4508500"/>
          <p14:tracePt t="238366" x="5172075" y="4508500"/>
          <p14:tracePt t="238376" x="5148263" y="4508500"/>
          <p14:tracePt t="238386" x="5137150" y="4508500"/>
          <p14:tracePt t="238396" x="5132388" y="4508500"/>
          <p14:tracePt t="238421" x="5126038" y="4508500"/>
          <p14:tracePt t="238433" x="5121275" y="4508500"/>
          <p14:tracePt t="238439" x="5114925" y="4508500"/>
          <p14:tracePt t="238441" x="5110163" y="4513263"/>
          <p14:tracePt t="238446" x="5103813" y="4513263"/>
          <p14:tracePt t="238456" x="5070475" y="4524375"/>
          <p14:tracePt t="238466" x="5037138" y="4541838"/>
          <p14:tracePt t="238476" x="5008563" y="4564063"/>
          <p14:tracePt t="238486" x="4979988" y="4592638"/>
          <p14:tracePt t="238496" x="4964113" y="4614863"/>
          <p14:tracePt t="238506" x="4951413" y="4637088"/>
          <p14:tracePt t="238516" x="4951413" y="4665663"/>
          <p14:tracePt t="238526" x="4951413" y="4694238"/>
          <p14:tracePt t="238536" x="4951413" y="4721225"/>
          <p14:tracePt t="238546" x="4975225" y="4760913"/>
          <p14:tracePt t="238556" x="5002213" y="4800600"/>
          <p14:tracePt t="238566" x="5041900" y="4840288"/>
          <p14:tracePt t="238576" x="5114925" y="4895850"/>
          <p14:tracePt t="238586" x="5210175" y="4953000"/>
          <p14:tracePt t="238596" x="5334000" y="5026025"/>
          <p14:tracePt t="238606" x="5491163" y="5092700"/>
          <p14:tracePt t="238616" x="5654675" y="5154613"/>
          <p14:tracePt t="238626" x="5811838" y="5194300"/>
          <p14:tracePt t="238636" x="5957888" y="5233988"/>
          <p14:tracePt t="238646" x="6092825" y="5256213"/>
          <p14:tracePt t="238656" x="6245225" y="5272088"/>
          <p14:tracePt t="238666" x="6384925" y="5295900"/>
          <p14:tracePt t="238676" x="6515100" y="5311775"/>
          <p14:tracePt t="238686" x="6604000" y="5322888"/>
          <p14:tracePt t="238696" x="6672263" y="5334000"/>
          <p14:tracePt t="238706" x="6727825" y="5334000"/>
          <p14:tracePt t="238716" x="6773863" y="5334000"/>
          <p14:tracePt t="238726" x="6807200" y="5334000"/>
          <p14:tracePt t="238736" x="6846888" y="5329238"/>
          <p14:tracePt t="238746" x="6880225" y="5318125"/>
          <p14:tracePt t="238756" x="6919913" y="5300663"/>
          <p14:tracePt t="238766" x="6975475" y="5284788"/>
          <p14:tracePt t="238776" x="7037388" y="5260975"/>
          <p14:tracePt t="238786" x="7099300" y="5249863"/>
          <p14:tracePt t="238796" x="7150100" y="5227638"/>
          <p14:tracePt t="238806" x="7178675" y="5210175"/>
          <p14:tracePt t="238816" x="7189788" y="5199063"/>
          <p14:tracePt t="238826" x="7200900" y="5183188"/>
          <p14:tracePt t="238836" x="7205663" y="5176838"/>
          <p14:tracePt t="238846" x="7212013" y="5172075"/>
          <p14:tracePt t="238856" x="7212013" y="5160963"/>
          <p14:tracePt t="238866" x="7216775" y="5149850"/>
          <p14:tracePt t="238876" x="7216775" y="5137150"/>
          <p14:tracePt t="238886" x="7223125" y="5126038"/>
          <p14:tracePt t="238896" x="7223125" y="5121275"/>
          <p14:tracePt t="238906" x="7223125" y="5114925"/>
          <p14:tracePt t="238916" x="7223125" y="5110163"/>
          <p14:tracePt t="238963" x="7223125" y="5103813"/>
          <p14:tracePt t="238983" x="7223125" y="5099050"/>
          <p14:tracePt t="238991" x="7223125" y="5092700"/>
          <p14:tracePt t="253676" x="7223125" y="5087938"/>
          <p14:tracePt t="253681" x="7223125" y="5081588"/>
          <p14:tracePt t="253686" x="7223125" y="5070475"/>
          <p14:tracePt t="253696" x="7223125" y="5041900"/>
          <p14:tracePt t="253706" x="7223125" y="4986338"/>
          <p14:tracePt t="253716" x="7212013" y="4935538"/>
          <p14:tracePt t="253726" x="7183438" y="4879975"/>
          <p14:tracePt t="253736" x="7150100" y="4822825"/>
          <p14:tracePt t="253746" x="7110413" y="4772025"/>
          <p14:tracePt t="253756" x="7070725" y="4733925"/>
          <p14:tracePt t="253766" x="7032625" y="4694238"/>
          <p14:tracePt t="253776" x="6997700" y="4665663"/>
          <p14:tracePt t="253786" x="6964363" y="4654550"/>
          <p14:tracePt t="253796" x="6931025" y="4637088"/>
          <p14:tracePt t="253806" x="6891338" y="4625975"/>
          <p14:tracePt t="253816" x="6835775" y="4610100"/>
          <p14:tracePt t="253826" x="6751638" y="4592638"/>
          <p14:tracePt t="253836" x="6694488" y="4581525"/>
          <p14:tracePt t="253846" x="6616700" y="4570413"/>
          <p14:tracePt t="253856" x="6537325" y="4559300"/>
          <p14:tracePt t="253866" x="6453188" y="4541838"/>
          <p14:tracePt t="253876" x="6351588" y="4519613"/>
          <p14:tracePt t="253886" x="6238875" y="4497388"/>
          <p14:tracePt t="253896" x="6099175" y="4468813"/>
          <p14:tracePt t="253906" x="5924550" y="4435475"/>
          <p14:tracePt t="253916" x="5745163" y="4418013"/>
          <p14:tracePt t="253926" x="5575300" y="4406900"/>
          <p14:tracePt t="253936" x="5435600" y="4402138"/>
          <p14:tracePt t="253946" x="5340350" y="4402138"/>
          <p14:tracePt t="253956" x="5278438" y="4413250"/>
          <p14:tracePt t="253966" x="5238750" y="4424363"/>
          <p14:tracePt t="253976" x="5221288" y="4435475"/>
          <p14:tracePt t="253986" x="5199063" y="4446588"/>
          <p14:tracePt t="253996" x="5183188" y="4464050"/>
          <p14:tracePt t="254006" x="5154613" y="4486275"/>
          <p14:tracePt t="254016" x="5132388" y="4513263"/>
          <p14:tracePt t="254026" x="5099050" y="4541838"/>
          <p14:tracePt t="254036" x="5059363" y="4575175"/>
          <p14:tracePt t="254046" x="5008563" y="4621213"/>
          <p14:tracePt t="254056" x="4946650" y="4683125"/>
          <p14:tracePt t="254066" x="4878388" y="4727575"/>
          <p14:tracePt t="254076" x="4778375" y="4767263"/>
          <p14:tracePt t="254086" x="4681538" y="4806950"/>
          <p14:tracePt t="254096" x="4581525" y="4845050"/>
          <p14:tracePt t="254106" x="4491038" y="4891088"/>
          <p14:tracePt t="254116" x="4418013" y="4929188"/>
          <p14:tracePt t="254126" x="4378325" y="4964113"/>
          <p14:tracePt t="254136" x="4356100" y="4991100"/>
          <p14:tracePt t="254146" x="4351338" y="5014913"/>
          <p14:tracePt t="254156" x="4338638" y="5041900"/>
          <p14:tracePt t="254166" x="4333875" y="5059363"/>
          <p14:tracePt t="254176" x="4327525" y="5081588"/>
          <p14:tracePt t="254186" x="4322763" y="5099050"/>
          <p14:tracePt t="254196" x="4311650" y="5121275"/>
          <p14:tracePt t="254206" x="4300538" y="5149850"/>
          <p14:tracePt t="254216" x="4283075" y="5172075"/>
          <p14:tracePt t="254226" x="4278313" y="5187950"/>
          <p14:tracePt t="254236" x="4278313" y="5194300"/>
          <p14:tracePt t="254246" x="4278313" y="5199063"/>
          <p14:tracePt t="254418" x="4278313" y="5205413"/>
          <p14:tracePt t="254444" x="4278313" y="5210175"/>
          <p14:tracePt t="254463" x="4278313" y="5216525"/>
          <p14:tracePt t="254465" x="4283075" y="5216525"/>
          <p14:tracePt t="254467" x="4289425" y="5216525"/>
          <p14:tracePt t="254476" x="4305300" y="5233988"/>
          <p14:tracePt t="254486" x="4333875" y="5256213"/>
          <p14:tracePt t="254496" x="4362450" y="5278438"/>
          <p14:tracePt t="254506" x="4384675" y="5289550"/>
          <p14:tracePt t="254516" x="4395788" y="5295900"/>
          <p14:tracePt t="254526" x="4400550" y="5300663"/>
          <p14:tracePt t="254536" x="4413250" y="5307013"/>
          <p14:tracePt t="254547" x="4418013" y="5311775"/>
          <p14:tracePt t="254556" x="4424363" y="5311775"/>
          <p14:tracePt t="254566" x="4429125" y="5311775"/>
          <p14:tracePt t="254576" x="4435475" y="5318125"/>
          <p14:tracePt t="254586" x="4435475" y="5322888"/>
          <p14:tracePt t="254599" x="4440238" y="5322888"/>
          <p14:tracePt t="254694" x="4440238" y="5318125"/>
          <p14:tracePt t="254701" x="4435475" y="5311775"/>
          <p14:tracePt t="254707" x="4435475" y="5307013"/>
          <p14:tracePt t="254709" x="4429125" y="5307013"/>
          <p14:tracePt t="254716" x="4424363" y="5300663"/>
          <p14:tracePt t="254726" x="4413250" y="5289550"/>
          <p14:tracePt t="254736" x="4406900" y="5278438"/>
          <p14:tracePt t="254746" x="4395788" y="5267325"/>
          <p14:tracePt t="254756" x="4395788" y="5260975"/>
          <p14:tracePt t="254766" x="4389438" y="5245100"/>
          <p14:tracePt t="254776" x="4389438" y="5233988"/>
          <p14:tracePt t="254786" x="4395788" y="5199063"/>
          <p14:tracePt t="254796" x="4424363" y="5165725"/>
          <p14:tracePt t="254806" x="4457700" y="5137150"/>
          <p14:tracePt t="254816" x="4502150" y="5103813"/>
          <p14:tracePt t="254826" x="4541838" y="5076825"/>
          <p14:tracePt t="254836" x="4581525" y="5059363"/>
          <p14:tracePt t="254846" x="4614863" y="5048250"/>
          <p14:tracePt t="254856" x="4654550" y="5037138"/>
          <p14:tracePt t="254866" x="4670425" y="5030788"/>
          <p14:tracePt t="254876" x="4681538" y="5030788"/>
          <p14:tracePt t="254887" x="4681538" y="5026025"/>
          <p14:tracePt t="254947" x="4676775" y="5026025"/>
          <p14:tracePt t="254953" x="4670425" y="5026025"/>
          <p14:tracePt t="254956" x="4670425" y="5030788"/>
          <p14:tracePt t="254966" x="4654550" y="5037138"/>
          <p14:tracePt t="254976" x="4643438" y="5041900"/>
          <p14:tracePt t="254986" x="4608513" y="5059363"/>
          <p14:tracePt t="254996" x="4575175" y="5070475"/>
          <p14:tracePt t="255006" x="4541838" y="5081588"/>
          <p14:tracePt t="255016" x="4513263" y="5092700"/>
          <p14:tracePt t="255026" x="4491038" y="5099050"/>
          <p14:tracePt t="255036" x="4468813" y="5103813"/>
          <p14:tracePt t="255046" x="4457700" y="5110163"/>
          <p14:tracePt t="255056" x="4446588" y="5110163"/>
          <p14:tracePt t="255066" x="4446588" y="5114925"/>
          <p14:tracePt t="255076" x="4440238" y="5114925"/>
          <p14:tracePt t="255086" x="4440238" y="5121275"/>
          <p14:tracePt t="255103" x="4435475" y="5121275"/>
          <p14:tracePt t="255111" x="4435475" y="5126038"/>
          <p14:tracePt t="255131" x="4435475" y="5132388"/>
          <p14:tracePt t="255137" x="4429125" y="5132388"/>
          <p14:tracePt t="255146" x="4429125" y="5137150"/>
          <p14:tracePt t="255149" x="4424363" y="5137150"/>
          <p14:tracePt t="255156" x="4424363" y="5143500"/>
          <p14:tracePt t="255166" x="4424363" y="5149850"/>
          <p14:tracePt t="255176" x="4424363" y="5154613"/>
          <p14:tracePt t="255186" x="4418013" y="5160963"/>
          <p14:tracePt t="255196" x="4418013" y="5165725"/>
          <p14:tracePt t="255206" x="4418013" y="5176838"/>
          <p14:tracePt t="255216" x="4413250" y="5194300"/>
          <p14:tracePt t="255226" x="4413250" y="5210175"/>
          <p14:tracePt t="255236" x="4406900" y="5222875"/>
          <p14:tracePt t="255246" x="4406900" y="5233988"/>
          <p14:tracePt t="255256" x="4400550" y="5245100"/>
          <p14:tracePt t="255266" x="4400550" y="5260975"/>
          <p14:tracePt t="255276" x="4400550" y="5278438"/>
          <p14:tracePt t="255286" x="4400550" y="5289550"/>
          <p14:tracePt t="255296" x="4400550" y="5307013"/>
          <p14:tracePt t="255306" x="4400550" y="5322888"/>
          <p14:tracePt t="255316" x="4400550" y="5334000"/>
          <p14:tracePt t="255326" x="4400550" y="5340350"/>
          <p14:tracePt t="255336" x="4400550" y="5345113"/>
          <p14:tracePt t="255371" x="4400550" y="5351463"/>
          <p14:tracePt t="268707" x="4395788" y="5351463"/>
          <p14:tracePt t="268711" x="4389438" y="5351463"/>
          <p14:tracePt t="268716" x="4378325" y="5351463"/>
          <p14:tracePt t="268726" x="4356100" y="5345113"/>
          <p14:tracePt t="268736" x="4327525" y="5345113"/>
          <p14:tracePt t="268746" x="4311650" y="5345113"/>
          <p14:tracePt t="268756" x="4305300" y="5345113"/>
          <p14:tracePt t="268852" x="4305300" y="5340350"/>
          <p14:tracePt t="268857" x="4305300" y="5334000"/>
          <p14:tracePt t="268861" x="4300538" y="5334000"/>
          <p14:tracePt t="268866" x="4300538" y="5329238"/>
          <p14:tracePt t="268876" x="4289425" y="5318125"/>
          <p14:tracePt t="268886" x="4278313" y="5311775"/>
          <p14:tracePt t="268896" x="4260850" y="5311775"/>
          <p14:tracePt t="268906" x="4249738" y="5311775"/>
          <p14:tracePt t="268916" x="4238625" y="5322888"/>
          <p14:tracePt t="268926" x="4221163" y="5340350"/>
          <p14:tracePt t="268936" x="4192588" y="5373688"/>
          <p14:tracePt t="268946" x="4176713" y="5407025"/>
          <p14:tracePt t="268956" x="4165600" y="5441950"/>
          <p14:tracePt t="268966" x="4154488" y="5468938"/>
          <p14:tracePt t="268976" x="4148138" y="5492750"/>
          <p14:tracePt t="268986" x="4143375" y="5514975"/>
          <p14:tracePt t="268996" x="4130675" y="5537200"/>
          <p14:tracePt t="269006" x="4125913" y="5559425"/>
          <p14:tracePt t="269016" x="4119563" y="5576888"/>
          <p14:tracePt t="269026" x="4114800" y="5581650"/>
          <p14:tracePt t="269036" x="4108450" y="5592763"/>
          <p14:tracePt t="269055" x="4103688" y="5592763"/>
          <p14:tracePt t="269057" x="4103688" y="5599113"/>
          <p14:tracePt t="269119" x="4097338" y="5599113"/>
          <p14:tracePt t="269195" x="4092575" y="5599113"/>
          <p14:tracePt t="269201" x="4092575" y="5592763"/>
          <p14:tracePt t="269206" x="4086225" y="5592763"/>
          <p14:tracePt t="269216" x="4086225" y="5588000"/>
          <p14:tracePt t="269226" x="4081463" y="5588000"/>
          <p14:tracePt t="269236" x="4075113" y="5588000"/>
          <p14:tracePt t="269286" x="4070350" y="5588000"/>
          <p14:tracePt t="269289" x="4070350" y="5581650"/>
          <p14:tracePt t="269297" x="4064000" y="5581650"/>
          <p14:tracePt t="269306" x="4052888" y="5581650"/>
          <p14:tracePt t="269316" x="4041775" y="5576888"/>
          <p14:tracePt t="269326" x="4035425" y="5576888"/>
          <p14:tracePt t="269336" x="4030663" y="5576888"/>
          <p14:tracePt t="269346" x="4030663" y="5570538"/>
          <p14:tracePt t="269363" x="4024313" y="5570538"/>
          <p14:tracePt t="269387" x="4024313" y="5565775"/>
          <p14:tracePt t="291242" x="4019550" y="5559425"/>
          <p14:tracePt t="291245" x="4013200" y="5548313"/>
          <p14:tracePt t="291247" x="4008438" y="5548313"/>
          <p14:tracePt t="291256" x="3997325" y="5526088"/>
          <p14:tracePt t="291266" x="3979863" y="5503863"/>
          <p14:tracePt t="291276" x="3973513" y="5497513"/>
          <p14:tracePt t="291286" x="3968750" y="5492750"/>
          <p14:tracePt t="291296" x="3962400" y="5492750"/>
          <p14:tracePt t="291306" x="3962400" y="5486400"/>
          <p14:tracePt t="291345" x="3962400" y="5480050"/>
          <p14:tracePt t="291349" x="3973513" y="5480050"/>
          <p14:tracePt t="291356" x="3997325" y="5480050"/>
          <p14:tracePt t="291366" x="4075113" y="5486400"/>
          <p14:tracePt t="291376" x="4154488" y="5497513"/>
          <p14:tracePt t="291386" x="4238625" y="5508625"/>
          <p14:tracePt t="291396" x="4351338" y="5508625"/>
          <p14:tracePt t="291406" x="4541838" y="5508625"/>
          <p14:tracePt t="291416" x="4811713" y="5508625"/>
          <p14:tracePt t="291426" x="5172075" y="5503863"/>
          <p14:tracePt t="291436" x="5610225" y="5503863"/>
          <p14:tracePt t="291446" x="6194425" y="5526088"/>
          <p14:tracePt t="291456" x="6807200" y="5553075"/>
          <p14:tracePt t="291466" x="7424738" y="5559425"/>
          <p14:tracePt t="291476" x="8026400" y="5565775"/>
          <p14:tracePt t="291486" x="8543925" y="5565775"/>
          <p14:tracePt t="291496" x="9015413" y="5559425"/>
          <p14:tracePt t="291506" x="9398000" y="5553075"/>
          <p14:tracePt t="291516" x="9690100" y="5541963"/>
          <p14:tracePt t="291526" x="9893300" y="5541963"/>
          <p14:tracePt t="291536" x="9999663" y="5537200"/>
          <p14:tracePt t="291546" x="10044113" y="5537200"/>
          <p14:tracePt t="291557" x="10050463" y="5537200"/>
          <p14:tracePt t="291599" x="10050463" y="5530850"/>
          <p14:tracePt t="291607" x="10044113" y="5519738"/>
          <p14:tracePt t="291609" x="10039350" y="5519738"/>
          <p14:tracePt t="291616" x="10021888" y="5497513"/>
          <p14:tracePt t="291626" x="9982200" y="5464175"/>
          <p14:tracePt t="291636" x="9932988" y="5424488"/>
          <p14:tracePt t="291646" x="9847263" y="5380038"/>
          <p14:tracePt t="291656" x="9758363" y="5357813"/>
          <p14:tracePt t="291666" x="9594850" y="5311775"/>
          <p14:tracePt t="291676" x="9353550" y="5238750"/>
          <p14:tracePt t="291686" x="9088438" y="5176838"/>
          <p14:tracePt t="291696" x="8824913" y="5110163"/>
          <p14:tracePt t="291706" x="8561388" y="5053013"/>
          <p14:tracePt t="291716" x="8307388" y="5026025"/>
          <p14:tracePt t="291726" x="8054975" y="5014913"/>
          <p14:tracePt t="291736" x="7791450" y="5014913"/>
          <p14:tracePt t="291746" x="7510463" y="5014913"/>
          <p14:tracePt t="291756" x="7205663" y="5030788"/>
          <p14:tracePt t="291766" x="6924675" y="5064125"/>
          <p14:tracePt t="291776" x="6694488" y="5103813"/>
          <p14:tracePt t="291786" x="6508750" y="5137150"/>
          <p14:tracePt t="291796" x="6384925" y="5160963"/>
          <p14:tracePt t="291806" x="6323013" y="5172075"/>
          <p14:tracePt t="291816" x="6284913" y="5183188"/>
          <p14:tracePt t="291826" x="6256338" y="5183188"/>
          <p14:tracePt t="291836" x="6223000" y="5183188"/>
          <p14:tracePt t="291846" x="6172200" y="5183188"/>
          <p14:tracePt t="291856" x="6070600" y="5183188"/>
          <p14:tracePt t="291866" x="5942013" y="5187950"/>
          <p14:tracePt t="291876" x="5761038" y="5187950"/>
          <p14:tracePt t="291886" x="5575300" y="5187950"/>
          <p14:tracePt t="291896" x="5429250" y="5187950"/>
          <p14:tracePt t="291906" x="5340350" y="5187950"/>
          <p14:tracePt t="291916" x="5300663" y="5187950"/>
          <p14:tracePt t="291926" x="5294313" y="5187950"/>
          <p14:tracePt t="291936" x="5289550" y="5187950"/>
          <p14:tracePt t="291977" x="5283200" y="5187950"/>
          <p14:tracePt t="292011" x="5289550" y="5194300"/>
          <p14:tracePt t="292015" x="5300663" y="5199063"/>
          <p14:tracePt t="292017" x="5307013" y="5199063"/>
          <p14:tracePt t="292026" x="5334000" y="5210175"/>
          <p14:tracePt t="292036" x="5424488" y="5245100"/>
          <p14:tracePt t="292046" x="5581650" y="5295900"/>
          <p14:tracePt t="292056" x="5800725" y="5357813"/>
          <p14:tracePt t="292066" x="6037263" y="5402263"/>
          <p14:tracePt t="292076" x="6267450" y="5441950"/>
          <p14:tracePt t="292086" x="6486525" y="5464175"/>
          <p14:tracePt t="292096" x="6689725" y="5475288"/>
          <p14:tracePt t="292106" x="6869113" y="5475288"/>
          <p14:tracePt t="292116" x="7032625" y="5475288"/>
          <p14:tracePt t="292126" x="7161213" y="5480050"/>
          <p14:tracePt t="292136" x="7234238" y="5480050"/>
          <p14:tracePt t="292146" x="7278688" y="5480050"/>
          <p14:tracePt t="292156" x="7302500" y="5480050"/>
          <p14:tracePt t="292166" x="7324725" y="5480050"/>
          <p14:tracePt t="292176" x="7346950" y="5480050"/>
          <p14:tracePt t="292186" x="7386638" y="5480050"/>
          <p14:tracePt t="292196" x="7442200" y="5480050"/>
          <p14:tracePt t="292206" x="7526338" y="5468938"/>
          <p14:tracePt t="292216" x="7605713" y="5457825"/>
          <p14:tracePt t="292226" x="7683500" y="5453063"/>
          <p14:tracePt t="292236" x="7740650" y="5446713"/>
          <p14:tracePt t="292246" x="7762875" y="5441950"/>
          <p14:tracePt t="292256" x="7767638" y="5441950"/>
          <p14:tracePt t="292292" x="7767638" y="5435600"/>
          <p14:tracePt t="292301" x="7767638" y="5430838"/>
          <p14:tracePt t="292303" x="7762875" y="5424488"/>
          <p14:tracePt t="292306" x="7751763" y="5424488"/>
          <p14:tracePt t="292316" x="7712075" y="5407025"/>
          <p14:tracePt t="292326" x="7616825" y="5380038"/>
          <p14:tracePt t="292336" x="7486650" y="5351463"/>
          <p14:tracePt t="292346" x="7296150" y="5318125"/>
          <p14:tracePt t="292356" x="7099300" y="5300663"/>
          <p14:tracePt t="292366" x="6891338" y="5289550"/>
          <p14:tracePt t="292376" x="6705600" y="5289550"/>
          <p14:tracePt t="292386" x="6530975" y="5289550"/>
          <p14:tracePt t="292396" x="6369050" y="5295900"/>
          <p14:tracePt t="292406" x="6238875" y="5300663"/>
          <p14:tracePt t="292416" x="6143625" y="5300663"/>
          <p14:tracePt t="292426" x="6070600" y="5300663"/>
          <p14:tracePt t="292436" x="6008688" y="5300663"/>
          <p14:tracePt t="292446" x="5964238" y="5300663"/>
          <p14:tracePt t="292456" x="5930900" y="5300663"/>
          <p14:tracePt t="292466" x="5902325" y="5300663"/>
          <p14:tracePt t="292476" x="5880100" y="5300663"/>
          <p14:tracePt t="292486" x="5857875" y="5300663"/>
          <p14:tracePt t="292496" x="5851525" y="5300663"/>
          <p14:tracePt t="292506" x="5834063" y="5300663"/>
          <p14:tracePt t="292516" x="5822950" y="5307013"/>
          <p14:tracePt t="292526" x="5807075" y="5307013"/>
          <p14:tracePt t="292536" x="5795963" y="5318125"/>
          <p14:tracePt t="292546" x="5778500" y="5322888"/>
          <p14:tracePt t="292556" x="5761038" y="5340350"/>
          <p14:tracePt t="292566" x="5745163" y="5351463"/>
          <p14:tracePt t="292576" x="5738813" y="5368925"/>
          <p14:tracePt t="292586" x="5734050" y="5373688"/>
          <p14:tracePt t="292597" x="5734050" y="5380038"/>
          <p14:tracePt t="292609" x="5734050" y="5384800"/>
          <p14:tracePt t="292616" x="5738813" y="5391150"/>
          <p14:tracePt t="292626" x="5778500" y="5402263"/>
          <p14:tracePt t="292636" x="5829300" y="5413375"/>
          <p14:tracePt t="292646" x="5895975" y="5430838"/>
          <p14:tracePt t="292656" x="5986463" y="5453063"/>
          <p14:tracePt t="292666" x="6053138" y="5464175"/>
          <p14:tracePt t="292676" x="6138863" y="5475288"/>
          <p14:tracePt t="292686" x="6245225" y="5486400"/>
          <p14:tracePt t="292696" x="6384925" y="5492750"/>
          <p14:tracePt t="292706" x="6542088" y="5492750"/>
          <p14:tracePt t="292716" x="6705600" y="5492750"/>
          <p14:tracePt t="292726" x="6851650" y="5480050"/>
          <p14:tracePt t="292736" x="6970713" y="5464175"/>
          <p14:tracePt t="292746" x="7077075" y="5453063"/>
          <p14:tracePt t="292756" x="7167563" y="5435600"/>
          <p14:tracePt t="292766" x="7251700" y="5424488"/>
          <p14:tracePt t="292776" x="7313613" y="5419725"/>
          <p14:tracePt t="292786" x="7362825" y="5413375"/>
          <p14:tracePt t="292796" x="7413625" y="5413375"/>
          <p14:tracePt t="292806" x="7464425" y="5413375"/>
          <p14:tracePt t="292816" x="7537450" y="5413375"/>
          <p14:tracePt t="292826" x="7621588" y="5419725"/>
          <p14:tracePt t="292836" x="7723188" y="5419725"/>
          <p14:tracePt t="292846" x="7824788" y="5419725"/>
          <p14:tracePt t="292856" x="7931150" y="5419725"/>
          <p14:tracePt t="292866" x="8015288" y="5419725"/>
          <p14:tracePt t="292877" x="8066088" y="5407025"/>
          <p14:tracePt t="292886" x="8083550" y="5402263"/>
          <p14:tracePt t="292899" x="8088313" y="5402263"/>
          <p14:tracePt t="292919" x="8088313" y="5395913"/>
          <p14:tracePt t="292937" x="8088313" y="5391150"/>
          <p14:tracePt t="292941" x="8088313" y="5384800"/>
          <p14:tracePt t="292947" x="8088313" y="5380038"/>
          <p14:tracePt t="292956" x="8066088" y="5351463"/>
          <p14:tracePt t="292966" x="8026400" y="5300663"/>
          <p14:tracePt t="292976" x="7953375" y="5238750"/>
          <p14:tracePt t="292986" x="7853363" y="5165725"/>
          <p14:tracePt t="292996" x="7723188" y="5087938"/>
          <p14:tracePt t="293006" x="7559675" y="5014913"/>
          <p14:tracePt t="293016" x="7391400" y="4953000"/>
          <p14:tracePt t="293026" x="7227888" y="4895850"/>
          <p14:tracePt t="293036" x="7065963" y="4862513"/>
          <p14:tracePt t="293046" x="6891338" y="4833938"/>
          <p14:tracePt t="293056" x="6711950" y="4806950"/>
          <p14:tracePt t="293066" x="6537325" y="4794250"/>
          <p14:tracePt t="293076" x="6373813" y="4789488"/>
          <p14:tracePt t="293086" x="6216650" y="4789488"/>
          <p14:tracePt t="293096" x="6070600" y="4794250"/>
          <p14:tracePt t="293106" x="5913438" y="4811713"/>
          <p14:tracePt t="293116" x="5772150" y="4833938"/>
          <p14:tracePt t="293126" x="5637213" y="4873625"/>
          <p14:tracePt t="293136" x="5526088" y="4913313"/>
          <p14:tracePt t="293146" x="5435600" y="4957763"/>
          <p14:tracePt t="293156" x="5362575" y="5002213"/>
          <p14:tracePt t="293166" x="5300663" y="5048250"/>
          <p14:tracePt t="293176" x="5249863" y="5092700"/>
          <p14:tracePt t="293186" x="5210175" y="5137150"/>
          <p14:tracePt t="293196" x="5194300" y="5183188"/>
          <p14:tracePt t="293206" x="5187950" y="5233988"/>
          <p14:tracePt t="293216" x="5187950" y="5284788"/>
          <p14:tracePt t="293226" x="5216525" y="5334000"/>
          <p14:tracePt t="293236" x="5260975" y="5391150"/>
          <p14:tracePt t="293246" x="5329238" y="5446713"/>
          <p14:tracePt t="293256" x="5440363" y="5508625"/>
          <p14:tracePt t="293266" x="5570538" y="5570538"/>
          <p14:tracePt t="293276" x="5716588" y="5621338"/>
          <p14:tracePt t="293286" x="5873750" y="5665788"/>
          <p14:tracePt t="293296" x="6030913" y="5705475"/>
          <p14:tracePt t="293306" x="6176963" y="5727700"/>
          <p14:tracePt t="293316" x="6307138" y="5745163"/>
          <p14:tracePt t="293326" x="6402388" y="5749925"/>
          <p14:tracePt t="293336" x="6486525" y="5749925"/>
          <p14:tracePt t="293346" x="6565900" y="5745163"/>
          <p14:tracePt t="293356" x="6643688" y="5727700"/>
          <p14:tracePt t="293366" x="6727825" y="5705475"/>
          <p14:tracePt t="293376" x="6807200" y="5672138"/>
          <p14:tracePt t="293386" x="6869113" y="5632450"/>
          <p14:tracePt t="293396" x="6931025" y="5599113"/>
          <p14:tracePt t="293406" x="6986588" y="5559425"/>
          <p14:tracePt t="293416" x="7037388" y="5530850"/>
          <p14:tracePt t="293426" x="7092950" y="5508625"/>
          <p14:tracePt t="293436" x="7127875" y="5492750"/>
          <p14:tracePt t="293446" x="7154863" y="5486400"/>
          <p14:tracePt t="293456" x="7167563" y="5480050"/>
          <p14:tracePt t="293466" x="7172325" y="5475288"/>
          <p14:tracePt t="293476" x="7172325" y="5468938"/>
          <p14:tracePt t="293486" x="7178675" y="5468938"/>
          <p14:tracePt t="293496" x="7178675" y="5464175"/>
          <p14:tracePt t="293506" x="7183438" y="5446713"/>
          <p14:tracePt t="293516" x="7189788" y="5430838"/>
          <p14:tracePt t="293526" x="7194550" y="5413375"/>
          <p14:tracePt t="293536" x="7194550" y="5384800"/>
          <p14:tracePt t="293546" x="7194550" y="5362575"/>
          <p14:tracePt t="293556" x="7194550" y="5318125"/>
          <p14:tracePt t="293566" x="7194550" y="5284788"/>
          <p14:tracePt t="293576" x="7183438" y="5245100"/>
          <p14:tracePt t="293586" x="7178675" y="5216525"/>
          <p14:tracePt t="293596" x="7167563" y="5194300"/>
          <p14:tracePt t="293606" x="7154863" y="5172075"/>
          <p14:tracePt t="293616" x="7143750" y="5154613"/>
          <p14:tracePt t="293626" x="7132638" y="5137150"/>
          <p14:tracePt t="293636" x="7116763" y="5126038"/>
          <p14:tracePt t="293646" x="7092950" y="5114925"/>
          <p14:tracePt t="293656" x="7077075" y="5103813"/>
          <p14:tracePt t="293666" x="7054850" y="5099050"/>
          <p14:tracePt t="293676" x="7037388" y="5099050"/>
          <p14:tracePt t="293686" x="7032625" y="5099050"/>
          <p14:tracePt t="293710" x="7026275" y="5099050"/>
          <p14:tracePt t="293741" x="7019925" y="5099050"/>
          <p14:tracePt t="296158" x="7026275" y="5099050"/>
          <p14:tracePt t="296161" x="7032625" y="5103813"/>
          <p14:tracePt t="296166" x="7037388" y="5114925"/>
          <p14:tracePt t="296176" x="7054850" y="5137150"/>
          <p14:tracePt t="296186" x="7070725" y="5172075"/>
          <p14:tracePt t="296196" x="7099300" y="5210175"/>
          <p14:tracePt t="296206" x="7138988" y="5249863"/>
          <p14:tracePt t="296216" x="7178675" y="5295900"/>
          <p14:tracePt t="296226" x="7240588" y="5334000"/>
          <p14:tracePt t="296236" x="7296150" y="5368925"/>
          <p14:tracePt t="296246" x="7346950" y="5391150"/>
          <p14:tracePt t="296256" x="7391400" y="5402263"/>
          <p14:tracePt t="296266" x="7424738" y="5402263"/>
          <p14:tracePt t="296276" x="7453313" y="5402263"/>
          <p14:tracePt t="296286" x="7486650" y="5402263"/>
          <p14:tracePt t="296296" x="7526338" y="5402263"/>
          <p14:tracePt t="296306" x="7559675" y="5402263"/>
          <p14:tracePt t="296316" x="7588250" y="5395913"/>
          <p14:tracePt t="296326" x="7605713" y="5395913"/>
          <p14:tracePt t="296337" x="7610475" y="5395913"/>
          <p14:tracePt t="296375" x="7610475" y="5391150"/>
          <p14:tracePt t="296461" x="7616825" y="5391150"/>
          <p14:tracePt t="296477" x="7621588" y="5391150"/>
          <p14:tracePt t="296481" x="7627938" y="5391150"/>
          <p14:tracePt t="296486" x="7632700" y="5391150"/>
          <p14:tracePt t="296496" x="7661275" y="5402263"/>
          <p14:tracePt t="296506" x="7694613" y="5419725"/>
          <p14:tracePt t="296516" x="7745413" y="5435600"/>
          <p14:tracePt t="296526" x="7785100" y="5453063"/>
          <p14:tracePt t="296536" x="7818438" y="5464175"/>
          <p14:tracePt t="296546" x="7829550" y="5464175"/>
          <p14:tracePt t="296556" x="7835900" y="5464175"/>
          <p14:tracePt t="296575" x="7840663" y="5464175"/>
          <p14:tracePt t="296581" x="7847013" y="5464175"/>
          <p14:tracePt t="296589" x="7853363" y="5464175"/>
          <p14:tracePt t="296596" x="7858125" y="5464175"/>
          <p14:tracePt t="296606" x="7886700" y="5464175"/>
          <p14:tracePt t="296616" x="7920038" y="5457825"/>
          <p14:tracePt t="296626" x="7964488" y="5446713"/>
          <p14:tracePt t="296636" x="8004175" y="5430838"/>
          <p14:tracePt t="296646" x="8037513" y="5419725"/>
          <p14:tracePt t="296656" x="8072438" y="5407025"/>
          <p14:tracePt t="296666" x="8110538" y="5395913"/>
          <p14:tracePt t="296676" x="8167688" y="5391150"/>
          <p14:tracePt t="296686" x="8269288" y="5380038"/>
          <p14:tracePt t="296696" x="8375650" y="5380038"/>
          <p14:tracePt t="296706" x="8504238" y="5380038"/>
          <p14:tracePt t="296716" x="8639175" y="5380038"/>
          <p14:tracePt t="296726" x="8763000" y="5380038"/>
          <p14:tracePt t="296736" x="8869363" y="5384800"/>
          <p14:tracePt t="296746" x="8953500" y="5395913"/>
          <p14:tracePt t="296756" x="9010650" y="5395913"/>
          <p14:tracePt t="296766" x="9039225" y="5402263"/>
          <p14:tracePt t="296776" x="9061450" y="5402263"/>
          <p14:tracePt t="296786" x="9077325" y="5402263"/>
          <p14:tracePt t="296796" x="9083675" y="5402263"/>
          <p14:tracePt t="296806" x="9094788" y="5402263"/>
          <p14:tracePt t="296816" x="9105900" y="5402263"/>
          <p14:tracePt t="296826" x="9117013" y="5402263"/>
          <p14:tracePt t="296836" x="9128125" y="5402263"/>
          <p14:tracePt t="296846" x="9139238" y="5402263"/>
          <p14:tracePt t="296857" x="9145588" y="5402263"/>
          <p14:tracePt t="296873" x="9150350" y="5402263"/>
          <p14:tracePt t="296883" x="9156700" y="5402263"/>
          <p14:tracePt t="296886" x="9163050" y="5402263"/>
          <p14:tracePt t="296896" x="9174163" y="5402263"/>
          <p14:tracePt t="296906" x="9212263" y="5402263"/>
          <p14:tracePt t="296916" x="9251950" y="5402263"/>
          <p14:tracePt t="296926" x="9296400" y="5402263"/>
          <p14:tracePt t="296936" x="9342438" y="5402263"/>
          <p14:tracePt t="296946" x="9382125" y="5402263"/>
          <p14:tracePt t="296956" x="9404350" y="5402263"/>
          <p14:tracePt t="296966" x="9420225" y="5402263"/>
          <p14:tracePt t="296976" x="9448800" y="5402263"/>
          <p14:tracePt t="296986" x="9477375" y="5402263"/>
          <p14:tracePt t="296996" x="9521825" y="5402263"/>
          <p14:tracePt t="297006" x="9583738" y="5402263"/>
          <p14:tracePt t="297016" x="9645650" y="5402263"/>
          <p14:tracePt t="297026" x="9701213" y="5402263"/>
          <p14:tracePt t="297036" x="9752013" y="5402263"/>
          <p14:tracePt t="297046" x="9798050" y="5402263"/>
          <p14:tracePt t="297056" x="9842500" y="5402263"/>
          <p14:tracePt t="297066" x="9886950" y="5402263"/>
          <p14:tracePt t="297076" x="9937750" y="5402263"/>
          <p14:tracePt t="297086" x="9977438" y="5407025"/>
          <p14:tracePt t="297096" x="10017125" y="5407025"/>
          <p14:tracePt t="297106" x="10050463" y="5407025"/>
          <p14:tracePt t="297116" x="10072688" y="5407025"/>
          <p14:tracePt t="297126" x="10090150" y="5407025"/>
          <p14:tracePt t="297136" x="10106025" y="5407025"/>
          <p14:tracePt t="297146" x="10123488" y="5407025"/>
          <p14:tracePt t="297156" x="10134600" y="5413375"/>
          <p14:tracePt t="297166" x="10145713" y="5413375"/>
          <p14:tracePt t="297176" x="10152063" y="5413375"/>
          <p14:tracePt t="297186" x="10167938" y="5413375"/>
          <p14:tracePt t="297196" x="10185400" y="5413375"/>
          <p14:tracePt t="297206" x="10225088" y="5424488"/>
          <p14:tracePt t="297216" x="10247313" y="5424488"/>
          <p14:tracePt t="297226" x="10275888" y="5424488"/>
          <p14:tracePt t="297236" x="10302875" y="5424488"/>
          <p14:tracePt t="297246" x="10309225" y="5424488"/>
          <p14:tracePt t="297256" x="10320338" y="5424488"/>
          <p14:tracePt t="297266" x="10325100" y="5424488"/>
          <p14:tracePt t="297279" x="10331450" y="5424488"/>
          <p14:tracePt t="297286" x="10337800" y="5424488"/>
          <p14:tracePt t="297296" x="10360025" y="5424488"/>
          <p14:tracePt t="297306" x="10404475" y="5430838"/>
          <p14:tracePt t="297316" x="10510838" y="5435600"/>
          <p14:tracePt t="297326" x="10618788" y="5441950"/>
          <p14:tracePt t="297336" x="10741025" y="5441950"/>
          <p14:tracePt t="297346" x="10848975" y="5441950"/>
          <p14:tracePt t="297356" x="10922000" y="5441950"/>
          <p14:tracePt t="297366" x="10955338" y="5441950"/>
          <p14:tracePt t="297376" x="10972800" y="5441950"/>
          <p14:tracePt t="297391" x="10977563" y="5441950"/>
          <p14:tracePt t="297530" x="10977563" y="5435600"/>
          <p14:tracePt t="299444" x="10977563" y="5430838"/>
          <p14:tracePt t="299465" x="10977563" y="5424488"/>
          <p14:tracePt t="299491" x="10977563" y="5419725"/>
          <p14:tracePt t="299754" x="10977563" y="5413375"/>
          <p14:tracePt t="299757" x="10983913" y="5413375"/>
          <p14:tracePt t="299766" x="10983913" y="5402263"/>
          <p14:tracePt t="299776" x="10995025" y="5384800"/>
          <p14:tracePt t="299786" x="11006138" y="5368925"/>
          <p14:tracePt t="299796" x="11010900" y="5357813"/>
          <p14:tracePt t="299806" x="11017250" y="5357813"/>
          <p14:tracePt t="299828" x="11023600" y="5357813"/>
          <p14:tracePt t="299831" x="11023600" y="5351463"/>
          <p14:tracePt t="299861" x="11023600" y="5345113"/>
          <p14:tracePt t="299921" x="11023600" y="5340350"/>
          <p14:tracePt t="299925" x="11017250" y="5334000"/>
          <p14:tracePt t="299927" x="11017250" y="5329238"/>
          <p14:tracePt t="299936" x="10999788" y="5311775"/>
          <p14:tracePt t="299946" x="10937875" y="5260975"/>
          <p14:tracePt t="299956" x="10875963" y="5222875"/>
          <p14:tracePt t="299966" x="10798175" y="5176838"/>
          <p14:tracePt t="299976" x="10691813" y="5121275"/>
          <p14:tracePt t="299986" x="10561638" y="5053013"/>
          <p14:tracePt t="299996" x="10426700" y="4979988"/>
          <p14:tracePt t="300006" x="10269538" y="4913313"/>
          <p14:tracePt t="300016" x="10123488" y="4856163"/>
          <p14:tracePt t="300026" x="9999663" y="4811713"/>
          <p14:tracePt t="300036" x="9893300" y="4778375"/>
          <p14:tracePt t="300046" x="9802813" y="4756150"/>
          <p14:tracePt t="300056" x="9736138" y="4745038"/>
          <p14:tracePt t="300066" x="9667875" y="4727575"/>
          <p14:tracePt t="300076" x="9605963" y="4727575"/>
          <p14:tracePt t="300086" x="9539288" y="4721225"/>
          <p14:tracePt t="300096" x="9466263" y="4721225"/>
          <p14:tracePt t="300106" x="9393238" y="4721225"/>
          <p14:tracePt t="300116" x="9331325" y="4738688"/>
          <p14:tracePt t="300126" x="9251950" y="4772025"/>
          <p14:tracePt t="300136" x="9156700" y="4811713"/>
          <p14:tracePt t="300146" x="9039225" y="4862513"/>
          <p14:tracePt t="300156" x="8880475" y="4918075"/>
          <p14:tracePt t="300166" x="8718550" y="4975225"/>
          <p14:tracePt t="300176" x="8543925" y="5037138"/>
          <p14:tracePt t="300186" x="8380413" y="5092700"/>
          <p14:tracePt t="300196" x="8240713" y="5160963"/>
          <p14:tracePt t="300206" x="8121650" y="5216525"/>
          <p14:tracePt t="300216" x="8048625" y="5260975"/>
          <p14:tracePt t="300226" x="8004175" y="5300663"/>
          <p14:tracePt t="300236" x="7981950" y="5318125"/>
          <p14:tracePt t="300246" x="7970838" y="5334000"/>
          <p14:tracePt t="300256" x="7964488" y="5334000"/>
          <p14:tracePt t="300267" x="7964488" y="5340350"/>
          <p14:tracePt t="301180" x="7964488" y="5345113"/>
          <p14:tracePt t="301185" x="7964488" y="5351463"/>
          <p14:tracePt t="301187" x="7964488" y="5357813"/>
          <p14:tracePt t="301196" x="7964488" y="5373688"/>
          <p14:tracePt t="301206" x="7953375" y="5413375"/>
          <p14:tracePt t="301216" x="7942263" y="5446713"/>
          <p14:tracePt t="301226" x="7931150" y="5468938"/>
          <p14:tracePt t="301236" x="7931150" y="5486400"/>
          <p14:tracePt t="301246" x="7931150" y="5497513"/>
          <p14:tracePt t="301256" x="7931150" y="5508625"/>
          <p14:tracePt t="301266" x="7942263" y="5519738"/>
          <p14:tracePt t="301276" x="7948613" y="5530850"/>
          <p14:tracePt t="301286" x="7953375" y="5537200"/>
          <p14:tracePt t="301296" x="7959725" y="5541963"/>
          <p14:tracePt t="301306" x="7970838" y="5548313"/>
          <p14:tracePt t="301316" x="7986713" y="5559425"/>
          <p14:tracePt t="301326" x="8021638" y="5576888"/>
          <p14:tracePt t="301336" x="8072438" y="5592763"/>
          <p14:tracePt t="301346" x="8145463" y="5610225"/>
          <p14:tracePt t="301356" x="8201025" y="5614988"/>
          <p14:tracePt t="301366" x="8245475" y="5614988"/>
          <p14:tracePt t="301376" x="8274050" y="5614988"/>
          <p14:tracePt t="301386" x="8302625" y="5614988"/>
          <p14:tracePt t="301396" x="8324850" y="5614988"/>
          <p14:tracePt t="301406" x="8335963" y="5614988"/>
          <p14:tracePt t="301416" x="8342313" y="5614988"/>
          <p14:tracePt t="301426" x="8342313" y="5610225"/>
          <p14:tracePt t="301449" x="8347075" y="5610225"/>
          <p14:tracePt t="304300" x="8347075" y="5603875"/>
          <p14:tracePt t="304301" x="8342313" y="5603875"/>
          <p14:tracePt t="304306" x="8335963" y="5599113"/>
          <p14:tracePt t="304316" x="8296275" y="5565775"/>
          <p14:tracePt t="304326" x="8234363" y="5508625"/>
          <p14:tracePt t="304336" x="8156575" y="5453063"/>
          <p14:tracePt t="304346" x="8077200" y="5407025"/>
          <p14:tracePt t="304356" x="7975600" y="5357813"/>
          <p14:tracePt t="304366" x="7869238" y="5307013"/>
          <p14:tracePt t="304376" x="7756525" y="5267325"/>
          <p14:tracePt t="304386" x="7610475" y="5216525"/>
          <p14:tracePt t="304396" x="7448550" y="5176838"/>
          <p14:tracePt t="304406" x="7296150" y="5160963"/>
          <p14:tracePt t="304416" x="7154863" y="5154613"/>
          <p14:tracePt t="304426" x="7032625" y="5154613"/>
          <p14:tracePt t="304436" x="6924675" y="5154613"/>
          <p14:tracePt t="304446" x="6818313" y="5154613"/>
          <p14:tracePt t="304456" x="6727825" y="5165725"/>
          <p14:tracePt t="304466" x="6643688" y="5172075"/>
          <p14:tracePt t="304476" x="6559550" y="5176838"/>
          <p14:tracePt t="304486" x="6481763" y="5194300"/>
          <p14:tracePt t="304496" x="6396038" y="5205413"/>
          <p14:tracePt t="304506" x="6307138" y="5216525"/>
          <p14:tracePt t="304516" x="6216650" y="5233988"/>
          <p14:tracePt t="304526" x="6126163" y="5245100"/>
          <p14:tracePt t="304536" x="6030913" y="5256213"/>
          <p14:tracePt t="304546" x="5946775" y="5272088"/>
          <p14:tracePt t="304556" x="5868988" y="5289550"/>
          <p14:tracePt t="304566" x="5795963" y="5300663"/>
          <p14:tracePt t="304576" x="5722938" y="5307013"/>
          <p14:tracePt t="304586" x="5665788" y="5318125"/>
          <p14:tracePt t="304596" x="5599113" y="5334000"/>
          <p14:tracePt t="304606" x="5537200" y="5351463"/>
          <p14:tracePt t="304616" x="5475288" y="5368925"/>
          <p14:tracePt t="304626" x="5413375" y="5395913"/>
          <p14:tracePt t="304636" x="5351463" y="5419725"/>
          <p14:tracePt t="304646" x="5283200" y="5446713"/>
          <p14:tracePt t="304656" x="5216525" y="5480050"/>
          <p14:tracePt t="304666" x="5154613" y="5508625"/>
          <p14:tracePt t="304676" x="5103813" y="5530850"/>
          <p14:tracePt t="304686" x="5081588" y="5541963"/>
          <p14:tracePt t="304696" x="5064125" y="5553075"/>
          <p14:tracePt t="304706" x="5059363" y="5553075"/>
          <p14:tracePt t="304716" x="5059363" y="5559425"/>
          <p14:tracePt t="304726" x="5053013" y="5559425"/>
          <p14:tracePt t="304748" x="5053013" y="5565775"/>
          <p14:tracePt t="304749" x="5048250" y="5565775"/>
          <p14:tracePt t="304756" x="5048250" y="5570538"/>
          <p14:tracePt t="304766" x="5041900" y="5576888"/>
          <p14:tracePt t="304776" x="5037138" y="5581650"/>
          <p14:tracePt t="304786" x="5037138" y="5588000"/>
          <p14:tracePt t="304796" x="5030788" y="5592763"/>
          <p14:tracePt t="304806" x="5019675" y="5599113"/>
          <p14:tracePt t="304816" x="5019675" y="5603875"/>
          <p14:tracePt t="304826" x="5013325" y="5603875"/>
          <p14:tracePt t="304836" x="5013325" y="5610225"/>
          <p14:tracePt t="304846" x="5008563" y="5614988"/>
          <p14:tracePt t="304865" x="5002213" y="5614988"/>
          <p14:tracePt t="304881" x="5002213" y="5621338"/>
          <p14:tracePt t="304897" x="4997450" y="5621338"/>
          <p14:tracePt t="304921" x="4991100" y="5627688"/>
          <p14:tracePt t="304933" x="4986338" y="5627688"/>
          <p14:tracePt t="304937" x="4986338" y="5632450"/>
          <p14:tracePt t="304939" x="4979988" y="5632450"/>
          <p14:tracePt t="304946" x="4975225" y="5638800"/>
          <p14:tracePt t="304956" x="4964113" y="5643563"/>
          <p14:tracePt t="304966" x="4946650" y="5649913"/>
          <p14:tracePt t="304976" x="4929188" y="5661025"/>
          <p14:tracePt t="304986" x="4906963" y="5665788"/>
          <p14:tracePt t="304996" x="4889500" y="5672138"/>
          <p14:tracePt t="305006" x="4873625" y="5676900"/>
          <p14:tracePt t="305016" x="4856163" y="5683250"/>
          <p14:tracePt t="305026" x="4840288" y="5683250"/>
          <p14:tracePt t="305036" x="4816475" y="5683250"/>
          <p14:tracePt t="305046" x="4794250" y="5683250"/>
          <p14:tracePt t="305056" x="4778375" y="5683250"/>
          <p14:tracePt t="305066" x="4760913" y="5676900"/>
          <p14:tracePt t="305076" x="4749800" y="5672138"/>
          <p14:tracePt t="305086" x="4738688" y="5665788"/>
          <p14:tracePt t="305096" x="4732338" y="5661025"/>
          <p14:tracePt t="305107" x="4727575" y="5661025"/>
          <p14:tracePt t="305119" x="4727575" y="5654675"/>
          <p14:tracePt t="305133" x="4721225" y="5654675"/>
          <p14:tracePt t="305136" x="4721225" y="5649913"/>
          <p14:tracePt t="305209" x="4727575" y="5649913"/>
          <p14:tracePt t="305213" x="4727575" y="5643563"/>
          <p14:tracePt t="305225" x="4732338" y="5643563"/>
          <p14:tracePt t="305249" x="4738688" y="5643563"/>
          <p14:tracePt t="305257" x="4743450" y="5643563"/>
          <p14:tracePt t="305269" x="4749800" y="5643563"/>
          <p14:tracePt t="305281" x="4756150" y="5643563"/>
          <p14:tracePt t="305293" x="4760913" y="5643563"/>
          <p14:tracePt t="305301" x="4767263" y="5643563"/>
          <p14:tracePt t="305329" x="4772025" y="5643563"/>
          <p14:tracePt t="305411" x="4772025" y="5649913"/>
          <p14:tracePt t="305419" x="4778375" y="5654675"/>
          <p14:tracePt t="305431" x="4783138" y="5661025"/>
          <p14:tracePt t="305435" x="4789488" y="5661025"/>
          <p14:tracePt t="305437" x="4794250" y="5665788"/>
          <p14:tracePt t="305446" x="4800600" y="5672138"/>
          <p14:tracePt t="305456" x="4829175" y="5683250"/>
          <p14:tracePt t="305466" x="4867275" y="5705475"/>
          <p14:tracePt t="305476" x="4924425" y="5722938"/>
          <p14:tracePt t="305486" x="4986338" y="5738813"/>
          <p14:tracePt t="305496" x="5048250" y="5756275"/>
          <p14:tracePt t="305506" x="5148263" y="5773738"/>
          <p14:tracePt t="305516" x="5256213" y="5789613"/>
          <p14:tracePt t="305526" x="5373688" y="5800725"/>
          <p14:tracePt t="305536" x="5486400" y="5811838"/>
          <p14:tracePt t="305546" x="5575300" y="5811838"/>
          <p14:tracePt t="305556" x="5637213" y="5807075"/>
          <p14:tracePt t="305566" x="5683250" y="5795963"/>
          <p14:tracePt t="305576" x="5722938" y="5778500"/>
          <p14:tracePt t="305586" x="5767388" y="5767388"/>
          <p14:tracePt t="305596" x="5807075" y="5756275"/>
          <p14:tracePt t="305606" x="5845175" y="5749925"/>
          <p14:tracePt t="305616" x="5868988" y="5745163"/>
          <p14:tracePt t="305626" x="5884863" y="5738813"/>
          <p14:tracePt t="305636" x="5895975" y="5738813"/>
          <p14:tracePt t="305663" x="5895975" y="5734050"/>
          <p14:tracePt t="305665" x="5902325" y="5734050"/>
          <p14:tracePt t="305695" x="5907088" y="5734050"/>
          <p14:tracePt t="305815" x="5902325" y="5734050"/>
          <p14:tracePt t="305859" x="5895975" y="5734050"/>
          <p14:tracePt t="305916" x="5895975" y="5738813"/>
          <p14:tracePt t="311236" x="5891213" y="5738813"/>
          <p14:tracePt t="311239" x="5884863" y="5738813"/>
          <p14:tracePt t="311246" x="5873750" y="5738813"/>
          <p14:tracePt t="311256" x="5829300" y="5738813"/>
          <p14:tracePt t="311266" x="5745163" y="5727700"/>
          <p14:tracePt t="311276" x="5649913" y="5722938"/>
          <p14:tracePt t="311286" x="5553075" y="5716588"/>
          <p14:tracePt t="311296" x="5453063" y="5711825"/>
          <p14:tracePt t="311306" x="5351463" y="5705475"/>
          <p14:tracePt t="311316" x="5256213" y="5700713"/>
          <p14:tracePt t="311326" x="5176838" y="5700713"/>
          <p14:tracePt t="311336" x="5114925" y="5700713"/>
          <p14:tracePt t="311346" x="5059363" y="5700713"/>
          <p14:tracePt t="311356" x="5024438" y="5700713"/>
          <p14:tracePt t="311366" x="5002213" y="5694363"/>
          <p14:tracePt t="311376" x="4991100" y="5694363"/>
          <p14:tracePt t="311386" x="4986338" y="5694363"/>
          <p14:tracePt t="311396" x="4979988" y="5694363"/>
          <p14:tracePt t="311411" x="4975225" y="5694363"/>
          <p14:tracePt t="311437" x="4968875" y="5694363"/>
          <p14:tracePt t="311457" x="4964113" y="5694363"/>
          <p14:tracePt t="311472" x="4957763" y="5694363"/>
          <p14:tracePt t="311481" x="4951413" y="5694363"/>
          <p14:tracePt t="311487" x="4946650" y="5694363"/>
          <p14:tracePt t="311495" x="4940300" y="5700713"/>
          <p14:tracePt t="311503" x="4935538" y="5700713"/>
          <p14:tracePt t="311509" x="4935538" y="5705475"/>
          <p14:tracePt t="311516" x="4929188" y="5705475"/>
          <p14:tracePt t="311526" x="4918075" y="5716588"/>
          <p14:tracePt t="311536" x="4906963" y="5722938"/>
          <p14:tracePt t="311546" x="4902200" y="5727700"/>
          <p14:tracePt t="311556" x="4895850" y="5738813"/>
          <p14:tracePt t="311573" x="4889500" y="5738813"/>
          <p14:tracePt t="311583" x="4889500" y="5745163"/>
          <p14:tracePt t="316267" x="4895850" y="5745163"/>
          <p14:tracePt t="316273" x="4902200" y="5745163"/>
          <p14:tracePt t="316277" x="4906963" y="5745163"/>
          <p14:tracePt t="316286" x="4913313" y="5745163"/>
          <p14:tracePt t="316296" x="4935538" y="5745163"/>
          <p14:tracePt t="316306" x="4964113" y="5749925"/>
          <p14:tracePt t="316316" x="4997450" y="5756275"/>
          <p14:tracePt t="316326" x="5024438" y="5767388"/>
          <p14:tracePt t="316336" x="5064125" y="5773738"/>
          <p14:tracePt t="316346" x="5110163" y="5784850"/>
          <p14:tracePt t="316356" x="5165725" y="5800725"/>
          <p14:tracePt t="316366" x="5245100" y="5822950"/>
          <p14:tracePt t="316376" x="5311775" y="5846763"/>
          <p14:tracePt t="316386" x="5373688" y="5862638"/>
          <p14:tracePt t="316396" x="5435600" y="5891213"/>
          <p14:tracePt t="316406" x="5491163" y="5924550"/>
          <p14:tracePt t="316416" x="5553075" y="5970588"/>
          <p14:tracePt t="316426" x="5610225" y="6008688"/>
          <p14:tracePt t="316436" x="5637213" y="6043613"/>
          <p14:tracePt t="316446" x="5672138" y="6059488"/>
          <p14:tracePt t="316456" x="5699125" y="6081713"/>
          <p14:tracePt t="316466" x="5722938" y="6092825"/>
          <p14:tracePt t="316476" x="5756275" y="6116638"/>
          <p14:tracePt t="316486" x="5789613" y="6132513"/>
          <p14:tracePt t="316496" x="5818188" y="6143625"/>
          <p14:tracePt t="316506" x="5840413" y="6154738"/>
          <p14:tracePt t="316516" x="5851525" y="6154738"/>
          <p14:tracePt t="316543" x="5857875" y="6154738"/>
          <p14:tracePt t="316575" x="5862638" y="6154738"/>
          <p14:tracePt t="316577" x="5868988" y="6154738"/>
          <p14:tracePt t="316586" x="5891213" y="6143625"/>
          <p14:tracePt t="316596" x="5975350" y="6105525"/>
          <p14:tracePt t="316606" x="6103938" y="6065838"/>
          <p14:tracePt t="316616" x="6307138" y="6008688"/>
          <p14:tracePt t="316626" x="6515100" y="5946775"/>
          <p14:tracePt t="316636" x="6745288" y="5868988"/>
          <p14:tracePt t="316646" x="6975475" y="5807075"/>
          <p14:tracePt t="316656" x="7223125" y="5749925"/>
          <p14:tracePt t="316666" x="7515225" y="5700713"/>
          <p14:tracePt t="316676" x="7829550" y="5654675"/>
          <p14:tracePt t="316686" x="8172450" y="5621338"/>
          <p14:tracePt t="316696" x="8493125" y="5588000"/>
          <p14:tracePt t="316706" x="8791575" y="5553075"/>
          <p14:tracePt t="316716" x="9039225" y="5519738"/>
          <p14:tracePt t="316726" x="9240838" y="5480050"/>
          <p14:tracePt t="316736" x="9409113" y="5441950"/>
          <p14:tracePt t="316746" x="9532938" y="5413375"/>
          <p14:tracePt t="316756" x="9634538" y="5384800"/>
          <p14:tracePt t="316766" x="9718675" y="5362575"/>
          <p14:tracePt t="316776" x="9802813" y="5340350"/>
          <p14:tracePt t="316786" x="9886950" y="5311775"/>
          <p14:tracePt t="316796" x="9948863" y="5295900"/>
          <p14:tracePt t="316806" x="10006013" y="5267325"/>
          <p14:tracePt t="316816" x="10050463" y="5238750"/>
          <p14:tracePt t="316826" x="10090150" y="5210175"/>
          <p14:tracePt t="316836" x="10112375" y="5199063"/>
          <p14:tracePt t="316846" x="10117138" y="5183188"/>
          <p14:tracePt t="316856" x="10123488" y="5172075"/>
          <p14:tracePt t="316866" x="10129838" y="5160963"/>
          <p14:tracePt t="316876" x="10134600" y="5149850"/>
          <p14:tracePt t="316886" x="10134600" y="5137150"/>
          <p14:tracePt t="316896" x="10117138" y="5103813"/>
          <p14:tracePt t="316906" x="10079038" y="5048250"/>
          <p14:tracePt t="316916" x="10006013" y="4986338"/>
          <p14:tracePt t="316926" x="9875838" y="4891088"/>
          <p14:tracePt t="316936" x="9678988" y="4767263"/>
          <p14:tracePt t="316946" x="9459913" y="4648200"/>
          <p14:tracePt t="316956" x="9185275" y="4519613"/>
          <p14:tracePt t="316966" x="8893175" y="4395788"/>
          <p14:tracePt t="316976" x="8555038" y="4283075"/>
          <p14:tracePt t="316986" x="8218488" y="4176713"/>
          <p14:tracePt t="316996" x="7902575" y="4097338"/>
          <p14:tracePt t="317006" x="7616825" y="4041775"/>
          <p14:tracePt t="317016" x="7369175" y="3979863"/>
          <p14:tracePt t="317026" x="7132638" y="3924300"/>
          <p14:tracePt t="317036" x="6908800" y="3862388"/>
          <p14:tracePt t="317046" x="6716713" y="3811588"/>
          <p14:tracePt t="317056" x="6559550" y="3778250"/>
          <p14:tracePt t="317066" x="6442075" y="3749675"/>
          <p14:tracePt t="317076" x="6351588" y="3727450"/>
          <p14:tracePt t="317086" x="6289675" y="3716338"/>
          <p14:tracePt t="317096" x="6234113" y="3698875"/>
          <p14:tracePt t="317106" x="6188075" y="3692525"/>
          <p14:tracePt t="317116" x="6143625" y="3681413"/>
          <p14:tracePt t="317126" x="6088063" y="3670300"/>
          <p14:tracePt t="317136" x="6015038" y="3659188"/>
          <p14:tracePt t="317146" x="5935663" y="3648075"/>
          <p14:tracePt t="317156" x="5845175" y="3636963"/>
          <p14:tracePt t="317166" x="5745163" y="3625850"/>
          <p14:tracePt t="317176" x="5649913" y="3625850"/>
          <p14:tracePt t="317186" x="5564188" y="3625850"/>
          <p14:tracePt t="317196" x="5497513" y="3625850"/>
          <p14:tracePt t="317206" x="5440363" y="3630613"/>
          <p14:tracePt t="317216" x="5395913" y="3643313"/>
          <p14:tracePt t="317226" x="5345113" y="3659188"/>
          <p14:tracePt t="317236" x="5294313" y="3676650"/>
          <p14:tracePt t="317246" x="5245100" y="3692525"/>
          <p14:tracePt t="317256" x="5194300" y="3716338"/>
          <p14:tracePt t="317266" x="5137150" y="3732213"/>
          <p14:tracePt t="317276" x="5075238" y="3760788"/>
          <p14:tracePt t="317286" x="5013325" y="3783013"/>
          <p14:tracePt t="317296" x="4940300" y="3816350"/>
          <p14:tracePt t="317306" x="4856163" y="3844925"/>
          <p14:tracePt t="317316" x="4778375" y="3884613"/>
          <p14:tracePt t="317326" x="4687888" y="3929063"/>
          <p14:tracePt t="317336" x="4608513" y="3979863"/>
          <p14:tracePt t="317346" x="4535488" y="4030663"/>
          <p14:tracePt t="317356" x="4473575" y="4081463"/>
          <p14:tracePt t="317366" x="4413250" y="4132263"/>
          <p14:tracePt t="317376" x="4351338" y="4181475"/>
          <p14:tracePt t="317386" x="4305300" y="4221163"/>
          <p14:tracePt t="317396" x="4254500" y="4267200"/>
          <p14:tracePt t="317406" x="4210050" y="4305300"/>
          <p14:tracePt t="317416" x="4165600" y="4344988"/>
          <p14:tracePt t="317426" x="4114800" y="4378325"/>
          <p14:tracePt t="317436" x="4070350" y="4406900"/>
          <p14:tracePt t="317446" x="4030663" y="4446588"/>
          <p14:tracePt t="317456" x="3990975" y="4475163"/>
          <p14:tracePt t="317466" x="3962400" y="4502150"/>
          <p14:tracePt t="317476" x="3940175" y="4537075"/>
          <p14:tracePt t="317486" x="3929063" y="4548188"/>
          <p14:tracePt t="317496" x="3922713" y="4570413"/>
          <p14:tracePt t="317506" x="3922713" y="4586288"/>
          <p14:tracePt t="317516" x="3922713" y="4603750"/>
          <p14:tracePt t="317526" x="3922713" y="4621213"/>
          <p14:tracePt t="317536" x="3929063" y="4643438"/>
          <p14:tracePt t="317546" x="3957638" y="4687888"/>
          <p14:tracePt t="317556" x="4019550" y="4749800"/>
          <p14:tracePt t="317566" x="4108450" y="4818063"/>
          <p14:tracePt t="317576" x="4260850" y="4918075"/>
          <p14:tracePt t="317586" x="4457700" y="5026025"/>
          <p14:tracePt t="317596" x="4710113" y="5149850"/>
          <p14:tracePt t="317606" x="5013325" y="5284788"/>
          <p14:tracePt t="317616" x="5345113" y="5419725"/>
          <p14:tracePt t="317626" x="5661025" y="5530850"/>
          <p14:tracePt t="317636" x="5975350" y="5643563"/>
          <p14:tracePt t="317646" x="6273800" y="5745163"/>
          <p14:tracePt t="317656" x="6526213" y="5835650"/>
          <p14:tracePt t="317666" x="6778625" y="5924550"/>
          <p14:tracePt t="317676" x="7037388" y="6015038"/>
          <p14:tracePt t="317686" x="7307263" y="6099175"/>
          <p14:tracePt t="317696" x="7566025" y="6172200"/>
          <p14:tracePt t="317706" x="7796213" y="6238875"/>
          <p14:tracePt t="317716" x="8010525" y="6289675"/>
          <p14:tracePt t="317726" x="8172450" y="6324600"/>
          <p14:tracePt t="317736" x="8296275" y="6340475"/>
          <p14:tracePt t="317746" x="8408988" y="6362700"/>
          <p14:tracePt t="317756" x="8550275" y="6373813"/>
          <p14:tracePt t="317766" x="8740775" y="6386513"/>
          <p14:tracePt t="317776" x="8926513" y="6386513"/>
          <p14:tracePt t="317786" x="9134475" y="6380163"/>
          <p14:tracePt t="317796" x="9320213" y="6340475"/>
          <p14:tracePt t="317806" x="9493250" y="6284913"/>
          <p14:tracePt t="317816" x="9645650" y="6205538"/>
          <p14:tracePt t="317826" x="9774238" y="6116638"/>
          <p14:tracePt t="317836" x="9886950" y="6019800"/>
          <p14:tracePt t="317846" x="9982200" y="5902325"/>
          <p14:tracePt t="317856" x="10050463" y="5789613"/>
          <p14:tracePt t="317866" x="10090150" y="5661025"/>
          <p14:tracePt t="317876" x="10129838" y="5514975"/>
          <p14:tracePt t="317886" x="10174288" y="5368925"/>
          <p14:tracePt t="317896" x="10225088" y="5216525"/>
          <p14:tracePt t="317906" x="10280650" y="5070475"/>
          <p14:tracePt t="317916" x="10313988" y="4953000"/>
          <p14:tracePt t="317926" x="10337800" y="4856163"/>
          <p14:tracePt t="317936" x="10342563" y="4789488"/>
          <p14:tracePt t="317946" x="10348913" y="4727575"/>
          <p14:tracePt t="317956" x="10348913" y="4659313"/>
          <p14:tracePt t="317966" x="10348913" y="4603750"/>
          <p14:tracePt t="317976" x="10337800" y="4541838"/>
          <p14:tracePt t="317986" x="10320338" y="4486275"/>
          <p14:tracePt t="317996" x="10302875" y="4451350"/>
          <p14:tracePt t="318006" x="10287000" y="4429125"/>
          <p14:tracePt t="318016" x="10269538" y="4413250"/>
          <p14:tracePt t="318026" x="10252075" y="4402138"/>
          <p14:tracePt t="318036" x="10225088" y="4384675"/>
          <p14:tracePt t="318046" x="10185400" y="4373563"/>
          <p14:tracePt t="318056" x="10112375" y="4351338"/>
          <p14:tracePt t="318066" x="10010775" y="4322763"/>
          <p14:tracePt t="318076" x="9871075" y="4294188"/>
          <p14:tracePt t="318086" x="9652000" y="4256088"/>
          <p14:tracePt t="318096" x="9420225" y="4221163"/>
          <p14:tracePt t="318106" x="9150350" y="4194175"/>
          <p14:tracePt t="318116" x="8875713" y="4176713"/>
          <p14:tracePt t="318126" x="8561388" y="4159250"/>
          <p14:tracePt t="318136" x="8245475" y="4143375"/>
          <p14:tracePt t="318146" x="7926388" y="4125913"/>
          <p14:tracePt t="318156" x="7610475" y="4114800"/>
          <p14:tracePt t="318166" x="7318375" y="4108450"/>
          <p14:tracePt t="318176" x="7026275" y="4103688"/>
          <p14:tracePt t="318186" x="6751638" y="4092575"/>
          <p14:tracePt t="318196" x="6486525" y="4086225"/>
          <p14:tracePt t="318206" x="6245225" y="4081463"/>
          <p14:tracePt t="318216" x="6026150" y="4075113"/>
          <p14:tracePt t="318226" x="5845175" y="4070350"/>
          <p14:tracePt t="318236" x="5676900" y="4070350"/>
          <p14:tracePt t="318246" x="5530850" y="4070350"/>
          <p14:tracePt t="318256" x="5418138" y="4070350"/>
          <p14:tracePt t="318266" x="5351463" y="4075113"/>
          <p14:tracePt t="318276" x="5283200" y="4075113"/>
          <p14:tracePt t="318286" x="5245100" y="4081463"/>
          <p14:tracePt t="318296" x="5221288" y="4081463"/>
          <p14:tracePt t="318306" x="5199063" y="4081463"/>
          <p14:tracePt t="318316" x="5194300" y="4081463"/>
          <p14:tracePt t="318331" x="5187950" y="4081463"/>
          <p14:tracePt t="334898" x="5187950" y="4086225"/>
          <p14:tracePt t="334899" x="5187950" y="4092575"/>
          <p14:tracePt t="334906" x="5187950" y="4108450"/>
          <p14:tracePt t="334916" x="5187950" y="4181475"/>
          <p14:tracePt t="334926" x="5194300" y="4305300"/>
          <p14:tracePt t="334936" x="5205413" y="4464050"/>
          <p14:tracePt t="334946" x="5232400" y="4625975"/>
          <p14:tracePt t="334956" x="5260975" y="4822825"/>
          <p14:tracePt t="334966" x="5318125" y="5026025"/>
          <p14:tracePt t="334976" x="5362575" y="5227638"/>
          <p14:tracePt t="334986" x="5418138" y="5430838"/>
          <p14:tracePt t="334996" x="5491163" y="5665788"/>
          <p14:tracePt t="335006" x="5575300" y="5908675"/>
          <p14:tracePt t="335017" x="5665788" y="6165850"/>
          <p14:tracePt t="335026" x="5756275" y="6430963"/>
          <p14:tracePt t="335036" x="5840413" y="6700838"/>
          <p14:tracePt t="335235" x="6289675" y="6802438"/>
          <p14:tracePt t="335246" x="6245225" y="6594475"/>
          <p14:tracePt t="335256" x="6176963" y="6369050"/>
          <p14:tracePt t="335266" x="6076950" y="6105525"/>
          <p14:tracePt t="335276" x="5975350" y="5835650"/>
          <p14:tracePt t="335286" x="5880100" y="5553075"/>
          <p14:tracePt t="335296" x="5783263" y="5289550"/>
          <p14:tracePt t="335306" x="5694363" y="5059363"/>
          <p14:tracePt t="335316" x="5610225" y="4867275"/>
          <p14:tracePt t="335326" x="5537200" y="4727575"/>
          <p14:tracePt t="335336" x="5475288" y="4643438"/>
          <p14:tracePt t="335346" x="5440363" y="4603750"/>
          <p14:tracePt t="335356" x="5429250" y="4581525"/>
          <p14:tracePt t="335366" x="5429250" y="4575175"/>
          <p14:tracePt t="335379" x="5424488" y="4575175"/>
          <p14:tracePt t="335386" x="5424488" y="4570413"/>
          <p14:tracePt t="339100" x="5435600" y="4727575"/>
          <p14:tracePt t="339101" x="5435600" y="4745038"/>
          <p14:tracePt t="339106" x="5440363" y="4778375"/>
          <p14:tracePt t="339116" x="5457825" y="4862513"/>
          <p14:tracePt t="339126" x="5480050" y="4946650"/>
          <p14:tracePt t="339136" x="5508625" y="5041900"/>
          <p14:tracePt t="339146" x="5530850" y="5143500"/>
          <p14:tracePt t="339156" x="5559425" y="5233988"/>
          <p14:tracePt t="339166" x="5599113" y="5322888"/>
          <p14:tracePt t="339176" x="5632450" y="5419725"/>
          <p14:tracePt t="339186" x="5676900" y="5526088"/>
          <p14:tracePt t="339196" x="5734050" y="5643563"/>
          <p14:tracePt t="339206" x="5795963" y="5767388"/>
          <p14:tracePt t="339216" x="5851525" y="5884863"/>
          <p14:tracePt t="339226" x="5913438" y="5992813"/>
          <p14:tracePt t="339236" x="5964238" y="6092825"/>
          <p14:tracePt t="339246" x="6008688" y="6178550"/>
          <p14:tracePt t="339256" x="6059488" y="6245225"/>
          <p14:tracePt t="339266" x="6099175" y="6313488"/>
          <p14:tracePt t="339276" x="6138863" y="6369050"/>
          <p14:tracePt t="339286" x="6172200" y="6424613"/>
          <p14:tracePt t="339296" x="6216650" y="6492875"/>
          <p14:tracePt t="339306" x="6249988" y="6554788"/>
          <p14:tracePt t="339316" x="6289675" y="6621463"/>
          <p14:tracePt t="339326" x="6329363" y="6705600"/>
          <p14:tracePt t="339336" x="6373813" y="6796088"/>
          <p14:tracePt t="339672" x="4789488" y="6818313"/>
          <p14:tracePt t="339676" x="4486275" y="6740525"/>
          <p14:tracePt t="339686" x="3714750" y="6503988"/>
          <p14:tracePt t="339696" x="2860675" y="6251575"/>
          <p14:tracePt t="339706" x="1866900" y="5946775"/>
          <p14:tracePt t="339716" x="798513" y="5621338"/>
        </p14:tracePtLst>
      </p14:laserTraceLst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8796E-48C8-82C4-1C26-AF490917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Immune Response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AF7BEBA-FFE7-61FC-15D9-567B382CFE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8642418"/>
              </p:ext>
            </p:extLst>
          </p:nvPr>
        </p:nvGraphicFramePr>
        <p:xfrm>
          <a:off x="420688" y="1825625"/>
          <a:ext cx="10515600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E0F744-FB50-73AB-B641-4F52A99A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416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055"/>
    </mc:Choice>
    <mc:Fallback xmlns="">
      <p:transition spd="slow" advTm="131055"/>
    </mc:Fallback>
  </mc:AlternateContent>
  <p:extLst>
    <p:ext uri="{3A86A75C-4F4B-4683-9AE1-C65F6400EC91}">
      <p14:laserTraceLst xmlns:p14="http://schemas.microsoft.com/office/powerpoint/2010/main">
        <p14:tracePtLst>
          <p14:tracePt t="38863" x="1152525" y="0"/>
          <p14:tracePt t="38872" x="1450975" y="22225"/>
          <p14:tracePt t="38886" x="1911350" y="66675"/>
          <p14:tracePt t="38892" x="2108200" y="90488"/>
          <p14:tracePt t="38902" x="2462213" y="141288"/>
          <p14:tracePt t="38912" x="2855913" y="196850"/>
          <p14:tracePt t="38922" x="3225800" y="263525"/>
          <p14:tracePt t="38932" x="3552825" y="331788"/>
          <p14:tracePt t="38942" x="3838575" y="382588"/>
          <p14:tracePt t="38952" x="4143375" y="455613"/>
          <p14:tracePt t="38962" x="4440238" y="550863"/>
          <p14:tracePt t="38972" x="4756150" y="641350"/>
          <p14:tracePt t="38982" x="5064125" y="747713"/>
          <p14:tracePt t="38992" x="5351463" y="838200"/>
          <p14:tracePt t="39002" x="5614988" y="927100"/>
          <p14:tracePt t="39012" x="5829300" y="1000125"/>
          <p14:tracePt t="39022" x="5991225" y="1062038"/>
          <p14:tracePt t="39032" x="6121400" y="1123950"/>
          <p14:tracePt t="39042" x="6234113" y="1185863"/>
          <p14:tracePt t="39052" x="6351588" y="1254125"/>
          <p14:tracePt t="39062" x="6457950" y="1338263"/>
          <p14:tracePt t="39072" x="6565900" y="1427163"/>
          <p14:tracePt t="39082" x="6683375" y="1539875"/>
          <p14:tracePt t="39092" x="6824663" y="1670050"/>
          <p14:tracePt t="39102" x="7004050" y="1831975"/>
          <p14:tracePt t="39112" x="7200900" y="2012950"/>
          <p14:tracePt t="39122" x="7386638" y="2170113"/>
          <p14:tracePt t="39132" x="7548563" y="2316163"/>
          <p14:tracePt t="39142" x="7683500" y="2451100"/>
          <p14:tracePt t="39152" x="7824788" y="2574925"/>
          <p14:tracePt t="39162" x="8015288" y="2725738"/>
          <p14:tracePt t="39172" x="8262938" y="2906713"/>
          <p14:tracePt t="39182" x="8515350" y="3079750"/>
          <p14:tracePt t="39192" x="8723313" y="3243263"/>
          <p14:tracePt t="39202" x="8858250" y="3355975"/>
          <p14:tracePt t="39212" x="8931275" y="3440113"/>
          <p14:tracePt t="39222" x="8966200" y="3495675"/>
          <p14:tracePt t="39232" x="9004300" y="3563938"/>
          <p14:tracePt t="39242" x="9039225" y="3636963"/>
          <p14:tracePt t="39252" x="9055100" y="3705225"/>
          <p14:tracePt t="39262" x="9066213" y="3771900"/>
          <p14:tracePt t="39272" x="9072563" y="3822700"/>
          <p14:tracePt t="39282" x="9072563" y="3867150"/>
          <p14:tracePt t="39292" x="9072563" y="3900488"/>
          <p14:tracePt t="39302" x="9066213" y="3935413"/>
          <p14:tracePt t="39312" x="9043988" y="3962400"/>
          <p14:tracePt t="39322" x="9015413" y="3986213"/>
          <p14:tracePt t="39332" x="8977313" y="4019550"/>
          <p14:tracePt t="39342" x="8920163" y="4059238"/>
          <p14:tracePt t="39352" x="8853488" y="4103688"/>
          <p14:tracePt t="39362" x="8769350" y="4165600"/>
          <p14:tracePt t="39372" x="8678863" y="4232275"/>
          <p14:tracePt t="39382" x="8583613" y="4305300"/>
          <p14:tracePt t="39392" x="8470900" y="4378325"/>
          <p14:tracePt t="39402" x="8353425" y="4440238"/>
          <p14:tracePt t="39412" x="8223250" y="4491038"/>
          <p14:tracePt t="39422" x="8083550" y="4537075"/>
          <p14:tracePt t="39432" x="7953375" y="4575175"/>
          <p14:tracePt t="39442" x="7840663" y="4614863"/>
          <p14:tracePt t="39452" x="7756525" y="4643438"/>
          <p14:tracePt t="39462" x="7689850" y="4659313"/>
          <p14:tracePt t="39472" x="7643813" y="4672013"/>
          <p14:tracePt t="39482" x="7605713" y="4683125"/>
          <p14:tracePt t="39492" x="7583488" y="4683125"/>
          <p14:tracePt t="39502" x="7559675" y="4687888"/>
          <p14:tracePt t="39512" x="7543800" y="4687888"/>
          <p14:tracePt t="39522" x="7532688" y="4687888"/>
          <p14:tracePt t="39532" x="7504113" y="4687888"/>
          <p14:tracePt t="39542" x="7464425" y="4672013"/>
          <p14:tracePt t="39552" x="7402513" y="4648200"/>
          <p14:tracePt t="39562" x="7313613" y="4610100"/>
          <p14:tracePt t="39572" x="7205663" y="4564063"/>
          <p14:tracePt t="39582" x="7092950" y="4508500"/>
          <p14:tracePt t="39592" x="6997700" y="4464050"/>
          <p14:tracePt t="39602" x="6924675" y="4424363"/>
          <p14:tracePt t="39612" x="6873875" y="4384675"/>
          <p14:tracePt t="39622" x="6824663" y="4340225"/>
          <p14:tracePt t="39632" x="6767513" y="4283075"/>
          <p14:tracePt t="39642" x="6705600" y="4216400"/>
          <p14:tracePt t="39652" x="6632575" y="4143375"/>
          <p14:tracePt t="39662" x="6548438" y="4059238"/>
          <p14:tracePt t="39672" x="6442075" y="3979863"/>
          <p14:tracePt t="39682" x="6351588" y="3917950"/>
          <p14:tracePt t="39692" x="6289675" y="3878263"/>
          <p14:tracePt t="39702" x="6245225" y="3862388"/>
          <p14:tracePt t="39712" x="6234113" y="3856038"/>
          <p14:tracePt t="39722" x="6234113" y="3851275"/>
          <p14:tracePt t="39732" x="6227763" y="3851275"/>
          <p14:tracePt t="39821" x="6227763" y="3844925"/>
          <p14:tracePt t="39829" x="6227763" y="3838575"/>
          <p14:tracePt t="39835" x="6223000" y="3833813"/>
          <p14:tracePt t="39842" x="6223000" y="3827463"/>
          <p14:tracePt t="39852" x="6216650" y="3811588"/>
          <p14:tracePt t="39862" x="6216650" y="3794125"/>
          <p14:tracePt t="39872" x="6216650" y="3783013"/>
          <p14:tracePt t="39882" x="6216650" y="3765550"/>
          <p14:tracePt t="39892" x="6223000" y="3760788"/>
          <p14:tracePt t="39902" x="6234113" y="3743325"/>
          <p14:tracePt t="39912" x="6249988" y="3716338"/>
          <p14:tracePt t="39922" x="6273800" y="3692525"/>
          <p14:tracePt t="39932" x="6289675" y="3670300"/>
          <p14:tracePt t="39942" x="6311900" y="3643313"/>
          <p14:tracePt t="39952" x="6329363" y="3614738"/>
          <p14:tracePt t="39962" x="6346825" y="3586163"/>
          <p14:tracePt t="39972" x="6362700" y="3552825"/>
          <p14:tracePt t="39982" x="6373813" y="3519488"/>
          <p14:tracePt t="39992" x="6391275" y="3490913"/>
          <p14:tracePt t="40002" x="6402388" y="3468688"/>
          <p14:tracePt t="40012" x="6419850" y="3451225"/>
          <p14:tracePt t="40022" x="6424613" y="3446463"/>
          <p14:tracePt t="40032" x="6430963" y="3440113"/>
          <p14:tracePt t="40045" x="6430963" y="3435350"/>
          <p14:tracePt t="40052" x="6435725" y="3435350"/>
          <p14:tracePt t="40062" x="6446838" y="3429000"/>
          <p14:tracePt t="40072" x="6469063" y="3417888"/>
          <p14:tracePt t="40082" x="6503988" y="3400425"/>
          <p14:tracePt t="40092" x="6581775" y="3362325"/>
          <p14:tracePt t="40102" x="6672263" y="3316288"/>
          <p14:tracePt t="40112" x="6789738" y="3271838"/>
          <p14:tracePt t="40122" x="6913563" y="3214688"/>
          <p14:tracePt t="40132" x="7054850" y="3159125"/>
          <p14:tracePt t="40142" x="7216775" y="3108325"/>
          <p14:tracePt t="40152" x="7386638" y="3052763"/>
          <p14:tracePt t="40162" x="7559675" y="3001963"/>
          <p14:tracePt t="40172" x="7723188" y="2968625"/>
          <p14:tracePt t="40182" x="7886700" y="2928938"/>
          <p14:tracePt t="40192" x="8021638" y="2906713"/>
          <p14:tracePt t="40202" x="8134350" y="2895600"/>
          <p14:tracePt t="40212" x="8229600" y="2895600"/>
          <p14:tracePt t="40222" x="8296275" y="2895600"/>
          <p14:tracePt t="40232" x="8335963" y="2900363"/>
          <p14:tracePt t="40242" x="8353425" y="2906713"/>
          <p14:tracePt t="40252" x="8364538" y="2922588"/>
          <p14:tracePt t="40262" x="8380413" y="2944813"/>
          <p14:tracePt t="40272" x="8391525" y="2979738"/>
          <p14:tracePt t="40282" x="8415338" y="3030538"/>
          <p14:tracePt t="40292" x="8448675" y="3108325"/>
          <p14:tracePt t="40302" x="8477250" y="3187700"/>
          <p14:tracePt t="40312" x="8504238" y="3265488"/>
          <p14:tracePt t="40322" x="8532813" y="3338513"/>
          <p14:tracePt t="40332" x="8566150" y="3417888"/>
          <p14:tracePt t="40342" x="8583613" y="3484563"/>
          <p14:tracePt t="40352" x="8599488" y="3546475"/>
          <p14:tracePt t="40362" x="8616950" y="3603625"/>
          <p14:tracePt t="40372" x="8628063" y="3654425"/>
          <p14:tracePt t="40382" x="8639175" y="3698875"/>
          <p14:tracePt t="40392" x="8645525" y="3743325"/>
          <p14:tracePt t="40402" x="8656638" y="3783013"/>
          <p14:tracePt t="40412" x="8656638" y="3805238"/>
          <p14:tracePt t="40422" x="8656638" y="3833813"/>
          <p14:tracePt t="40432" x="8661400" y="3862388"/>
          <p14:tracePt t="40442" x="8661400" y="3884613"/>
          <p14:tracePt t="40452" x="8667750" y="3900488"/>
          <p14:tracePt t="40462" x="8667750" y="3924300"/>
          <p14:tracePt t="40472" x="8667750" y="3940175"/>
          <p14:tracePt t="40482" x="8667750" y="3951288"/>
          <p14:tracePt t="40492" x="8667750" y="3968750"/>
          <p14:tracePt t="40502" x="8667750" y="3979863"/>
          <p14:tracePt t="40512" x="8661400" y="3990975"/>
          <p14:tracePt t="40522" x="8656638" y="4008438"/>
          <p14:tracePt t="40532" x="8645525" y="4024313"/>
          <p14:tracePt t="40542" x="8628063" y="4041775"/>
          <p14:tracePt t="40552" x="8605838" y="4064000"/>
          <p14:tracePt t="40562" x="8583613" y="4081463"/>
          <p14:tracePt t="40572" x="8550275" y="4097338"/>
          <p14:tracePt t="40582" x="8477250" y="4121150"/>
          <p14:tracePt t="40592" x="8347075" y="4137025"/>
          <p14:tracePt t="40602" x="8099425" y="4148138"/>
          <p14:tracePt t="40612" x="7791450" y="4148138"/>
          <p14:tracePt t="40622" x="7481888" y="4159250"/>
          <p14:tracePt t="40632" x="7240588" y="4205288"/>
          <p14:tracePt t="40642" x="7077075" y="4249738"/>
          <p14:tracePt t="40652" x="6964363" y="4289425"/>
          <p14:tracePt t="40662" x="6902450" y="4305300"/>
          <p14:tracePt t="40672" x="6851650" y="4305300"/>
          <p14:tracePt t="40682" x="6807200" y="4305300"/>
          <p14:tracePt t="40692" x="6767513" y="4294188"/>
          <p14:tracePt t="40702" x="6705600" y="4271963"/>
          <p14:tracePt t="40712" x="6610350" y="4232275"/>
          <p14:tracePt t="40722" x="6515100" y="4194175"/>
          <p14:tracePt t="40732" x="6430963" y="4159250"/>
          <p14:tracePt t="40742" x="6362700" y="4132263"/>
          <p14:tracePt t="40752" x="6318250" y="4108450"/>
          <p14:tracePt t="40762" x="6273800" y="4081463"/>
          <p14:tracePt t="40772" x="6238875" y="4052888"/>
          <p14:tracePt t="40782" x="6205538" y="4019550"/>
          <p14:tracePt t="40792" x="6165850" y="3986213"/>
          <p14:tracePt t="40802" x="6126163" y="3957638"/>
          <p14:tracePt t="40812" x="6092825" y="3924300"/>
          <p14:tracePt t="40822" x="6070600" y="3906838"/>
          <p14:tracePt t="40832" x="6048375" y="3889375"/>
          <p14:tracePt t="40842" x="6042025" y="3889375"/>
          <p14:tracePt t="40852" x="6042025" y="3884613"/>
          <p14:tracePt t="40867" x="6042025" y="3878263"/>
          <p14:tracePt t="40872" x="6037263" y="3878263"/>
          <p14:tracePt t="40882" x="6037263" y="3862388"/>
          <p14:tracePt t="40892" x="6037263" y="3833813"/>
          <p14:tracePt t="40902" x="6042025" y="3789363"/>
          <p14:tracePt t="40912" x="6059488" y="3754438"/>
          <p14:tracePt t="40922" x="6092825" y="3705225"/>
          <p14:tracePt t="40932" x="6161088" y="3636963"/>
          <p14:tracePt t="40942" x="6249988" y="3570288"/>
          <p14:tracePt t="40952" x="6357938" y="3508375"/>
          <p14:tracePt t="40962" x="6464300" y="3451225"/>
          <p14:tracePt t="40972" x="6581775" y="3400425"/>
          <p14:tracePt t="40982" x="6705600" y="3355975"/>
          <p14:tracePt t="40992" x="6818313" y="3327400"/>
          <p14:tracePt t="41002" x="6902450" y="3311525"/>
          <p14:tracePt t="41012" x="6986588" y="3287713"/>
          <p14:tracePt t="41022" x="7059613" y="3271838"/>
          <p14:tracePt t="41032" x="7132638" y="3265488"/>
          <p14:tracePt t="41042" x="7212013" y="3254375"/>
          <p14:tracePt t="41052" x="7289800" y="3238500"/>
          <p14:tracePt t="41062" x="7358063" y="3232150"/>
          <p14:tracePt t="41072" x="7397750" y="3227388"/>
          <p14:tracePt t="41082" x="7413625" y="3221038"/>
          <p14:tracePt t="41095" x="7413625" y="3214688"/>
          <p14:tracePt t="41103" x="7419975" y="3214688"/>
          <p14:tracePt t="41117" x="7424738" y="3214688"/>
          <p14:tracePt t="41122" x="7435850" y="3209925"/>
          <p14:tracePt t="41132" x="7493000" y="3192463"/>
          <p14:tracePt t="41142" x="7610475" y="3159125"/>
          <p14:tracePt t="41152" x="7745413" y="3130550"/>
          <p14:tracePt t="41162" x="7880350" y="3103563"/>
          <p14:tracePt t="41172" x="7981950" y="3079750"/>
          <p14:tracePt t="41182" x="8054975" y="3068638"/>
          <p14:tracePt t="41192" x="8099425" y="3063875"/>
          <p14:tracePt t="41202" x="8116888" y="3063875"/>
          <p14:tracePt t="41212" x="8128000" y="3063875"/>
          <p14:tracePt t="41222" x="8139113" y="3063875"/>
          <p14:tracePt t="41253" x="8145463" y="3063875"/>
          <p14:tracePt t="41263" x="8150225" y="3063875"/>
          <p14:tracePt t="41269" x="8156575" y="3063875"/>
          <p14:tracePt t="41273" x="8161338" y="3063875"/>
          <p14:tracePt t="41282" x="8189913" y="3068638"/>
          <p14:tracePt t="41292" x="8234363" y="3086100"/>
          <p14:tracePt t="41302" x="8296275" y="3103563"/>
          <p14:tracePt t="41312" x="8347075" y="3114675"/>
          <p14:tracePt t="41322" x="8380413" y="3125788"/>
          <p14:tracePt t="41332" x="8397875" y="3130550"/>
          <p14:tracePt t="41345" x="8402638" y="3130550"/>
          <p14:tracePt t="41383" x="8402638" y="3136900"/>
          <p14:tracePt t="41443" x="8408988" y="3136900"/>
          <p14:tracePt t="41545" x="8402638" y="3136900"/>
          <p14:tracePt t="41549" x="8397875" y="3136900"/>
          <p14:tracePt t="41555" x="8391525" y="3136900"/>
          <p14:tracePt t="41562" x="8380413" y="3130550"/>
          <p14:tracePt t="41572" x="8375650" y="3125788"/>
          <p14:tracePt t="41593" x="8369300" y="3125788"/>
          <p14:tracePt t="41601" x="8369300" y="3119438"/>
          <p14:tracePt t="41623" x="8364538" y="3119438"/>
          <p14:tracePt t="59241" x="8369300" y="3119438"/>
          <p14:tracePt t="59245" x="8369300" y="3114675"/>
          <p14:tracePt t="59252" x="8380413" y="3114675"/>
          <p14:tracePt t="59262" x="8386763" y="3108325"/>
          <p14:tracePt t="59272" x="8391525" y="3108325"/>
          <p14:tracePt t="59295" x="8386763" y="3108325"/>
          <p14:tracePt t="59299" x="8380413" y="3114675"/>
          <p14:tracePt t="59302" x="8369300" y="3119438"/>
          <p14:tracePt t="59312" x="8329613" y="3130550"/>
          <p14:tracePt t="59322" x="8280400" y="3141663"/>
          <p14:tracePt t="59332" x="8218488" y="3152775"/>
          <p14:tracePt t="59342" x="8150225" y="3165475"/>
          <p14:tracePt t="59352" x="8083550" y="3176588"/>
          <p14:tracePt t="59362" x="8015288" y="3176588"/>
          <p14:tracePt t="59372" x="7937500" y="3176588"/>
          <p14:tracePt t="59382" x="7858125" y="3176588"/>
          <p14:tracePt t="59392" x="7778750" y="3176588"/>
          <p14:tracePt t="59402" x="7705725" y="3176588"/>
          <p14:tracePt t="59412" x="7639050" y="3176588"/>
          <p14:tracePt t="59422" x="7566025" y="3176588"/>
          <p14:tracePt t="59432" x="7504113" y="3176588"/>
          <p14:tracePt t="59442" x="7435850" y="3176588"/>
          <p14:tracePt t="59452" x="7391400" y="3187700"/>
          <p14:tracePt t="59462" x="7351713" y="3192463"/>
          <p14:tracePt t="59472" x="7329488" y="3192463"/>
          <p14:tracePt t="59482" x="7313613" y="3198813"/>
          <p14:tracePt t="59492" x="7307263" y="3198813"/>
          <p14:tracePt t="59502" x="7289800" y="3198813"/>
          <p14:tracePt t="59512" x="7273925" y="3203575"/>
          <p14:tracePt t="59522" x="7245350" y="3214688"/>
          <p14:tracePt t="59532" x="7205663" y="3232150"/>
          <p14:tracePt t="59542" x="7172325" y="3249613"/>
          <p14:tracePt t="59552" x="7143750" y="3254375"/>
          <p14:tracePt t="59562" x="7127875" y="3260725"/>
          <p14:tracePt t="59572" x="7105650" y="3265488"/>
          <p14:tracePt t="59582" x="7092950" y="3265488"/>
          <p14:tracePt t="59592" x="7088188" y="3271838"/>
          <p14:tracePt t="59631" x="7081838" y="3271838"/>
          <p14:tracePt t="59811" x="7081838" y="3276600"/>
          <p14:tracePt t="59815" x="7081838" y="3282950"/>
          <p14:tracePt t="59822" x="7088188" y="3294063"/>
          <p14:tracePt t="59832" x="7092950" y="3327400"/>
          <p14:tracePt t="59842" x="7092950" y="3367088"/>
          <p14:tracePt t="59852" x="7092950" y="3400425"/>
          <p14:tracePt t="59862" x="7092950" y="3435350"/>
          <p14:tracePt t="59872" x="7092950" y="3484563"/>
          <p14:tracePt t="59882" x="7092950" y="3524250"/>
          <p14:tracePt t="59892" x="7099300" y="3552825"/>
          <p14:tracePt t="59902" x="7110413" y="3586163"/>
          <p14:tracePt t="59912" x="7127875" y="3608388"/>
          <p14:tracePt t="59922" x="7138988" y="3625850"/>
          <p14:tracePt t="59932" x="7161213" y="3643313"/>
          <p14:tracePt t="59942" x="7178675" y="3648075"/>
          <p14:tracePt t="59952" x="7194550" y="3654425"/>
          <p14:tracePt t="59962" x="7216775" y="3659188"/>
          <p14:tracePt t="59972" x="7251700" y="3670300"/>
          <p14:tracePt t="59982" x="7307263" y="3687763"/>
          <p14:tracePt t="59992" x="7391400" y="3709988"/>
          <p14:tracePt t="60002" x="7497763" y="3716338"/>
          <p14:tracePt t="60012" x="7627938" y="3716338"/>
          <p14:tracePt t="60022" x="7785100" y="3705225"/>
          <p14:tracePt t="60032" x="7942263" y="3665538"/>
          <p14:tracePt t="60042" x="8110538" y="3614738"/>
          <p14:tracePt t="60052" x="8269288" y="3557588"/>
          <p14:tracePt t="60062" x="8397875" y="3490913"/>
          <p14:tracePt t="60072" x="8499475" y="3429000"/>
          <p14:tracePt t="60082" x="8572500" y="3378200"/>
          <p14:tracePt t="60092" x="8599488" y="3349625"/>
          <p14:tracePt t="60102" x="8612188" y="3327400"/>
          <p14:tracePt t="60112" x="8612188" y="3316288"/>
          <p14:tracePt t="60122" x="8612188" y="3311525"/>
          <p14:tracePt t="60132" x="8612188" y="3294063"/>
          <p14:tracePt t="60142" x="8599488" y="3282950"/>
          <p14:tracePt t="60152" x="8572500" y="3249613"/>
          <p14:tracePt t="60162" x="8532813" y="3221038"/>
          <p14:tracePt t="60172" x="8488363" y="3187700"/>
          <p14:tracePt t="60182" x="8453438" y="3165475"/>
          <p14:tracePt t="60192" x="8426450" y="3148013"/>
          <p14:tracePt t="60202" x="8415338" y="3136900"/>
          <p14:tracePt t="60212" x="8397875" y="3130550"/>
          <p14:tracePt t="60222" x="8380413" y="3119438"/>
          <p14:tracePt t="60232" x="8358188" y="3114675"/>
          <p14:tracePt t="60242" x="8324850" y="3103563"/>
          <p14:tracePt t="60252" x="8291513" y="3092450"/>
          <p14:tracePt t="60262" x="8256588" y="3079750"/>
          <p14:tracePt t="60272" x="8229600" y="3079750"/>
          <p14:tracePt t="60282" x="8212138" y="3079750"/>
          <p14:tracePt t="60292" x="8201025" y="3079750"/>
          <p14:tracePt t="60303" x="8194675" y="3079750"/>
          <p14:tracePt t="60319" x="8189913" y="3079750"/>
          <p14:tracePt t="60337" x="8183563" y="3079750"/>
          <p14:tracePt t="60343" x="8178800" y="3079750"/>
          <p14:tracePt t="60347" x="8172450" y="3079750"/>
          <p14:tracePt t="60352" x="8161338" y="3074988"/>
          <p14:tracePt t="60362" x="8128000" y="3068638"/>
          <p14:tracePt t="60372" x="8077200" y="3057525"/>
          <p14:tracePt t="60382" x="8021638" y="3052763"/>
          <p14:tracePt t="60392" x="7931150" y="3046413"/>
          <p14:tracePt t="60402" x="7840663" y="3041650"/>
          <p14:tracePt t="60412" x="7740650" y="3041650"/>
          <p14:tracePt t="60422" x="7627938" y="3041650"/>
          <p14:tracePt t="60432" x="7515225" y="3057525"/>
          <p14:tracePt t="60442" x="7419975" y="3074988"/>
          <p14:tracePt t="60452" x="7329488" y="3097213"/>
          <p14:tracePt t="60462" x="7256463" y="3125788"/>
          <p14:tracePt t="60472" x="7189788" y="3148013"/>
          <p14:tracePt t="60482" x="7110413" y="3176588"/>
          <p14:tracePt t="60492" x="7037388" y="3209925"/>
          <p14:tracePt t="60502" x="6964363" y="3254375"/>
          <p14:tracePt t="60512" x="6908800" y="3300413"/>
          <p14:tracePt t="60522" x="6873875" y="3349625"/>
          <p14:tracePt t="60532" x="6862763" y="3406775"/>
          <p14:tracePt t="60542" x="6862763" y="3473450"/>
          <p14:tracePt t="60552" x="6869113" y="3535363"/>
          <p14:tracePt t="60562" x="6897688" y="3597275"/>
          <p14:tracePt t="60572" x="6935788" y="3676650"/>
          <p14:tracePt t="60582" x="6992938" y="3765550"/>
          <p14:tracePt t="60592" x="7059613" y="3867150"/>
          <p14:tracePt t="60602" x="7138988" y="3962400"/>
          <p14:tracePt t="60612" x="7223125" y="4059238"/>
          <p14:tracePt t="60622" x="7307263" y="4137025"/>
          <p14:tracePt t="60632" x="7402513" y="4221163"/>
          <p14:tracePt t="60642" x="7493000" y="4294188"/>
          <p14:tracePt t="60652" x="7577138" y="4344988"/>
          <p14:tracePt t="60662" x="7643813" y="4367213"/>
          <p14:tracePt t="60672" x="7694613" y="4378325"/>
          <p14:tracePt t="60682" x="7745413" y="4384675"/>
          <p14:tracePt t="60692" x="7802563" y="4384675"/>
          <p14:tracePt t="60702" x="7869238" y="4367213"/>
          <p14:tracePt t="60712" x="7942263" y="4344988"/>
          <p14:tracePt t="60722" x="8015288" y="4311650"/>
          <p14:tracePt t="60732" x="8099425" y="4271963"/>
          <p14:tracePt t="60742" x="8183563" y="4232275"/>
          <p14:tracePt t="60752" x="8269288" y="4181475"/>
          <p14:tracePt t="60762" x="8358188" y="4125913"/>
          <p14:tracePt t="60772" x="8431213" y="4075113"/>
          <p14:tracePt t="60782" x="8488363" y="4030663"/>
          <p14:tracePt t="60792" x="8526463" y="3986213"/>
          <p14:tracePt t="60802" x="8537575" y="3962400"/>
          <p14:tracePt t="60812" x="8550275" y="3940175"/>
          <p14:tracePt t="60822" x="8561388" y="3917950"/>
          <p14:tracePt t="60832" x="8561388" y="3913188"/>
          <p14:tracePt t="60842" x="8561388" y="3900488"/>
          <p14:tracePt t="60852" x="8561388" y="3895725"/>
          <p14:tracePt t="60862" x="8566150" y="3884613"/>
          <p14:tracePt t="60872" x="8566150" y="3873500"/>
          <p14:tracePt t="60882" x="8566150" y="3851275"/>
          <p14:tracePt t="60892" x="8566150" y="3827463"/>
          <p14:tracePt t="60902" x="8566150" y="3783013"/>
          <p14:tracePt t="60912" x="8566150" y="3749675"/>
          <p14:tracePt t="60922" x="8566150" y="3709988"/>
          <p14:tracePt t="60932" x="8566150" y="3665538"/>
          <p14:tracePt t="60942" x="8566150" y="3630613"/>
          <p14:tracePt t="60952" x="8566150" y="3597275"/>
          <p14:tracePt t="60962" x="8566150" y="3575050"/>
          <p14:tracePt t="60972" x="8566150" y="3557588"/>
          <p14:tracePt t="60982" x="8566150" y="3546475"/>
          <p14:tracePt t="60992" x="8561388" y="3546475"/>
          <p14:tracePt t="61002" x="8561388" y="3541713"/>
          <p14:tracePt t="61539" x="8555038" y="3541713"/>
          <p14:tracePt t="61555" x="8550275" y="3541713"/>
          <p14:tracePt t="61561" x="8550275" y="3546475"/>
          <p14:tracePt t="61567" x="8550275" y="3552825"/>
          <p14:tracePt t="61572" x="8543925" y="3557588"/>
          <p14:tracePt t="61582" x="8532813" y="3592513"/>
          <p14:tracePt t="61592" x="8526463" y="3643313"/>
          <p14:tracePt t="61602" x="8510588" y="3727450"/>
          <p14:tracePt t="61612" x="8488363" y="3822700"/>
          <p14:tracePt t="61622" x="8464550" y="3935413"/>
          <p14:tracePt t="61632" x="8442325" y="4064000"/>
          <p14:tracePt t="61642" x="8415338" y="4198938"/>
          <p14:tracePt t="61652" x="8402638" y="4333875"/>
          <p14:tracePt t="61662" x="8386763" y="4468813"/>
          <p14:tracePt t="61672" x="8375650" y="4586288"/>
          <p14:tracePt t="61682" x="8364538" y="4694238"/>
          <p14:tracePt t="61692" x="8347075" y="4772025"/>
          <p14:tracePt t="61702" x="8335963" y="4840288"/>
          <p14:tracePt t="61712" x="8329613" y="4879975"/>
          <p14:tracePt t="61722" x="8329613" y="4906963"/>
          <p14:tracePt t="61732" x="8329613" y="4929188"/>
          <p14:tracePt t="61742" x="8324850" y="4935538"/>
          <p14:tracePt t="61752" x="8324850" y="4941888"/>
          <p14:tracePt t="61762" x="8324850" y="4946650"/>
          <p14:tracePt t="61797" x="8324850" y="4953000"/>
          <p14:tracePt t="61853" x="8324850" y="4946650"/>
          <p14:tracePt t="61855" x="8318500" y="4941888"/>
          <p14:tracePt t="61862" x="8313738" y="4935538"/>
          <p14:tracePt t="61872" x="8302625" y="4924425"/>
          <p14:tracePt t="61882" x="8274050" y="4895850"/>
          <p14:tracePt t="61892" x="8245475" y="4873625"/>
          <p14:tracePt t="61902" x="8218488" y="4845050"/>
          <p14:tracePt t="61912" x="8189913" y="4829175"/>
          <p14:tracePt t="61922" x="8178800" y="4811713"/>
          <p14:tracePt t="61932" x="8167688" y="4800600"/>
          <p14:tracePt t="61942" x="8161338" y="4789488"/>
          <p14:tracePt t="61952" x="8161338" y="4778375"/>
          <p14:tracePt t="61962" x="8161338" y="4760913"/>
          <p14:tracePt t="61972" x="8161338" y="4733925"/>
          <p14:tracePt t="61982" x="8167688" y="4687888"/>
          <p14:tracePt t="61992" x="8189913" y="4632325"/>
          <p14:tracePt t="62002" x="8245475" y="4552950"/>
          <p14:tracePt t="62012" x="8296275" y="4479925"/>
          <p14:tracePt t="62022" x="8353425" y="4424363"/>
          <p14:tracePt t="62032" x="8415338" y="4373563"/>
          <p14:tracePt t="62042" x="8459788" y="4333875"/>
          <p14:tracePt t="62052" x="8488363" y="4305300"/>
          <p14:tracePt t="62062" x="8504238" y="4289425"/>
          <p14:tracePt t="62072" x="8515350" y="4278313"/>
          <p14:tracePt t="62082" x="8515350" y="4267200"/>
          <p14:tracePt t="62092" x="8515350" y="4260850"/>
          <p14:tracePt t="62107" x="8515350" y="4256088"/>
          <p14:tracePt t="62135" x="8515350" y="4249738"/>
          <p14:tracePt t="62143" x="8515350" y="4243388"/>
          <p14:tracePt t="62151" x="8510588" y="4243388"/>
          <p14:tracePt t="62153" x="8510588" y="4238625"/>
          <p14:tracePt t="62162" x="8499475" y="4232275"/>
          <p14:tracePt t="62172" x="8464550" y="4216400"/>
          <p14:tracePt t="62182" x="8431213" y="4198938"/>
          <p14:tracePt t="62192" x="8358188" y="4165600"/>
          <p14:tracePt t="62202" x="8280400" y="4143375"/>
          <p14:tracePt t="62212" x="8178800" y="4121150"/>
          <p14:tracePt t="62222" x="8072438" y="4103688"/>
          <p14:tracePt t="62232" x="7953375" y="4097338"/>
          <p14:tracePt t="62242" x="7835900" y="4103688"/>
          <p14:tracePt t="62252" x="7705725" y="4132263"/>
          <p14:tracePt t="62262" x="7566025" y="4176713"/>
          <p14:tracePt t="62272" x="7424738" y="4238625"/>
          <p14:tracePt t="62282" x="7289800" y="4300538"/>
          <p14:tracePt t="62292" x="7154863" y="4378325"/>
          <p14:tracePt t="62302" x="7032625" y="4468813"/>
          <p14:tracePt t="62312" x="6897688" y="4575175"/>
          <p14:tracePt t="62322" x="6751638" y="4705350"/>
          <p14:tracePt t="62332" x="6570663" y="4867275"/>
          <p14:tracePt t="62342" x="6408738" y="5014913"/>
          <p14:tracePt t="62352" x="6194425" y="5187950"/>
          <p14:tracePt t="62362" x="5969000" y="5357813"/>
          <p14:tracePt t="62372" x="5734050" y="5514975"/>
          <p14:tracePt t="62382" x="5486400" y="5654675"/>
          <p14:tracePt t="62392" x="5260975" y="5767388"/>
          <p14:tracePt t="62402" x="5075238" y="5840413"/>
          <p14:tracePt t="62412" x="4951413" y="5884863"/>
          <p14:tracePt t="62422" x="4884738" y="5908675"/>
          <p14:tracePt t="62432" x="4873625" y="5908675"/>
          <p14:tracePt t="62442" x="4867275" y="5908675"/>
          <p14:tracePt t="62453" x="4862513" y="5908675"/>
          <p14:tracePt t="62465" x="4867275" y="5902325"/>
          <p14:tracePt t="62472" x="4884738" y="5884863"/>
          <p14:tracePt t="62482" x="4924425" y="5851525"/>
          <p14:tracePt t="62492" x="4997450" y="5800725"/>
          <p14:tracePt t="62502" x="5059363" y="5745163"/>
          <p14:tracePt t="62512" x="5121275" y="5694363"/>
          <p14:tracePt t="62522" x="5187950" y="5638800"/>
          <p14:tracePt t="62532" x="5267325" y="5588000"/>
          <p14:tracePt t="62542" x="5373688" y="5530850"/>
          <p14:tracePt t="62552" x="5514975" y="5468938"/>
          <p14:tracePt t="62562" x="5722938" y="5395913"/>
          <p14:tracePt t="62572" x="5957888" y="5311775"/>
          <p14:tracePt t="62582" x="6223000" y="5233988"/>
          <p14:tracePt t="62592" x="6503988" y="5165725"/>
          <p14:tracePt t="62602" x="6773863" y="5110163"/>
          <p14:tracePt t="62612" x="6997700" y="5048250"/>
          <p14:tracePt t="62622" x="7161213" y="5002213"/>
          <p14:tracePt t="62632" x="7273925" y="4968875"/>
          <p14:tracePt t="62642" x="7329488" y="4946650"/>
          <p14:tracePt t="62652" x="7346950" y="4935538"/>
          <p14:tracePt t="62663" x="7351713" y="4935538"/>
          <p14:tracePt t="62725" x="7358063" y="4935538"/>
          <p14:tracePt t="62731" x="7362825" y="4935538"/>
          <p14:tracePt t="62733" x="7369175" y="4935538"/>
          <p14:tracePt t="62742" x="7391400" y="4935538"/>
          <p14:tracePt t="62752" x="7435850" y="4935538"/>
          <p14:tracePt t="62762" x="7515225" y="4935538"/>
          <p14:tracePt t="62772" x="7610475" y="4935538"/>
          <p14:tracePt t="62782" x="7729538" y="4941888"/>
          <p14:tracePt t="62792" x="7880350" y="4957763"/>
          <p14:tracePt t="62802" x="8066088" y="4979988"/>
          <p14:tracePt t="62812" x="8302625" y="5008563"/>
          <p14:tracePt t="62822" x="8526463" y="5030788"/>
          <p14:tracePt t="62832" x="8751888" y="5048250"/>
          <p14:tracePt t="62842" x="8970963" y="5064125"/>
          <p14:tracePt t="62852" x="9156700" y="5064125"/>
          <p14:tracePt t="62862" x="9320213" y="5070475"/>
          <p14:tracePt t="62872" x="9437688" y="5076825"/>
          <p14:tracePt t="62882" x="9521825" y="5081588"/>
          <p14:tracePt t="62892" x="9583738" y="5087938"/>
          <p14:tracePt t="62902" x="9612313" y="5099050"/>
          <p14:tracePt t="62912" x="9617075" y="5099050"/>
          <p14:tracePt t="62922" x="9623425" y="5099050"/>
          <p14:tracePt t="64287" x="9612313" y="5099050"/>
          <p14:tracePt t="64289" x="9605963" y="5099050"/>
          <p14:tracePt t="64292" x="9601200" y="5099050"/>
          <p14:tracePt t="64302" x="9532938" y="5081588"/>
          <p14:tracePt t="64312" x="9444038" y="5070475"/>
          <p14:tracePt t="64322" x="9347200" y="5053013"/>
          <p14:tracePt t="64332" x="9240838" y="5037138"/>
          <p14:tracePt t="64342" x="9150350" y="5026025"/>
          <p14:tracePt t="64352" x="9061450" y="5008563"/>
          <p14:tracePt t="64362" x="8966200" y="4991100"/>
          <p14:tracePt t="64372" x="8847138" y="4975225"/>
          <p14:tracePt t="64382" x="8689975" y="4946650"/>
          <p14:tracePt t="64392" x="8526463" y="4924425"/>
          <p14:tracePt t="64402" x="8380413" y="4913313"/>
          <p14:tracePt t="64412" x="8262938" y="4902200"/>
          <p14:tracePt t="64422" x="8189913" y="4891088"/>
          <p14:tracePt t="64432" x="8167688" y="4884738"/>
          <p14:tracePt t="64442" x="8161338" y="4884738"/>
          <p14:tracePt t="64452" x="8156575" y="4884738"/>
          <p14:tracePt t="64471" x="8156575" y="4879975"/>
          <p14:tracePt t="64501" x="8150225" y="4879975"/>
          <p14:tracePt t="64523" x="8145463" y="4879975"/>
          <p14:tracePt t="64527" x="8139113" y="4879975"/>
          <p14:tracePt t="64532" x="8128000" y="4879975"/>
          <p14:tracePt t="64542" x="8077200" y="4879975"/>
          <p14:tracePt t="64552" x="7999413" y="4884738"/>
          <p14:tracePt t="64562" x="7920038" y="4891088"/>
          <p14:tracePt t="64572" x="7829550" y="4906963"/>
          <p14:tracePt t="64582" x="7723188" y="4918075"/>
          <p14:tracePt t="64592" x="7610475" y="4941888"/>
          <p14:tracePt t="64602" x="7486650" y="4957763"/>
          <p14:tracePt t="64612" x="7358063" y="4979988"/>
          <p14:tracePt t="64622" x="7245350" y="4997450"/>
          <p14:tracePt t="64632" x="7132638" y="5019675"/>
          <p14:tracePt t="64642" x="7037388" y="5037138"/>
          <p14:tracePt t="64652" x="6959600" y="5059363"/>
          <p14:tracePt t="64662" x="6884988" y="5070475"/>
          <p14:tracePt t="64672" x="6829425" y="5087938"/>
          <p14:tracePt t="64682" x="6784975" y="5099050"/>
          <p14:tracePt t="64692" x="6738938" y="5103813"/>
          <p14:tracePt t="64702" x="6705600" y="5110163"/>
          <p14:tracePt t="64712" x="6661150" y="5114925"/>
          <p14:tracePt t="64722" x="6616700" y="5114925"/>
          <p14:tracePt t="64732" x="6565900" y="5121275"/>
          <p14:tracePt t="64742" x="6515100" y="5126038"/>
          <p14:tracePt t="64752" x="6475413" y="5126038"/>
          <p14:tracePt t="64762" x="6442075" y="5126038"/>
          <p14:tracePt t="64772" x="6413500" y="5132388"/>
          <p14:tracePt t="64782" x="6396038" y="5132388"/>
          <p14:tracePt t="64792" x="6380163" y="5132388"/>
          <p14:tracePt t="64802" x="6369050" y="5132388"/>
          <p14:tracePt t="64812" x="6357938" y="5132388"/>
          <p14:tracePt t="64829" x="6351588" y="5132388"/>
          <p14:tracePt t="64839" x="6346825" y="5132388"/>
          <p14:tracePt t="64845" x="6340475" y="5132388"/>
          <p14:tracePt t="64852" x="6329363" y="5132388"/>
          <p14:tracePt t="64862" x="6296025" y="5121275"/>
          <p14:tracePt t="64872" x="6245225" y="5110163"/>
          <p14:tracePt t="64882" x="6176963" y="5092700"/>
          <p14:tracePt t="64892" x="6099175" y="5081588"/>
          <p14:tracePt t="64902" x="6015038" y="5064125"/>
          <p14:tracePt t="64912" x="5935663" y="5053013"/>
          <p14:tracePt t="64922" x="5845175" y="5037138"/>
          <p14:tracePt t="64932" x="5761038" y="5014913"/>
          <p14:tracePt t="64942" x="5661025" y="4991100"/>
          <p14:tracePt t="64952" x="5541963" y="4968875"/>
          <p14:tracePt t="64962" x="5440363" y="4946650"/>
          <p14:tracePt t="64972" x="5356225" y="4918075"/>
          <p14:tracePt t="64982" x="5272088" y="4902200"/>
          <p14:tracePt t="64992" x="5210175" y="4884738"/>
          <p14:tracePt t="65002" x="5154613" y="4873625"/>
          <p14:tracePt t="65012" x="5114925" y="4867275"/>
          <p14:tracePt t="65022" x="5092700" y="4867275"/>
          <p14:tracePt t="65032" x="5081588" y="4867275"/>
          <p14:tracePt t="65042" x="5070475" y="4867275"/>
          <p14:tracePt t="65052" x="5064125" y="4867275"/>
          <p14:tracePt t="65062" x="5059363" y="4867275"/>
          <p14:tracePt t="65072" x="5048250" y="4867275"/>
          <p14:tracePt t="65082" x="5037138" y="4879975"/>
          <p14:tracePt t="65092" x="5013325" y="4902200"/>
          <p14:tracePt t="65102" x="4986338" y="4935538"/>
          <p14:tracePt t="65112" x="4957763" y="4986338"/>
          <p14:tracePt t="65122" x="4918075" y="5059363"/>
          <p14:tracePt t="65132" x="4867275" y="5132388"/>
          <p14:tracePt t="65142" x="4811713" y="5199063"/>
          <p14:tracePt t="65152" x="4749800" y="5278438"/>
          <p14:tracePt t="65162" x="4681538" y="5340350"/>
          <p14:tracePt t="65172" x="4632325" y="5391150"/>
          <p14:tracePt t="65182" x="4603750" y="5435600"/>
          <p14:tracePt t="65192" x="4586288" y="5457825"/>
          <p14:tracePt t="65202" x="4581525" y="5475288"/>
          <p14:tracePt t="65212" x="4581525" y="5492750"/>
          <p14:tracePt t="65222" x="4581525" y="5497513"/>
          <p14:tracePt t="65232" x="4586288" y="5514975"/>
          <p14:tracePt t="65242" x="4603750" y="5526088"/>
          <p14:tracePt t="65252" x="4625975" y="5541963"/>
          <p14:tracePt t="65262" x="4676775" y="5576888"/>
          <p14:tracePt t="65272" x="4743450" y="5610225"/>
          <p14:tracePt t="65282" x="4800600" y="5638800"/>
          <p14:tracePt t="65292" x="4862513" y="5661025"/>
          <p14:tracePt t="65302" x="4929188" y="5683250"/>
          <p14:tracePt t="65312" x="5013325" y="5700713"/>
          <p14:tracePt t="65322" x="5121275" y="5711825"/>
          <p14:tracePt t="65332" x="5278438" y="5722938"/>
          <p14:tracePt t="65342" x="5453063" y="5734050"/>
          <p14:tracePt t="65352" x="5683250" y="5749925"/>
          <p14:tracePt t="65362" x="5902325" y="5767388"/>
          <p14:tracePt t="65372" x="6115050" y="5789613"/>
          <p14:tracePt t="65382" x="6318250" y="5811838"/>
          <p14:tracePt t="65392" x="6475413" y="5835650"/>
          <p14:tracePt t="65402" x="6588125" y="5846763"/>
          <p14:tracePt t="65412" x="6654800" y="5851525"/>
          <p14:tracePt t="65422" x="6689725" y="5857875"/>
          <p14:tracePt t="65432" x="6705600" y="5857875"/>
          <p14:tracePt t="65442" x="6711950" y="5857875"/>
          <p14:tracePt t="65452" x="6716713" y="5857875"/>
          <p14:tracePt t="65462" x="6723063" y="5857875"/>
          <p14:tracePt t="65472" x="6723063" y="5851525"/>
          <p14:tracePt t="65482" x="6727825" y="5822950"/>
          <p14:tracePt t="65492" x="6745288" y="5773738"/>
          <p14:tracePt t="65502" x="6767513" y="5683250"/>
          <p14:tracePt t="65512" x="6789738" y="5599113"/>
          <p14:tracePt t="65522" x="6807200" y="5508625"/>
          <p14:tracePt t="65532" x="6824663" y="5424488"/>
          <p14:tracePt t="65542" x="6829425" y="5345113"/>
          <p14:tracePt t="65552" x="6835775" y="5267325"/>
          <p14:tracePt t="65562" x="6835775" y="5194300"/>
          <p14:tracePt t="65572" x="6824663" y="5137150"/>
          <p14:tracePt t="65582" x="6811963" y="5099050"/>
          <p14:tracePt t="65592" x="6800850" y="5070475"/>
          <p14:tracePt t="65602" x="6796088" y="5048250"/>
          <p14:tracePt t="65612" x="6789738" y="5026025"/>
          <p14:tracePt t="65622" x="6778625" y="5002213"/>
          <p14:tracePt t="65632" x="6773863" y="4975225"/>
          <p14:tracePt t="65642" x="6762750" y="4946650"/>
          <p14:tracePt t="65652" x="6756400" y="4924425"/>
          <p14:tracePt t="65662" x="6745288" y="4906963"/>
          <p14:tracePt t="65672" x="6734175" y="4891088"/>
          <p14:tracePt t="65682" x="6723063" y="4879975"/>
          <p14:tracePt t="65692" x="6700838" y="4867275"/>
          <p14:tracePt t="65702" x="6672263" y="4856163"/>
          <p14:tracePt t="65712" x="6650038" y="4851400"/>
          <p14:tracePt t="65722" x="6621463" y="4845050"/>
          <p14:tracePt t="65732" x="6588125" y="4840288"/>
          <p14:tracePt t="65742" x="6503988" y="4840288"/>
          <p14:tracePt t="65752" x="6380163" y="4845050"/>
          <p14:tracePt t="65762" x="6211888" y="4856163"/>
          <p14:tracePt t="65772" x="5964238" y="4891088"/>
          <p14:tracePt t="65782" x="5705475" y="4918075"/>
          <p14:tracePt t="65792" x="5413375" y="4953000"/>
          <p14:tracePt t="65802" x="5121275" y="4986338"/>
          <p14:tracePt t="65812" x="4851400" y="5008563"/>
          <p14:tracePt t="65822" x="4597400" y="5037138"/>
          <p14:tracePt t="65832" x="4395788" y="5070475"/>
          <p14:tracePt t="65842" x="4271963" y="5099050"/>
          <p14:tracePt t="65852" x="4216400" y="5121275"/>
          <p14:tracePt t="65862" x="4198938" y="5126038"/>
          <p14:tracePt t="65872" x="4198938" y="5132388"/>
          <p14:tracePt t="65901" x="4192588" y="5132388"/>
          <p14:tracePt t="65903" x="4192588" y="5137150"/>
          <p14:tracePt t="65912" x="4192588" y="5143500"/>
          <p14:tracePt t="65922" x="4198938" y="5172075"/>
          <p14:tracePt t="65932" x="4210050" y="5199063"/>
          <p14:tracePt t="65942" x="4210050" y="5227638"/>
          <p14:tracePt t="65952" x="4210050" y="5249863"/>
          <p14:tracePt t="65962" x="4210050" y="5272088"/>
          <p14:tracePt t="65972" x="4216400" y="5295900"/>
          <p14:tracePt t="65982" x="4227513" y="5322888"/>
          <p14:tracePt t="65992" x="4249738" y="5362575"/>
          <p14:tracePt t="66002" x="4278313" y="5402263"/>
          <p14:tracePt t="66012" x="4322763" y="5446713"/>
          <p14:tracePt t="66022" x="4362450" y="5480050"/>
          <p14:tracePt t="66032" x="4400550" y="5503863"/>
          <p14:tracePt t="66042" x="4440238" y="5526088"/>
          <p14:tracePt t="66052" x="4468813" y="5541963"/>
          <p14:tracePt t="66062" x="4497388" y="5559425"/>
          <p14:tracePt t="66072" x="4530725" y="5576888"/>
          <p14:tracePt t="66082" x="4570413" y="5592763"/>
          <p14:tracePt t="66092" x="4608513" y="5610225"/>
          <p14:tracePt t="66102" x="4637088" y="5627688"/>
          <p14:tracePt t="66112" x="4659313" y="5632450"/>
          <p14:tracePt t="66122" x="4670425" y="5638800"/>
          <p14:tracePt t="66132" x="4676775" y="5638800"/>
          <p14:tracePt t="66147" x="4681538" y="5638800"/>
          <p14:tracePt t="66169" x="4687888" y="5638800"/>
          <p14:tracePt t="66173" x="4694238" y="5638800"/>
          <p14:tracePt t="66183" x="4699000" y="5638800"/>
          <p14:tracePt t="66189" x="4705350" y="5638800"/>
          <p14:tracePt t="66192" x="4710113" y="5638800"/>
          <p14:tracePt t="66202" x="4732338" y="5638800"/>
          <p14:tracePt t="66212" x="4749800" y="5643563"/>
          <p14:tracePt t="66222" x="4794250" y="5649913"/>
          <p14:tracePt t="66232" x="4833938" y="5654675"/>
          <p14:tracePt t="66242" x="4867275" y="5665788"/>
          <p14:tracePt t="66252" x="4889500" y="5665788"/>
          <p14:tracePt t="66262" x="4906963" y="5672138"/>
          <p14:tracePt t="66272" x="4924425" y="5672138"/>
          <p14:tracePt t="66282" x="4929188" y="5672138"/>
          <p14:tracePt t="66292" x="4940300" y="5676900"/>
          <p14:tracePt t="66302" x="4946650" y="5676900"/>
          <p14:tracePt t="66315" x="4951413" y="5676900"/>
          <p14:tracePt t="66327" x="4951413" y="5683250"/>
          <p14:tracePt t="66332" x="4957763" y="5683250"/>
          <p14:tracePt t="66342" x="4975225" y="5683250"/>
          <p14:tracePt t="66352" x="4991100" y="5683250"/>
          <p14:tracePt t="66362" x="5008563" y="5683250"/>
          <p14:tracePt t="66372" x="5024438" y="5683250"/>
          <p14:tracePt t="66382" x="5041900" y="5676900"/>
          <p14:tracePt t="66392" x="5064125" y="5676900"/>
          <p14:tracePt t="66402" x="5099050" y="5672138"/>
          <p14:tracePt t="66412" x="5132388" y="5661025"/>
          <p14:tracePt t="66422" x="5172075" y="5654675"/>
          <p14:tracePt t="66432" x="5210175" y="5643563"/>
          <p14:tracePt t="66442" x="5249863" y="5638800"/>
          <p14:tracePt t="66452" x="5278438" y="5632450"/>
          <p14:tracePt t="66462" x="5289550" y="5627688"/>
          <p14:tracePt t="66472" x="5294313" y="5621338"/>
          <p14:tracePt t="66487" x="5300663" y="5621338"/>
          <p14:tracePt t="66519" x="5300663" y="5614988"/>
          <p14:tracePt t="66529" x="5300663" y="5610225"/>
          <p14:tracePt t="66541" x="5294313" y="5610225"/>
          <p14:tracePt t="66545" x="5294313" y="5603875"/>
          <p14:tracePt t="66552" x="5289550" y="5603875"/>
          <p14:tracePt t="66562" x="5272088" y="5599113"/>
          <p14:tracePt t="66572" x="5267325" y="5599113"/>
          <p14:tracePt t="66582" x="5260975" y="5599113"/>
          <p14:tracePt t="66592" x="5256213" y="5599113"/>
          <p14:tracePt t="66602" x="5249863" y="5599113"/>
          <p14:tracePt t="66612" x="5232400" y="5599113"/>
          <p14:tracePt t="66622" x="5221288" y="5603875"/>
          <p14:tracePt t="66632" x="5210175" y="5610225"/>
          <p14:tracePt t="66649" x="5210175" y="5614988"/>
          <p14:tracePt t="66652" x="5205413" y="5621338"/>
          <p14:tracePt t="66662" x="5205413" y="5638800"/>
          <p14:tracePt t="66672" x="5216525" y="5676900"/>
          <p14:tracePt t="66682" x="5245100" y="5716588"/>
          <p14:tracePt t="66692" x="5272088" y="5762625"/>
          <p14:tracePt t="66702" x="5318125" y="5807075"/>
          <p14:tracePt t="66712" x="5362575" y="5851525"/>
          <p14:tracePt t="66722" x="5413375" y="5895975"/>
          <p14:tracePt t="66732" x="5464175" y="5942013"/>
          <p14:tracePt t="66742" x="5514975" y="5970588"/>
          <p14:tracePt t="66752" x="5548313" y="5992813"/>
          <p14:tracePt t="66762" x="5559425" y="6003925"/>
          <p14:tracePt t="66772" x="5564188" y="6008688"/>
          <p14:tracePt t="66811" x="5570538" y="6008688"/>
          <p14:tracePt t="66881" x="5570538" y="6003925"/>
          <p14:tracePt t="66889" x="5570538" y="5997575"/>
          <p14:tracePt t="66892" x="5575300" y="5997575"/>
          <p14:tracePt t="66902" x="5575300" y="5992813"/>
          <p14:tracePt t="66912" x="5575300" y="5981700"/>
          <p14:tracePt t="66922" x="5581650" y="5970588"/>
          <p14:tracePt t="66932" x="5588000" y="5957888"/>
          <p14:tracePt t="66942" x="5588000" y="5953125"/>
          <p14:tracePt t="66952" x="5592763" y="5942013"/>
          <p14:tracePt t="66962" x="5599113" y="5930900"/>
          <p14:tracePt t="66972" x="5599113" y="5913438"/>
          <p14:tracePt t="66982" x="5603875" y="5902325"/>
          <p14:tracePt t="66992" x="5610225" y="5884863"/>
          <p14:tracePt t="67002" x="5610225" y="5868988"/>
          <p14:tracePt t="67012" x="5614988" y="5857875"/>
          <p14:tracePt t="67022" x="5621338" y="5835650"/>
          <p14:tracePt t="67032" x="5626100" y="5811838"/>
          <p14:tracePt t="67042" x="5637213" y="5773738"/>
          <p14:tracePt t="67052" x="5643563" y="5745163"/>
          <p14:tracePt t="67062" x="5649913" y="5727700"/>
          <p14:tracePt t="67072" x="5654675" y="5705475"/>
          <p14:tracePt t="67082" x="5654675" y="5688013"/>
          <p14:tracePt t="67097" x="5654675" y="5683250"/>
          <p14:tracePt t="74853" x="5654675" y="5676900"/>
          <p14:tracePt t="74857" x="5654675" y="5672138"/>
          <p14:tracePt t="74862" x="5661025" y="5665788"/>
          <p14:tracePt t="74872" x="5661025" y="5661025"/>
          <p14:tracePt t="74899" x="5661025" y="5654675"/>
          <p14:tracePt t="74943" x="5665788" y="5654675"/>
          <p14:tracePt t="74949" x="5672138" y="5654675"/>
          <p14:tracePt t="74953" x="5676900" y="5654675"/>
          <p14:tracePt t="74962" x="5688013" y="5654675"/>
          <p14:tracePt t="74972" x="5716588" y="5654675"/>
          <p14:tracePt t="74982" x="5745163" y="5654675"/>
          <p14:tracePt t="74992" x="5783263" y="5649913"/>
          <p14:tracePt t="75002" x="5822950" y="5638800"/>
          <p14:tracePt t="75012" x="5857875" y="5627688"/>
          <p14:tracePt t="75022" x="5895975" y="5610225"/>
          <p14:tracePt t="75032" x="5924550" y="5581650"/>
          <p14:tracePt t="75042" x="5953125" y="5553075"/>
          <p14:tracePt t="75052" x="5980113" y="5514975"/>
          <p14:tracePt t="75062" x="6008688" y="5468938"/>
          <p14:tracePt t="75072" x="6042025" y="5419725"/>
          <p14:tracePt t="75082" x="6088063" y="5368925"/>
          <p14:tracePt t="75092" x="6143625" y="5300663"/>
          <p14:tracePt t="75102" x="6200775" y="5233988"/>
          <p14:tracePt t="75112" x="6249988" y="5172075"/>
          <p14:tracePt t="75122" x="6307138" y="5114925"/>
          <p14:tracePt t="75132" x="6373813" y="5064125"/>
          <p14:tracePt t="75142" x="6457950" y="5030788"/>
          <p14:tracePt t="75152" x="6548438" y="5019675"/>
          <p14:tracePt t="75162" x="6638925" y="5014913"/>
          <p14:tracePt t="75172" x="6716713" y="5008563"/>
          <p14:tracePt t="75182" x="6762750" y="4997450"/>
          <p14:tracePt t="75192" x="6811963" y="4979988"/>
          <p14:tracePt t="75202" x="6858000" y="4964113"/>
          <p14:tracePt t="75212" x="6913563" y="4953000"/>
          <p14:tracePt t="75223" x="6981825" y="4946650"/>
          <p14:tracePt t="75223" x="6997700" y="4946650"/>
          <p14:tracePt t="75232" x="7070725" y="4946650"/>
          <p14:tracePt t="75242" x="7194550" y="4964113"/>
          <p14:tracePt t="75252" x="7351713" y="4986338"/>
          <p14:tracePt t="75262" x="7543800" y="5019675"/>
          <p14:tracePt t="75272" x="7767638" y="5064125"/>
          <p14:tracePt t="75282" x="7953375" y="5103813"/>
          <p14:tracePt t="75292" x="8105775" y="5149850"/>
          <p14:tracePt t="75302" x="8207375" y="5183188"/>
          <p14:tracePt t="75312" x="8274050" y="5205413"/>
          <p14:tracePt t="75322" x="8324850" y="5227638"/>
          <p14:tracePt t="75332" x="8358188" y="5249863"/>
          <p14:tracePt t="75343" x="8375650" y="5260975"/>
          <p14:tracePt t="75353" x="8386763" y="5267325"/>
          <p14:tracePt t="75362" x="8397875" y="5272088"/>
          <p14:tracePt t="75372" x="8402638" y="5278438"/>
          <p14:tracePt t="75382" x="8415338" y="5284788"/>
          <p14:tracePt t="75393" x="8420100" y="5284788"/>
          <p14:tracePt t="75403" x="8420100" y="5289550"/>
          <p14:tracePt t="75439" x="8426450" y="5289550"/>
          <p14:tracePt t="75493" x="8420100" y="5289550"/>
          <p14:tracePt t="75495" x="8415338" y="5289550"/>
          <p14:tracePt t="75502" x="8408988" y="5295900"/>
          <p14:tracePt t="75512" x="8380413" y="5307013"/>
          <p14:tracePt t="75522" x="8347075" y="5318125"/>
          <p14:tracePt t="75532" x="8307388" y="5334000"/>
          <p14:tracePt t="75542" x="8269288" y="5351463"/>
          <p14:tracePt t="75552" x="8229600" y="5373688"/>
          <p14:tracePt t="75562" x="8183563" y="5402263"/>
          <p14:tracePt t="75572" x="8145463" y="5430838"/>
          <p14:tracePt t="75582" x="8116888" y="5453063"/>
          <p14:tracePt t="75592" x="8099425" y="5457825"/>
          <p14:tracePt t="75602" x="8099425" y="5464175"/>
          <p14:tracePt t="75612" x="8094663" y="5468938"/>
          <p14:tracePt t="75633" x="8094663" y="5475288"/>
          <p14:tracePt t="75669" x="8094663" y="5468938"/>
          <p14:tracePt t="75675" x="8094663" y="5464175"/>
          <p14:tracePt t="75679" x="8094663" y="5457825"/>
          <p14:tracePt t="75683" x="8088313" y="5453063"/>
          <p14:tracePt t="75692" x="8088313" y="5441950"/>
          <p14:tracePt t="75702" x="8088313" y="5395913"/>
          <p14:tracePt t="75712" x="8099425" y="5357813"/>
          <p14:tracePt t="75722" x="8110538" y="5311775"/>
          <p14:tracePt t="75732" x="8134350" y="5256213"/>
          <p14:tracePt t="75742" x="8156575" y="5210175"/>
          <p14:tracePt t="75752" x="8183563" y="5165725"/>
          <p14:tracePt t="75762" x="8218488" y="5132388"/>
          <p14:tracePt t="75772" x="8245475" y="5099050"/>
          <p14:tracePt t="75782" x="8262938" y="5081588"/>
          <p14:tracePt t="75792" x="8269288" y="5059363"/>
          <p14:tracePt t="75802" x="8274050" y="5053013"/>
          <p14:tracePt t="75812" x="8280400" y="5041900"/>
          <p14:tracePt t="75822" x="8285163" y="5030788"/>
          <p14:tracePt t="75832" x="8291513" y="5014913"/>
          <p14:tracePt t="75842" x="8291513" y="4997450"/>
          <p14:tracePt t="75852" x="8302625" y="4975225"/>
          <p14:tracePt t="75862" x="8307388" y="4957763"/>
          <p14:tracePt t="75872" x="8318500" y="4941888"/>
          <p14:tracePt t="75882" x="8324850" y="4924425"/>
          <p14:tracePt t="75892" x="8329613" y="4918075"/>
          <p14:tracePt t="75902" x="8329613" y="4913313"/>
          <p14:tracePt t="75912" x="8335963" y="4906963"/>
          <p14:tracePt t="75925" x="8335963" y="4902200"/>
          <p14:tracePt t="75932" x="8342313" y="4902200"/>
          <p14:tracePt t="75945" x="8347075" y="4902200"/>
          <p14:tracePt t="75953" x="8347075" y="4895850"/>
          <p14:tracePt t="76003" x="8353425" y="4895850"/>
          <p14:tracePt t="76015" x="8358188" y="4895850"/>
          <p14:tracePt t="76021" x="8369300" y="4895850"/>
          <p14:tracePt t="76025" x="8375650" y="4895850"/>
          <p14:tracePt t="76032" x="8380413" y="4895850"/>
          <p14:tracePt t="76042" x="8397875" y="4895850"/>
          <p14:tracePt t="76052" x="8420100" y="4895850"/>
          <p14:tracePt t="76062" x="8442325" y="4895850"/>
          <p14:tracePt t="76072" x="8482013" y="4895850"/>
          <p14:tracePt t="76082" x="8532813" y="4895850"/>
          <p14:tracePt t="76092" x="8599488" y="4895850"/>
          <p14:tracePt t="76102" x="8701088" y="4891088"/>
          <p14:tracePt t="76112" x="8791575" y="4891088"/>
          <p14:tracePt t="76122" x="8904288" y="4891088"/>
          <p14:tracePt t="76132" x="9021763" y="4891088"/>
          <p14:tracePt t="76142" x="9163050" y="4891088"/>
          <p14:tracePt t="76152" x="9313863" y="4906963"/>
          <p14:tracePt t="76162" x="9482138" y="4924425"/>
          <p14:tracePt t="76172" x="9639300" y="4941888"/>
          <p14:tracePt t="76182" x="9786938" y="4953000"/>
          <p14:tracePt t="76192" x="9904413" y="4964113"/>
          <p14:tracePt t="76202" x="10010775" y="4968875"/>
          <p14:tracePt t="76212" x="10106025" y="4975225"/>
          <p14:tracePt t="76222" x="10185400" y="4986338"/>
          <p14:tracePt t="76232" x="10258425" y="4991100"/>
          <p14:tracePt t="76242" x="10331450" y="4997450"/>
          <p14:tracePt t="76252" x="10410825" y="5008563"/>
          <p14:tracePt t="76262" x="10488613" y="5008563"/>
          <p14:tracePt t="76273" x="10550525" y="5008563"/>
          <p14:tracePt t="76282" x="10601325" y="5008563"/>
          <p14:tracePt t="76292" x="10656888" y="5014913"/>
          <p14:tracePt t="76302" x="10707688" y="5026025"/>
          <p14:tracePt t="76312" x="10758488" y="5041900"/>
          <p14:tracePt t="76322" x="10815638" y="5064125"/>
          <p14:tracePt t="76332" x="10860088" y="5092700"/>
          <p14:tracePt t="76342" x="10893425" y="5114925"/>
          <p14:tracePt t="76352" x="10922000" y="5132388"/>
          <p14:tracePt t="76362" x="10948988" y="5160963"/>
          <p14:tracePt t="76372" x="10961688" y="5183188"/>
          <p14:tracePt t="76382" x="10972800" y="5199063"/>
          <p14:tracePt t="76392" x="10972800" y="5222875"/>
          <p14:tracePt t="76402" x="10972800" y="5256213"/>
          <p14:tracePt t="76412" x="10948988" y="5295900"/>
          <p14:tracePt t="76422" x="10922000" y="5334000"/>
          <p14:tracePt t="76432" x="10882313" y="5391150"/>
          <p14:tracePt t="76442" x="10848975" y="5441950"/>
          <p14:tracePt t="76452" x="10809288" y="5486400"/>
          <p14:tracePt t="76462" x="10775950" y="5526088"/>
          <p14:tracePt t="76472" x="10741025" y="5559425"/>
          <p14:tracePt t="76482" x="10714038" y="5592763"/>
          <p14:tracePt t="76492" x="10674350" y="5627688"/>
          <p14:tracePt t="76502" x="10629900" y="5654675"/>
          <p14:tracePt t="76512" x="10583863" y="5683250"/>
          <p14:tracePt t="76522" x="10521950" y="5700713"/>
          <p14:tracePt t="76532" x="10455275" y="5716588"/>
          <p14:tracePt t="76542" x="10364788" y="5738813"/>
          <p14:tracePt t="76552" x="10287000" y="5762625"/>
          <p14:tracePt t="76562" x="10207625" y="5789613"/>
          <p14:tracePt t="76573" x="10134600" y="5811838"/>
          <p14:tracePt t="76573" x="10123488" y="5818188"/>
          <p14:tracePt t="76582" x="10072688" y="5835650"/>
          <p14:tracePt t="76592" x="10021888" y="5851525"/>
          <p14:tracePt t="76602" x="9966325" y="5873750"/>
          <p14:tracePt t="76612" x="9921875" y="5891213"/>
          <p14:tracePt t="76622" x="9875838" y="5902325"/>
          <p14:tracePt t="76632" x="9836150" y="5919788"/>
          <p14:tracePt t="76642" x="9809163" y="5924550"/>
          <p14:tracePt t="76652" x="9786938" y="5930900"/>
          <p14:tracePt t="76662" x="9758363" y="5935663"/>
          <p14:tracePt t="76672" x="9736138" y="5942013"/>
          <p14:tracePt t="76682" x="9725025" y="5946775"/>
          <p14:tracePt t="76692" x="9701213" y="5953125"/>
          <p14:tracePt t="76702" x="9685338" y="5957888"/>
          <p14:tracePt t="76712" x="9667875" y="5964238"/>
          <p14:tracePt t="76722" x="9652000" y="5964238"/>
          <p14:tracePt t="76732" x="9634538" y="5964238"/>
          <p14:tracePt t="76742" x="9623425" y="5964238"/>
          <p14:tracePt t="76752" x="9612313" y="5964238"/>
          <p14:tracePt t="76762" x="9601200" y="5964238"/>
          <p14:tracePt t="76772" x="9566275" y="5953125"/>
          <p14:tracePt t="76782" x="9521825" y="5935663"/>
          <p14:tracePt t="76792" x="9426575" y="5902325"/>
          <p14:tracePt t="76802" x="9302750" y="5868988"/>
          <p14:tracePt t="76812" x="9150350" y="5829300"/>
          <p14:tracePt t="76822" x="8988425" y="5795963"/>
          <p14:tracePt t="76832" x="8869363" y="5767388"/>
          <p14:tracePt t="76842" x="8785225" y="5749925"/>
          <p14:tracePt t="76852" x="8729663" y="5738813"/>
          <p14:tracePt t="76862" x="8689975" y="5722938"/>
          <p14:tracePt t="76872" x="8661400" y="5716588"/>
          <p14:tracePt t="76882" x="8639175" y="5711825"/>
          <p14:tracePt t="76883" x="8634413" y="5705475"/>
          <p14:tracePt t="76892" x="8616950" y="5700713"/>
          <p14:tracePt t="76902" x="8605838" y="5700713"/>
          <p14:tracePt t="76917" x="8599488" y="5700713"/>
          <p14:tracePt t="76967" x="8599488" y="5694363"/>
          <p14:tracePt t="76981" x="8594725" y="5694363"/>
          <p14:tracePt t="76997" x="8588375" y="5694363"/>
          <p14:tracePt t="77023" x="8583613" y="5694363"/>
          <p14:tracePt t="77037" x="8577263" y="5694363"/>
          <p14:tracePt t="77047" x="8572500" y="5694363"/>
          <p14:tracePt t="77053" x="8566150" y="5694363"/>
          <p14:tracePt t="77061" x="8561388" y="5694363"/>
          <p14:tracePt t="77065" x="8555038" y="5694363"/>
          <p14:tracePt t="77072" x="8550275" y="5694363"/>
          <p14:tracePt t="77082" x="8526463" y="5694363"/>
          <p14:tracePt t="77092" x="8510588" y="5694363"/>
          <p14:tracePt t="77102" x="8464550" y="5694363"/>
          <p14:tracePt t="77112" x="8426450" y="5688013"/>
          <p14:tracePt t="77122" x="8375650" y="5688013"/>
          <p14:tracePt t="77132" x="8307388" y="5683250"/>
          <p14:tracePt t="77142" x="8240713" y="5676900"/>
          <p14:tracePt t="77152" x="8183563" y="5676900"/>
          <p14:tracePt t="77162" x="8139113" y="5672138"/>
          <p14:tracePt t="77172" x="8110538" y="5665788"/>
          <p14:tracePt t="77182" x="8105775" y="5665788"/>
          <p14:tracePt t="77192" x="8099425" y="5665788"/>
          <p14:tracePt t="77202" x="8094663" y="5665788"/>
          <p14:tracePt t="77225" x="8094663" y="5661025"/>
          <p14:tracePt t="77269" x="8088313" y="5661025"/>
          <p14:tracePt t="77275" x="8088313" y="5654675"/>
          <p14:tracePt t="77305" x="8083550" y="5654675"/>
          <p14:tracePt t="77361" x="8077200" y="5654675"/>
          <p14:tracePt t="77367" x="8072438" y="5654675"/>
          <p14:tracePt t="77377" x="8066088" y="5654675"/>
          <p14:tracePt t="77385" x="8061325" y="5654675"/>
          <p14:tracePt t="77392" x="8048625" y="5654675"/>
          <p14:tracePt t="77402" x="8032750" y="5654675"/>
          <p14:tracePt t="77412" x="8010525" y="5661025"/>
          <p14:tracePt t="77422" x="7986713" y="5665788"/>
          <p14:tracePt t="77432" x="7959725" y="5665788"/>
          <p14:tracePt t="77442" x="7942263" y="5676900"/>
          <p14:tracePt t="77452" x="7920038" y="5676900"/>
          <p14:tracePt t="77462" x="7920038" y="5683250"/>
          <p14:tracePt t="77472" x="7913688" y="5683250"/>
          <p14:tracePt t="77509" x="7908925" y="5683250"/>
          <p14:tracePt t="77571" x="7913688" y="5683250"/>
          <p14:tracePt t="77573" x="7920038" y="5683250"/>
          <p14:tracePt t="77582" x="7948613" y="5676900"/>
          <p14:tracePt t="77592" x="7999413" y="5661025"/>
          <p14:tracePt t="77602" x="8088313" y="5638800"/>
          <p14:tracePt t="77612" x="8172450" y="5621338"/>
          <p14:tracePt t="77622" x="8256588" y="5603875"/>
          <p14:tracePt t="77632" x="8342313" y="5599113"/>
          <p14:tracePt t="77642" x="8397875" y="5588000"/>
          <p14:tracePt t="77652" x="8420100" y="5588000"/>
          <p14:tracePt t="77662" x="8426450" y="5581650"/>
          <p14:tracePt t="77673" x="8431213" y="5581650"/>
          <p14:tracePt t="77755" x="8426450" y="5581650"/>
          <p14:tracePt t="77757" x="8426450" y="5576888"/>
          <p14:tracePt t="77762" x="8420100" y="5576888"/>
          <p14:tracePt t="77772" x="8408988" y="5565775"/>
          <p14:tracePt t="77782" x="8375650" y="5553075"/>
          <p14:tracePt t="77792" x="8342313" y="5541963"/>
          <p14:tracePt t="77803" x="8307388" y="5530850"/>
          <p14:tracePt t="77812" x="8274050" y="5519738"/>
          <p14:tracePt t="77822" x="8240713" y="5514975"/>
          <p14:tracePt t="77832" x="8194675" y="5503863"/>
          <p14:tracePt t="77842" x="8134350" y="5486400"/>
          <p14:tracePt t="77852" x="8083550" y="5475288"/>
          <p14:tracePt t="77862" x="8037513" y="5468938"/>
          <p14:tracePt t="77872" x="8004175" y="5457825"/>
          <p14:tracePt t="77882" x="7981950" y="5457825"/>
          <p14:tracePt t="77892" x="7964488" y="5453063"/>
          <p14:tracePt t="77902" x="7948613" y="5446713"/>
          <p14:tracePt t="77912" x="7937500" y="5446713"/>
          <p14:tracePt t="77922" x="7931150" y="5446713"/>
          <p14:tracePt t="77932" x="7926388" y="5446713"/>
          <p14:tracePt t="77991" x="7931150" y="5446713"/>
          <p14:tracePt t="77993" x="7937500" y="5446713"/>
          <p14:tracePt t="78002" x="7953375" y="5457825"/>
          <p14:tracePt t="78012" x="7999413" y="5464175"/>
          <p14:tracePt t="78022" x="8077200" y="5475288"/>
          <p14:tracePt t="78032" x="8167688" y="5492750"/>
          <p14:tracePt t="78042" x="8291513" y="5503863"/>
          <p14:tracePt t="78052" x="8420100" y="5526088"/>
          <p14:tracePt t="78062" x="8537575" y="5537200"/>
          <p14:tracePt t="78072" x="8623300" y="5541963"/>
          <p14:tracePt t="78082" x="8650288" y="5548313"/>
          <p14:tracePt t="78093" x="8656638" y="5548313"/>
          <p14:tracePt t="78107" x="8661400" y="5548313"/>
          <p14:tracePt t="78163" x="8661400" y="5553075"/>
          <p14:tracePt t="78171" x="8661400" y="5559425"/>
          <p14:tracePt t="78181" x="8661400" y="5565775"/>
          <p14:tracePt t="78191" x="8661400" y="5570538"/>
          <p14:tracePt t="78197" x="8656638" y="5570538"/>
          <p14:tracePt t="78202" x="8656638" y="5576888"/>
          <p14:tracePt t="78212" x="8656638" y="5581650"/>
          <p14:tracePt t="78222" x="8650288" y="5588000"/>
          <p14:tracePt t="78232" x="8650288" y="5592763"/>
          <p14:tracePt t="78242" x="8645525" y="5603875"/>
          <p14:tracePt t="78252" x="8645525" y="5610225"/>
          <p14:tracePt t="78262" x="8634413" y="5621338"/>
          <p14:tracePt t="78272" x="8616950" y="5638800"/>
          <p14:tracePt t="78282" x="8588375" y="5665788"/>
          <p14:tracePt t="78292" x="8566150" y="5688013"/>
          <p14:tracePt t="78302" x="8537575" y="5705475"/>
          <p14:tracePt t="78312" x="8510588" y="5716588"/>
          <p14:tracePt t="78322" x="8488363" y="5727700"/>
          <p14:tracePt t="78332" x="8470900" y="5738813"/>
          <p14:tracePt t="78342" x="8464550" y="5745163"/>
          <p14:tracePt t="78352" x="8459788" y="5745163"/>
          <p14:tracePt t="78379" x="8459788" y="5749925"/>
          <p14:tracePt t="78441" x="8459788" y="5745163"/>
          <p14:tracePt t="78445" x="8464550" y="5738813"/>
          <p14:tracePt t="78452" x="8470900" y="5734050"/>
          <p14:tracePt t="78462" x="8477250" y="5722938"/>
          <p14:tracePt t="78472" x="8482013" y="5711825"/>
          <p14:tracePt t="78482" x="8482013" y="5705475"/>
          <p14:tracePt t="78492" x="8488363" y="5705475"/>
          <p14:tracePt t="78503" x="8488363" y="5700713"/>
          <p14:tracePt t="83173" x="8493125" y="5700713"/>
          <p14:tracePt t="83183" x="8499475" y="5700713"/>
          <p14:tracePt t="83191" x="8504238" y="5700713"/>
          <p14:tracePt t="83202" x="8510588" y="5700713"/>
          <p14:tracePt t="83213" x="8515350" y="5700713"/>
          <p14:tracePt t="83341" x="8515350" y="5694363"/>
          <p14:tracePt t="83485" x="8515350" y="5688013"/>
          <p14:tracePt t="83497" x="8515350" y="5683250"/>
          <p14:tracePt t="83509" x="8515350" y="5676900"/>
          <p14:tracePt t="83515" x="8515350" y="5672138"/>
          <p14:tracePt t="83521" x="8515350" y="5665788"/>
          <p14:tracePt t="83525" x="8521700" y="5665788"/>
          <p14:tracePt t="83532" x="8521700" y="5661025"/>
          <p14:tracePt t="83542" x="8537575" y="5643563"/>
          <p14:tracePt t="83552" x="8583613" y="5610225"/>
          <p14:tracePt t="83562" x="8685213" y="5565775"/>
          <p14:tracePt t="83572" x="8820150" y="5526088"/>
          <p14:tracePt t="83582" x="8993188" y="5497513"/>
          <p14:tracePt t="83592" x="9156700" y="5486400"/>
          <p14:tracePt t="83602" x="9302750" y="5486400"/>
          <p14:tracePt t="83612" x="9420225" y="5486400"/>
          <p14:tracePt t="83622" x="9510713" y="5486400"/>
          <p14:tracePt t="83632" x="9566275" y="5486400"/>
          <p14:tracePt t="83642" x="9617075" y="5486400"/>
          <p14:tracePt t="83652" x="9645650" y="5486400"/>
          <p14:tracePt t="83662" x="9663113" y="5486400"/>
          <p14:tracePt t="83672" x="9667875" y="5486400"/>
          <p14:tracePt t="83682" x="9674225" y="5486400"/>
          <p14:tracePt t="83707" x="9674225" y="5492750"/>
          <p14:tracePt t="83723" x="9678988" y="5492750"/>
          <p14:tracePt t="83781" x="9678988" y="5497513"/>
          <p14:tracePt t="83987" x="9674225" y="5497513"/>
          <p14:tracePt t="83995" x="9667875" y="5497513"/>
          <p14:tracePt t="83999" x="9663113" y="5497513"/>
          <p14:tracePt t="84002" x="9656763" y="5497513"/>
          <p14:tracePt t="84012" x="9645650" y="5503863"/>
          <p14:tracePt t="84022" x="9623425" y="5503863"/>
          <p14:tracePt t="84032" x="9583738" y="5519738"/>
          <p14:tracePt t="84042" x="9550400" y="5530850"/>
          <p14:tracePt t="84052" x="9510713" y="5541963"/>
          <p14:tracePt t="84062" x="9471025" y="5553075"/>
          <p14:tracePt t="84072" x="9444038" y="5565775"/>
          <p14:tracePt t="84082" x="9415463" y="5570538"/>
          <p14:tracePt t="84092" x="9404350" y="5581650"/>
          <p14:tracePt t="84102" x="9393238" y="5581650"/>
          <p14:tracePt t="84112" x="9382125" y="5588000"/>
          <p14:tracePt t="84122" x="9358313" y="5599113"/>
          <p14:tracePt t="84123" x="9353550" y="5603875"/>
          <p14:tracePt t="84132" x="9320213" y="5614988"/>
          <p14:tracePt t="84142" x="9274175" y="5627688"/>
          <p14:tracePt t="84152" x="9218613" y="5643563"/>
          <p14:tracePt t="84162" x="9167813" y="5661025"/>
          <p14:tracePt t="84172" x="9105900" y="5683250"/>
          <p14:tracePt t="84182" x="9055100" y="5694363"/>
          <p14:tracePt t="84192" x="9010650" y="5705475"/>
          <p14:tracePt t="84202" x="8977313" y="5716588"/>
          <p14:tracePt t="84212" x="8948738" y="5716588"/>
          <p14:tracePt t="84222" x="8920163" y="5716588"/>
          <p14:tracePt t="84232" x="8897938" y="5716588"/>
          <p14:tracePt t="84242" x="8875713" y="5716588"/>
          <p14:tracePt t="84252" x="8847138" y="5716588"/>
          <p14:tracePt t="84262" x="8831263" y="5705475"/>
          <p14:tracePt t="84272" x="8820150" y="5705475"/>
          <p14:tracePt t="84282" x="8807450" y="5700713"/>
          <p14:tracePt t="84303" x="8802688" y="5700713"/>
          <p14:tracePt t="84331" x="8796338" y="5700713"/>
          <p14:tracePt t="84333" x="8796338" y="5694363"/>
          <p14:tracePt t="84342" x="8791575" y="5694363"/>
          <p14:tracePt t="84352" x="8785225" y="5688013"/>
          <p14:tracePt t="84362" x="8780463" y="5688013"/>
          <p14:tracePt t="84372" x="8769350" y="5688013"/>
          <p14:tracePt t="84383" x="8763000" y="5688013"/>
          <p14:tracePt t="84393" x="8758238" y="5688013"/>
          <p14:tracePt t="84402" x="8745538" y="5688013"/>
          <p14:tracePt t="84412" x="8718550" y="5688013"/>
          <p14:tracePt t="84422" x="8672513" y="5683250"/>
          <p14:tracePt t="84432" x="8628063" y="5683250"/>
          <p14:tracePt t="84442" x="8572500" y="5676900"/>
          <p14:tracePt t="84452" x="8510588" y="5676900"/>
          <p14:tracePt t="84462" x="8453438" y="5676900"/>
          <p14:tracePt t="84472" x="8402638" y="5676900"/>
          <p14:tracePt t="84482" x="8364538" y="5672138"/>
          <p14:tracePt t="84492" x="8342313" y="5672138"/>
          <p14:tracePt t="84502" x="8335963" y="5672138"/>
          <p14:tracePt t="84512" x="8329613" y="5672138"/>
          <p14:tracePt t="84539" x="8324850" y="5672138"/>
          <p14:tracePt t="92281" x="8329613" y="5672138"/>
          <p14:tracePt t="92289" x="8335963" y="5672138"/>
          <p14:tracePt t="92295" x="8342313" y="5676900"/>
          <p14:tracePt t="92302" x="8347075" y="5676900"/>
          <p14:tracePt t="92312" x="8353425" y="5683250"/>
          <p14:tracePt t="92322" x="8364538" y="5694363"/>
          <p14:tracePt t="92332" x="8369300" y="5700713"/>
          <p14:tracePt t="92342" x="8375650" y="5705475"/>
          <p14:tracePt t="92352" x="8380413" y="5705475"/>
          <p14:tracePt t="92365" x="8380413" y="5711825"/>
          <p14:tracePt t="92372" x="8386763" y="5711825"/>
          <p14:tracePt t="92382" x="8391525" y="5711825"/>
          <p14:tracePt t="92392" x="8402638" y="5711825"/>
          <p14:tracePt t="92402" x="8408988" y="5711825"/>
          <p14:tracePt t="92412" x="8420100" y="5711825"/>
          <p14:tracePt t="92422" x="8426450" y="5711825"/>
          <p14:tracePt t="92432" x="8431213" y="5711825"/>
          <p14:tracePt t="92447" x="8437563" y="5711825"/>
          <p14:tracePt t="92452" x="8437563" y="5705475"/>
          <p14:tracePt t="92501" x="8442325" y="5705475"/>
          <p14:tracePt t="92671" x="8437563" y="5705475"/>
          <p14:tracePt t="92695" x="8437563" y="5711825"/>
          <p14:tracePt t="92705" x="8437563" y="5716588"/>
          <p14:tracePt t="92731" x="8437563" y="5722938"/>
          <p14:tracePt t="92773" x="8442325" y="5722938"/>
          <p14:tracePt t="92793" x="8448675" y="5722938"/>
          <p14:tracePt t="93569" x="8453438" y="5727700"/>
          <p14:tracePt t="93575" x="8453438" y="5734050"/>
          <p14:tracePt t="93577" x="8459788" y="5734050"/>
          <p14:tracePt t="93582" x="8459788" y="5745163"/>
          <p14:tracePt t="93592" x="8477250" y="5784850"/>
          <p14:tracePt t="93602" x="8482013" y="5840413"/>
          <p14:tracePt t="93612" x="8488363" y="5942013"/>
          <p14:tracePt t="93622" x="8493125" y="6026150"/>
          <p14:tracePt t="93632" x="8493125" y="6116638"/>
          <p14:tracePt t="93642" x="8493125" y="6205538"/>
          <p14:tracePt t="93652" x="8493125" y="6273800"/>
          <p14:tracePt t="93662" x="8482013" y="6340475"/>
          <p14:tracePt t="93672" x="8482013" y="6391275"/>
          <p14:tracePt t="93682" x="8477250" y="6442075"/>
          <p14:tracePt t="93692" x="8477250" y="6486525"/>
          <p14:tracePt t="93702" x="8482013" y="6532563"/>
          <p14:tracePt t="93712" x="8488363" y="6570663"/>
          <p14:tracePt t="93722" x="8493125" y="6594475"/>
          <p14:tracePt t="93732" x="8493125" y="6605588"/>
          <p14:tracePt t="93742" x="8493125" y="6610350"/>
          <p14:tracePt t="93752" x="8493125" y="6616700"/>
          <p14:tracePt t="93777" x="8493125" y="6621463"/>
          <p14:tracePt t="93805" x="8488363" y="6621463"/>
          <p14:tracePt t="93809" x="8482013" y="6621463"/>
          <p14:tracePt t="93812" x="8477250" y="6621463"/>
          <p14:tracePt t="93822" x="8431213" y="6610350"/>
          <p14:tracePt t="93832" x="8375650" y="6599238"/>
          <p14:tracePt t="93842" x="8280400" y="6588125"/>
          <p14:tracePt t="93852" x="8150225" y="6570663"/>
          <p14:tracePt t="93862" x="7986713" y="6554788"/>
          <p14:tracePt t="93872" x="7796213" y="6532563"/>
          <p14:tracePt t="93882" x="7588250" y="6503988"/>
          <p14:tracePt t="93892" x="7380288" y="6470650"/>
          <p14:tracePt t="93902" x="7183438" y="6442075"/>
          <p14:tracePt t="93912" x="7015163" y="6413500"/>
          <p14:tracePt t="93922" x="6840538" y="6386513"/>
          <p14:tracePt t="93932" x="6711950" y="6362700"/>
          <p14:tracePt t="93942" x="6627813" y="6335713"/>
          <p14:tracePt t="93952" x="6577013" y="6318250"/>
          <p14:tracePt t="93962" x="6559550" y="6307138"/>
          <p14:tracePt t="93972" x="6554788" y="6300788"/>
          <p14:tracePt t="93982" x="6548438" y="6284913"/>
          <p14:tracePt t="93992" x="6537325" y="6256338"/>
          <p14:tracePt t="94002" x="6526213" y="6205538"/>
          <p14:tracePt t="94012" x="6515100" y="6143625"/>
          <p14:tracePt t="94022" x="6486525" y="6054725"/>
          <p14:tracePt t="94032" x="6457950" y="5981700"/>
          <p14:tracePt t="94042" x="6424613" y="5902325"/>
          <p14:tracePt t="94052" x="6373813" y="5818188"/>
          <p14:tracePt t="94062" x="6323013" y="5711825"/>
          <p14:tracePt t="94072" x="6284913" y="5603875"/>
          <p14:tracePt t="94082" x="6256338" y="5492750"/>
          <p14:tracePt t="94092" x="6234113" y="5384800"/>
          <p14:tracePt t="94102" x="6223000" y="5284788"/>
          <p14:tracePt t="94112" x="6216650" y="5216525"/>
          <p14:tracePt t="94122" x="6211888" y="5154613"/>
          <p14:tracePt t="94132" x="6216650" y="5110163"/>
          <p14:tracePt t="94142" x="6238875" y="5064125"/>
          <p14:tracePt t="94152" x="6273800" y="5026025"/>
          <p14:tracePt t="94162" x="6318250" y="4986338"/>
          <p14:tracePt t="94172" x="6362700" y="4957763"/>
          <p14:tracePt t="94182" x="6419850" y="4929188"/>
          <p14:tracePt t="94192" x="6492875" y="4913313"/>
          <p14:tracePt t="94202" x="6570663" y="4884738"/>
          <p14:tracePt t="94212" x="6661150" y="4867275"/>
          <p14:tracePt t="94222" x="6756400" y="4845050"/>
          <p14:tracePt t="94232" x="6846888" y="4829175"/>
          <p14:tracePt t="94242" x="6931025" y="4811713"/>
          <p14:tracePt t="94252" x="6997700" y="4800600"/>
          <p14:tracePt t="94262" x="7054850" y="4789488"/>
          <p14:tracePt t="94272" x="7099300" y="4783138"/>
          <p14:tracePt t="94282" x="7132638" y="4783138"/>
          <p14:tracePt t="94292" x="7154863" y="4783138"/>
          <p14:tracePt t="94302" x="7161213" y="4783138"/>
          <p14:tracePt t="94312" x="7172325" y="4783138"/>
          <p14:tracePt t="94325" x="7178675" y="4783138"/>
          <p14:tracePt t="94341" x="7183438" y="4783138"/>
          <p14:tracePt t="94351" x="7189788" y="4789488"/>
          <p14:tracePt t="94353" x="7189788" y="4794250"/>
          <p14:tracePt t="94362" x="7212013" y="4806950"/>
          <p14:tracePt t="94372" x="7240588" y="4833938"/>
          <p14:tracePt t="94382" x="7307263" y="4879975"/>
          <p14:tracePt t="94392" x="7391400" y="4941888"/>
          <p14:tracePt t="94402" x="7504113" y="5019675"/>
          <p14:tracePt t="94412" x="7632700" y="5114925"/>
          <p14:tracePt t="94422" x="7767638" y="5222875"/>
          <p14:tracePt t="94432" x="7948613" y="5368925"/>
          <p14:tracePt t="94442" x="8121650" y="5503863"/>
          <p14:tracePt t="94452" x="8307388" y="5654675"/>
          <p14:tracePt t="94462" x="8482013" y="5807075"/>
          <p14:tracePt t="94472" x="8634413" y="5942013"/>
          <p14:tracePt t="94482" x="8740775" y="6048375"/>
          <p14:tracePt t="94492" x="8820150" y="6138863"/>
          <p14:tracePt t="94502" x="8864600" y="6194425"/>
          <p14:tracePt t="94512" x="8897938" y="6245225"/>
          <p14:tracePt t="94522" x="8915400" y="6289675"/>
          <p14:tracePt t="94532" x="8920163" y="6313488"/>
          <p14:tracePt t="94542" x="8926513" y="6335713"/>
          <p14:tracePt t="94552" x="8926513" y="6351588"/>
          <p14:tracePt t="94562" x="8926513" y="6369050"/>
          <p14:tracePt t="94572" x="8926513" y="6380163"/>
          <p14:tracePt t="94582" x="8926513" y="6391275"/>
          <p14:tracePt t="94592" x="8920163" y="6397625"/>
          <p14:tracePt t="94602" x="8915400" y="6397625"/>
          <p14:tracePt t="94612" x="8909050" y="6402388"/>
          <p14:tracePt t="94622" x="8904288" y="6408738"/>
          <p14:tracePt t="94632" x="8893175" y="6419850"/>
          <p14:tracePt t="94642" x="8875713" y="6430963"/>
          <p14:tracePt t="94652" x="8858250" y="6453188"/>
          <p14:tracePt t="94662" x="8824913" y="6481763"/>
          <p14:tracePt t="94672" x="8785225" y="6508750"/>
          <p14:tracePt t="94682" x="8740775" y="6543675"/>
          <p14:tracePt t="94692" x="8696325" y="6565900"/>
          <p14:tracePt t="94702" x="8650288" y="6581775"/>
          <p14:tracePt t="94712" x="8612188" y="6599238"/>
          <p14:tracePt t="94722" x="8572500" y="6616700"/>
          <p14:tracePt t="94732" x="8537575" y="6632575"/>
          <p14:tracePt t="94743" x="8493125" y="6656388"/>
          <p14:tracePt t="94752" x="8453438" y="6683375"/>
          <p14:tracePt t="94762" x="8386763" y="6723063"/>
          <p14:tracePt t="94772" x="8307388" y="6767513"/>
          <p14:tracePt t="94782" x="8207375" y="6807200"/>
          <p14:tracePt t="94792" x="8088313" y="6851650"/>
          <p14:tracePt t="94901" x="7070725" y="6851650"/>
          <p14:tracePt t="94903" x="7043738" y="6840538"/>
          <p14:tracePt t="94912" x="6946900" y="6807200"/>
          <p14:tracePt t="94922" x="6818313" y="6767513"/>
          <p14:tracePt t="94932" x="6694488" y="6723063"/>
          <p14:tracePt t="94942" x="6570663" y="6683375"/>
          <p14:tracePt t="94952" x="6457950" y="6643688"/>
          <p14:tracePt t="94962" x="6362700" y="6610350"/>
          <p14:tracePt t="94972" x="6278563" y="6588125"/>
          <p14:tracePt t="94982" x="6211888" y="6565900"/>
          <p14:tracePt t="94992" x="6165850" y="6548438"/>
          <p14:tracePt t="95002" x="6121400" y="6532563"/>
          <p14:tracePt t="95012" x="6088063" y="6521450"/>
          <p14:tracePt t="95022" x="6081713" y="6515100"/>
          <p14:tracePt t="95032" x="6076950" y="6515100"/>
          <p14:tracePt t="95042" x="6076950" y="6508750"/>
          <p14:tracePt t="95052" x="6070600" y="6508750"/>
          <p14:tracePt t="95121" x="6076950" y="6515100"/>
          <p14:tracePt t="95123" x="6088063" y="6526213"/>
          <p14:tracePt t="95132" x="6132513" y="6559550"/>
          <p14:tracePt t="95142" x="6227763" y="6621463"/>
          <p14:tracePt t="95152" x="6384925" y="6705600"/>
          <p14:tracePt t="95162" x="6616700" y="6813550"/>
          <p14:tracePt t="99180" x="6369050" y="6357938"/>
          <p14:tracePt t="99181" x="6334125" y="6335713"/>
          <p14:tracePt t="99184" x="6296025" y="6318250"/>
          <p14:tracePt t="99193" x="6154738" y="6238875"/>
          <p14:tracePt t="99213" x="5880100" y="6070600"/>
          <p14:tracePt t="99223" x="5772150" y="5997575"/>
          <p14:tracePt t="99233" x="5694363" y="5942013"/>
          <p14:tracePt t="99243" x="5603875" y="5891213"/>
          <p14:tracePt t="99253" x="5519738" y="5840413"/>
          <p14:tracePt t="99263" x="5424488" y="5789613"/>
          <p14:tracePt t="99273" x="5322888" y="5734050"/>
          <p14:tracePt t="99283" x="5227638" y="5683250"/>
          <p14:tracePt t="99293" x="5126038" y="5632450"/>
          <p14:tracePt t="99303" x="5037138" y="5570538"/>
          <p14:tracePt t="99313" x="4964113" y="5526088"/>
          <p14:tracePt t="99323" x="4913313" y="5486400"/>
          <p14:tracePt t="99332" x="4873625" y="5435600"/>
          <p14:tracePt t="99343" x="4829175" y="5373688"/>
          <p14:tracePt t="99353" x="4778375" y="5284788"/>
          <p14:tracePt t="99363" x="4721225" y="5187950"/>
          <p14:tracePt t="99373" x="4681538" y="5099050"/>
          <p14:tracePt t="99386" x="4659313" y="5026025"/>
          <p14:tracePt t="99387" x="4659313" y="5019675"/>
          <p14:tracePt t="99392" x="4659313" y="5014913"/>
          <p14:tracePt t="99402" x="4659313" y="4997450"/>
          <p14:tracePt t="99415" x="4659313" y="4991100"/>
          <p14:tracePt t="99453" x="4665663" y="4991100"/>
          <p14:tracePt t="99459" x="4670425" y="4991100"/>
          <p14:tracePt t="99463" x="4676775" y="4991100"/>
          <p14:tracePt t="99473" x="4705350" y="4991100"/>
          <p14:tracePt t="99483" x="4772025" y="4991100"/>
          <p14:tracePt t="99493" x="4856163" y="4991100"/>
          <p14:tracePt t="99503" x="4968875" y="4991100"/>
          <p14:tracePt t="99513" x="5081588" y="4986338"/>
          <p14:tracePt t="99523" x="5165725" y="4968875"/>
          <p14:tracePt t="99533" x="5210175" y="4964113"/>
          <p14:tracePt t="99542" x="5216525" y="4957763"/>
          <p14:tracePt t="99552" x="5221288" y="4957763"/>
          <p14:tracePt t="99562" x="5221288" y="4953000"/>
          <p14:tracePt t="99573" x="5227638" y="4953000"/>
          <p14:tracePt t="99582" x="5232400" y="4953000"/>
          <p14:tracePt t="99592" x="5249863" y="4946650"/>
          <p14:tracePt t="99602" x="5278438" y="4935538"/>
          <p14:tracePt t="99612" x="5329238" y="4924425"/>
          <p14:tracePt t="99622" x="5418138" y="4913313"/>
          <p14:tracePt t="99632" x="5502275" y="4895850"/>
          <p14:tracePt t="99642" x="5603875" y="4884738"/>
          <p14:tracePt t="99652" x="5716588" y="4862513"/>
          <p14:tracePt t="99662" x="5857875" y="4829175"/>
          <p14:tracePt t="99672" x="5986463" y="4806950"/>
          <p14:tracePt t="99682" x="6121400" y="4778375"/>
          <p14:tracePt t="99692" x="6234113" y="4760913"/>
          <p14:tracePt t="99702" x="6323013" y="4745038"/>
          <p14:tracePt t="99712" x="6402388" y="4733925"/>
          <p14:tracePt t="99722" x="6464300" y="4733925"/>
          <p14:tracePt t="99732" x="6519863" y="4733925"/>
          <p14:tracePt t="99742" x="6565900" y="4738688"/>
          <p14:tracePt t="99752" x="6599238" y="4749800"/>
          <p14:tracePt t="99762" x="6627813" y="4760913"/>
          <p14:tracePt t="99772" x="6661150" y="4772025"/>
          <p14:tracePt t="99782" x="6700838" y="4794250"/>
          <p14:tracePt t="99792" x="6751638" y="4822825"/>
          <p14:tracePt t="99802" x="6796088" y="4862513"/>
          <p14:tracePt t="99812" x="6840538" y="4902200"/>
          <p14:tracePt t="99822" x="6873875" y="4941888"/>
          <p14:tracePt t="99833" x="6897688" y="4991100"/>
          <p14:tracePt t="99833" x="6908800" y="5002213"/>
          <p14:tracePt t="99843" x="6924675" y="5053013"/>
          <p14:tracePt t="99852" x="6959600" y="5132388"/>
          <p14:tracePt t="99862" x="6997700" y="5233988"/>
          <p14:tracePt t="99872" x="7037388" y="5351463"/>
          <p14:tracePt t="99883" x="7077075" y="5468938"/>
          <p14:tracePt t="99893" x="7099300" y="5599113"/>
          <p14:tracePt t="99902" x="7110413" y="5672138"/>
          <p14:tracePt t="99912" x="7110413" y="5749925"/>
          <p14:tracePt t="99922" x="7110413" y="5818188"/>
          <p14:tracePt t="99933" x="7099300" y="5873750"/>
          <p14:tracePt t="99933" x="7092950" y="5884863"/>
          <p14:tracePt t="99942" x="7081838" y="5919788"/>
          <p14:tracePt t="99953" x="7059613" y="5957888"/>
          <p14:tracePt t="99953" x="7059613" y="5970588"/>
          <p14:tracePt t="99962" x="7032625" y="5992813"/>
          <p14:tracePt t="99972" x="6997700" y="6019800"/>
          <p14:tracePt t="99982" x="6959600" y="6043613"/>
          <p14:tracePt t="99992" x="6908800" y="6059488"/>
          <p14:tracePt t="100003" x="6851650" y="6076950"/>
          <p14:tracePt t="100012" x="6778625" y="6081713"/>
          <p14:tracePt t="100022" x="6689725" y="6092825"/>
          <p14:tracePt t="100032" x="6570663" y="6099175"/>
          <p14:tracePt t="100033" x="6548438" y="6099175"/>
          <p14:tracePt t="100042" x="6435725" y="6099175"/>
          <p14:tracePt t="100052" x="6261100" y="6099175"/>
          <p14:tracePt t="100063" x="6065838" y="6099175"/>
          <p14:tracePt t="100072" x="5857875" y="6092825"/>
          <p14:tracePt t="100082" x="5661025" y="6092825"/>
          <p14:tracePt t="100092" x="5486400" y="6081713"/>
          <p14:tracePt t="100102" x="5318125" y="6065838"/>
          <p14:tracePt t="100112" x="5143500" y="6030913"/>
          <p14:tracePt t="100123" x="4968875" y="5986463"/>
          <p14:tracePt t="100132" x="4794250" y="5924550"/>
          <p14:tracePt t="100142" x="4625975" y="5857875"/>
          <p14:tracePt t="100152" x="4497388" y="5778500"/>
          <p14:tracePt t="100162" x="4418013" y="5711825"/>
          <p14:tracePt t="100172" x="4384675" y="5654675"/>
          <p14:tracePt t="100182" x="4367213" y="5581650"/>
          <p14:tracePt t="100192" x="4356100" y="5492750"/>
          <p14:tracePt t="100203" x="4356100" y="5384800"/>
          <p14:tracePt t="100203" x="4356100" y="5362575"/>
          <p14:tracePt t="100212" x="4362450" y="5272088"/>
          <p14:tracePt t="100222" x="4378325" y="5176838"/>
          <p14:tracePt t="100232" x="4389438" y="5092700"/>
          <p14:tracePt t="100233" x="4395788" y="5081588"/>
          <p14:tracePt t="100242" x="4406900" y="5026025"/>
          <p14:tracePt t="100252" x="4429125" y="4964113"/>
          <p14:tracePt t="100262" x="4457700" y="4918075"/>
          <p14:tracePt t="100272" x="4502150" y="4879975"/>
          <p14:tracePt t="100283" x="4564063" y="4845050"/>
          <p14:tracePt t="100293" x="4654550" y="4811713"/>
          <p14:tracePt t="100293" x="4670425" y="4806950"/>
          <p14:tracePt t="100302" x="4749800" y="4783138"/>
          <p14:tracePt t="100312" x="4867275" y="4767263"/>
          <p14:tracePt t="100322" x="4991100" y="4749800"/>
          <p14:tracePt t="100332" x="5126038" y="4745038"/>
          <p14:tracePt t="100342" x="5267325" y="4745038"/>
          <p14:tracePt t="100352" x="5413375" y="4767263"/>
          <p14:tracePt t="100362" x="5559425" y="4794250"/>
          <p14:tracePt t="100363" x="5592763" y="4806950"/>
          <p14:tracePt t="100372" x="5716588" y="4845050"/>
          <p14:tracePt t="100382" x="5857875" y="4884738"/>
          <p14:tracePt t="100392" x="5975350" y="4929188"/>
          <p14:tracePt t="100402" x="6065838" y="4968875"/>
          <p14:tracePt t="100403" x="6081713" y="4975225"/>
          <p14:tracePt t="100412" x="6126163" y="4997450"/>
          <p14:tracePt t="100422" x="6172200" y="5026025"/>
          <p14:tracePt t="100432" x="6194425" y="5041900"/>
          <p14:tracePt t="100442" x="6211888" y="5064125"/>
          <p14:tracePt t="100452" x="6227763" y="5092700"/>
          <p14:tracePt t="100462" x="6238875" y="5114925"/>
          <p14:tracePt t="100472" x="6245225" y="5149850"/>
          <p14:tracePt t="100482" x="6249988" y="5187950"/>
          <p14:tracePt t="100492" x="6249988" y="5245100"/>
          <p14:tracePt t="100502" x="6249988" y="5311775"/>
          <p14:tracePt t="100512" x="6249988" y="5380038"/>
          <p14:tracePt t="100522" x="6245225" y="5468938"/>
          <p14:tracePt t="100532" x="6227763" y="5553075"/>
          <p14:tracePt t="100542" x="6205538" y="5638800"/>
          <p14:tracePt t="100553" x="6183313" y="5716588"/>
          <p14:tracePt t="100562" x="6149975" y="5795963"/>
          <p14:tracePt t="100572" x="6121400" y="5862638"/>
          <p14:tracePt t="100582" x="6088063" y="5942013"/>
          <p14:tracePt t="100592" x="6048375" y="6008688"/>
          <p14:tracePt t="100602" x="6008688" y="6059488"/>
          <p14:tracePt t="100612" x="5980113" y="6092825"/>
          <p14:tracePt t="100622" x="5946775" y="6121400"/>
          <p14:tracePt t="100632" x="5918200" y="6127750"/>
          <p14:tracePt t="100642" x="5907088" y="6132513"/>
          <p14:tracePt t="100652" x="5902325" y="6132513"/>
          <p14:tracePt t="100662" x="5895975" y="6132513"/>
          <p14:tracePt t="100689" x="5891213" y="6132513"/>
          <p14:tracePt t="100703" x="5884863" y="6132513"/>
          <p14:tracePt t="100713" x="5880100" y="6132513"/>
          <p14:tracePt t="100721" x="5873750" y="6132513"/>
          <p14:tracePt t="100725" x="5868988" y="6132513"/>
          <p14:tracePt t="100732" x="5868988" y="6127750"/>
          <p14:tracePt t="100742" x="5857875" y="6121400"/>
          <p14:tracePt t="100752" x="5851525" y="6116638"/>
          <p14:tracePt t="100762" x="5845175" y="6099175"/>
          <p14:tracePt t="100772" x="5840413" y="6081713"/>
          <p14:tracePt t="100782" x="5829300" y="6043613"/>
          <p14:tracePt t="100792" x="5829300" y="6008688"/>
          <p14:tracePt t="100802" x="5829300" y="5957888"/>
          <p14:tracePt t="100812" x="5829300" y="5902325"/>
          <p14:tracePt t="100822" x="5845175" y="5846763"/>
          <p14:tracePt t="100832" x="5868988" y="5789613"/>
          <p14:tracePt t="100842" x="5891213" y="5745163"/>
          <p14:tracePt t="100852" x="5918200" y="5716588"/>
          <p14:tracePt t="100853" x="5924550" y="5711825"/>
          <p14:tracePt t="100862" x="5942013" y="5694363"/>
          <p14:tracePt t="100872" x="5957888" y="5688013"/>
          <p14:tracePt t="100882" x="5964238" y="5683250"/>
          <p14:tracePt t="100892" x="5969000" y="5676900"/>
          <p14:tracePt t="100931" x="5975350" y="5676900"/>
          <p14:tracePt t="100945" x="5980113" y="5676900"/>
          <p14:tracePt t="101787" x="5986463" y="5676900"/>
          <p14:tracePt t="101793" x="5986463" y="5672138"/>
          <p14:tracePt t="101795" x="5991225" y="5672138"/>
          <p14:tracePt t="101802" x="5997575" y="5665788"/>
          <p14:tracePt t="101812" x="6015038" y="5661025"/>
          <p14:tracePt t="101822" x="6030913" y="5654675"/>
          <p14:tracePt t="101832" x="6048375" y="5649913"/>
          <p14:tracePt t="101842" x="6070600" y="5643563"/>
          <p14:tracePt t="101852" x="6099175" y="5643563"/>
          <p14:tracePt t="101862" x="6138863" y="5643563"/>
          <p14:tracePt t="101872" x="6188075" y="5654675"/>
          <p14:tracePt t="101882" x="6273800" y="5683250"/>
          <p14:tracePt t="101892" x="6351588" y="5700713"/>
          <p14:tracePt t="101902" x="6446838" y="5716588"/>
          <p14:tracePt t="101912" x="6559550" y="5738813"/>
          <p14:tracePt t="101923" x="6694488" y="5749925"/>
          <p14:tracePt t="101932" x="6862763" y="5773738"/>
          <p14:tracePt t="101942" x="7077075" y="5800725"/>
          <p14:tracePt t="101952" x="7302500" y="5822950"/>
          <p14:tracePt t="101962" x="7521575" y="5840413"/>
          <p14:tracePt t="101972" x="7734300" y="5851525"/>
          <p14:tracePt t="101982" x="7920038" y="5851525"/>
          <p14:tracePt t="101993" x="8110538" y="5851525"/>
          <p14:tracePt t="101993" x="8150225" y="5851525"/>
          <p14:tracePt t="102002" x="8285163" y="5835650"/>
          <p14:tracePt t="102012" x="8448675" y="5811838"/>
          <p14:tracePt t="102022" x="8616950" y="5784850"/>
          <p14:tracePt t="102032" x="8763000" y="5756275"/>
          <p14:tracePt t="102042" x="8886825" y="5734050"/>
          <p14:tracePt t="102052" x="8977313" y="5700713"/>
          <p14:tracePt t="102062" x="9050338" y="5665788"/>
          <p14:tracePt t="102072" x="9128125" y="5621338"/>
          <p14:tracePt t="102082" x="9236075" y="5570538"/>
          <p14:tracePt t="102092" x="9358313" y="5514975"/>
          <p14:tracePt t="102102" x="9510713" y="5446713"/>
          <p14:tracePt t="102112" x="9667875" y="5384800"/>
          <p14:tracePt t="102122" x="9813925" y="5334000"/>
          <p14:tracePt t="102132" x="9932988" y="5289550"/>
          <p14:tracePt t="102142" x="10033000" y="5249863"/>
          <p14:tracePt t="102152" x="10112375" y="5216525"/>
          <p14:tracePt t="102162" x="10185400" y="5187950"/>
          <p14:tracePt t="102172" x="10240963" y="5160963"/>
          <p14:tracePt t="102182" x="10291763" y="5126038"/>
          <p14:tracePt t="102192" x="10331450" y="5092700"/>
          <p14:tracePt t="102202" x="10360025" y="5070475"/>
          <p14:tracePt t="102212" x="10375900" y="5053013"/>
          <p14:tracePt t="102222" x="10387013" y="5037138"/>
          <p14:tracePt t="102232" x="10393363" y="5037138"/>
          <p14:tracePt t="102242" x="10393363" y="5030788"/>
          <p14:tracePt t="102252" x="10393363" y="5026025"/>
          <p14:tracePt t="102262" x="10393363" y="5014913"/>
          <p14:tracePt t="102272" x="10393363" y="5002213"/>
          <p14:tracePt t="102282" x="10393363" y="4986338"/>
          <p14:tracePt t="102292" x="10375900" y="4968875"/>
          <p14:tracePt t="102302" x="10353675" y="4941888"/>
          <p14:tracePt t="102312" x="10331450" y="4918075"/>
          <p14:tracePt t="102322" x="10302875" y="4895850"/>
          <p14:tracePt t="102332" x="10269538" y="4879975"/>
          <p14:tracePt t="102342" x="10225088" y="4856163"/>
          <p14:tracePt t="102352" x="10179050" y="4840288"/>
          <p14:tracePt t="102362" x="10129838" y="4829175"/>
          <p14:tracePt t="102372" x="10079038" y="4811713"/>
          <p14:tracePt t="102382" x="10028238" y="4806950"/>
          <p14:tracePt t="102392" x="9977438" y="4806950"/>
          <p14:tracePt t="102402" x="9915525" y="4806950"/>
          <p14:tracePt t="102412" x="9842500" y="4806950"/>
          <p14:tracePt t="102422" x="9774238" y="4806950"/>
          <p14:tracePt t="102432" x="9701213" y="4811713"/>
          <p14:tracePt t="102442" x="9612313" y="4829175"/>
          <p14:tracePt t="102452" x="9528175" y="4833938"/>
          <p14:tracePt t="102462" x="9426575" y="4851400"/>
          <p14:tracePt t="102472" x="9302750" y="4879975"/>
          <p14:tracePt t="102482" x="9150350" y="4913313"/>
          <p14:tracePt t="102492" x="8953500" y="4975225"/>
          <p14:tracePt t="102502" x="8758238" y="5037138"/>
          <p14:tracePt t="102512" x="8555038" y="5110163"/>
          <p14:tracePt t="102522" x="8358188" y="5187950"/>
          <p14:tracePt t="102532" x="8161338" y="5267325"/>
          <p14:tracePt t="102542" x="7993063" y="5351463"/>
          <p14:tracePt t="102552" x="7847013" y="5435600"/>
          <p14:tracePt t="102562" x="7734300" y="5519738"/>
          <p14:tracePt t="102572" x="7643813" y="5614988"/>
          <p14:tracePt t="102582" x="7594600" y="5716588"/>
          <p14:tracePt t="102592" x="7566025" y="5846763"/>
          <p14:tracePt t="102602" x="7554913" y="5986463"/>
          <p14:tracePt t="102612" x="7559675" y="6149975"/>
          <p14:tracePt t="102622" x="7610475" y="6329363"/>
          <p14:tracePt t="102632" x="7694613" y="6526213"/>
          <p14:tracePt t="102642" x="7813675" y="6700838"/>
          <p14:tracePt t="102652" x="7953375" y="6846888"/>
          <p14:tracePt t="110267" x="8521700" y="6824663"/>
          <p14:tracePt t="110272" x="8482013" y="6778625"/>
          <p14:tracePt t="110282" x="8364538" y="6643688"/>
          <p14:tracePt t="110292" x="8256588" y="6497638"/>
          <p14:tracePt t="110302" x="8156575" y="6380163"/>
          <p14:tracePt t="110312" x="8083550" y="6256338"/>
          <p14:tracePt t="110322" x="8021638" y="6154738"/>
          <p14:tracePt t="110332" x="7964488" y="6065838"/>
          <p14:tracePt t="110342" x="7920038" y="5986463"/>
          <p14:tracePt t="110352" x="7875588" y="5919788"/>
          <p14:tracePt t="110362" x="7840663" y="5851525"/>
          <p14:tracePt t="110372" x="7813675" y="5800725"/>
          <p14:tracePt t="110382" x="7796213" y="5749925"/>
          <p14:tracePt t="110392" x="7773988" y="5705475"/>
          <p14:tracePt t="110402" x="7767638" y="5676900"/>
          <p14:tracePt t="110412" x="7767638" y="5654675"/>
          <p14:tracePt t="110422" x="7767638" y="5643563"/>
          <p14:tracePt t="110433" x="7767638" y="5638800"/>
          <p14:tracePt t="110443" x="7767638" y="5632450"/>
          <p14:tracePt t="110491" x="7767638" y="5627688"/>
          <p14:tracePt t="110521" x="7767638" y="5621338"/>
          <p14:tracePt t="110523" x="7773988" y="5621338"/>
          <p14:tracePt t="110532" x="7778750" y="5614988"/>
          <p14:tracePt t="110577" x="7778750" y="5610225"/>
          <p14:tracePt t="110601" x="7785100" y="5610225"/>
          <p14:tracePt t="110639" x="7791450" y="5610225"/>
          <p14:tracePt t="110645" x="7796213" y="5614988"/>
          <p14:tracePt t="110647" x="7802563" y="5614988"/>
          <p14:tracePt t="110652" x="7807325" y="5627688"/>
          <p14:tracePt t="110662" x="7864475" y="5654675"/>
          <p14:tracePt t="110672" x="7970838" y="5711825"/>
          <p14:tracePt t="110682" x="8194675" y="5789613"/>
          <p14:tracePt t="110692" x="8482013" y="5868988"/>
          <p14:tracePt t="110702" x="8824913" y="5935663"/>
          <p14:tracePt t="110712" x="9196388" y="5992813"/>
          <p14:tracePt t="110722" x="9550400" y="6008688"/>
          <p14:tracePt t="110732" x="9859963" y="6008688"/>
          <p14:tracePt t="110742" x="10117138" y="6008688"/>
          <p14:tracePt t="110752" x="10291763" y="6015038"/>
          <p14:tracePt t="110762" x="10375900" y="6019800"/>
          <p14:tracePt t="110772" x="10415588" y="6030913"/>
          <p14:tracePt t="110782" x="10426700" y="6037263"/>
          <p14:tracePt t="110792" x="10433050" y="6054725"/>
          <p14:tracePt t="110802" x="10433050" y="6076950"/>
          <p14:tracePt t="110812" x="10426700" y="6116638"/>
          <p14:tracePt t="110822" x="10410825" y="6143625"/>
          <p14:tracePt t="110832" x="10387013" y="6178550"/>
          <p14:tracePt t="110843" x="10364788" y="6211888"/>
          <p14:tracePt t="110852" x="10337800" y="6251575"/>
          <p14:tracePt t="110862" x="10309225" y="6289675"/>
          <p14:tracePt t="110872" x="10280650" y="6335713"/>
          <p14:tracePt t="110882" x="10258425" y="6369050"/>
          <p14:tracePt t="110892" x="10236200" y="6402388"/>
          <p14:tracePt t="110893" x="10236200" y="6408738"/>
          <p14:tracePt t="110902" x="10218738" y="6435725"/>
          <p14:tracePt t="110912" x="10196513" y="6464300"/>
          <p14:tracePt t="110922" x="10174288" y="6492875"/>
          <p14:tracePt t="110932" x="10140950" y="6526213"/>
          <p14:tracePt t="110942" x="10106025" y="6559550"/>
          <p14:tracePt t="110952" x="10067925" y="6588125"/>
          <p14:tracePt t="110962" x="10028238" y="6616700"/>
          <p14:tracePt t="110972" x="9982200" y="6638925"/>
          <p14:tracePt t="110982" x="9937750" y="6661150"/>
          <p14:tracePt t="110992" x="9893300" y="6683375"/>
          <p14:tracePt t="111002" x="9847263" y="6705600"/>
          <p14:tracePt t="111012" x="9786938" y="6740525"/>
          <p14:tracePt t="111022" x="9707563" y="6762750"/>
          <p14:tracePt t="111032" x="9628188" y="6796088"/>
          <p14:tracePt t="111042" x="9555163" y="6818313"/>
          <p14:tracePt t="111052" x="9488488" y="6846888"/>
          <p14:tracePt t="111307" x="7661275" y="6734175"/>
          <p14:tracePt t="111309" x="7610475" y="6683375"/>
          <p14:tracePt t="111312" x="7566025" y="6643688"/>
          <p14:tracePt t="111322" x="7358063" y="6430963"/>
          <p14:tracePt t="111332" x="7172325" y="6234113"/>
          <p14:tracePt t="111342" x="7015163" y="6048375"/>
          <p14:tracePt t="111352" x="6897688" y="5880100"/>
          <p14:tracePt t="111362" x="6818313" y="5727700"/>
          <p14:tracePt t="111372" x="6767513" y="5592763"/>
          <p14:tracePt t="111382" x="6745288" y="5457825"/>
          <p14:tracePt t="111392" x="6745288" y="5340350"/>
          <p14:tracePt t="111402" x="6784975" y="5205413"/>
          <p14:tracePt t="111412" x="6824663" y="5132388"/>
          <p14:tracePt t="111422" x="6840538" y="5092700"/>
          <p14:tracePt t="111432" x="6851650" y="5070475"/>
          <p14:tracePt t="111442" x="6869113" y="5037138"/>
          <p14:tracePt t="111452" x="6897688" y="4997450"/>
          <p14:tracePt t="111462" x="6953250" y="4929188"/>
          <p14:tracePt t="111472" x="7019925" y="4867275"/>
          <p14:tracePt t="111482" x="7092950" y="4818063"/>
          <p14:tracePt t="111492" x="7167563" y="4778375"/>
          <p14:tracePt t="111503" x="7240588" y="4756150"/>
          <p14:tracePt t="111503" x="7251700" y="4756150"/>
          <p14:tracePt t="111512" x="7307263" y="4738688"/>
          <p14:tracePt t="111522" x="7380288" y="4721225"/>
          <p14:tracePt t="111532" x="7486650" y="4699000"/>
          <p14:tracePt t="111542" x="7650163" y="4665663"/>
          <p14:tracePt t="111552" x="7847013" y="4637088"/>
          <p14:tracePt t="111562" x="8032750" y="4614863"/>
          <p14:tracePt t="111572" x="8218488" y="4598988"/>
          <p14:tracePt t="111582" x="8364538" y="4592638"/>
          <p14:tracePt t="111592" x="8459788" y="4586288"/>
          <p14:tracePt t="111602" x="8515350" y="4586288"/>
          <p14:tracePt t="111612" x="8537575" y="4586288"/>
          <p14:tracePt t="111622" x="8543925" y="4592638"/>
          <p14:tracePt t="111647" x="8550275" y="4592638"/>
          <p14:tracePt t="111659" x="8550275" y="4598988"/>
          <p14:tracePt t="111689" x="8555038" y="4598988"/>
          <p14:tracePt t="111699" x="8555038" y="4603750"/>
          <p14:tracePt t="111707" x="8555038" y="4610100"/>
          <p14:tracePt t="111713" x="8561388" y="4610100"/>
          <p14:tracePt t="111719" x="8566150" y="4610100"/>
          <p14:tracePt t="111723" x="8566150" y="4614863"/>
          <p14:tracePt t="111732" x="8577263" y="4614863"/>
          <p14:tracePt t="111742" x="8594725" y="4621213"/>
          <p14:tracePt t="111752" x="8612188" y="4621213"/>
          <p14:tracePt t="111762" x="8628063" y="4621213"/>
          <p14:tracePt t="111772" x="8645525" y="4621213"/>
          <p14:tracePt t="111782" x="8672513" y="4610100"/>
          <p14:tracePt t="111792" x="8718550" y="4603750"/>
          <p14:tracePt t="111802" x="8745538" y="4592638"/>
          <p14:tracePt t="111812" x="8769350" y="4592638"/>
          <p14:tracePt t="111822" x="8796338" y="4586288"/>
          <p14:tracePt t="111832" x="8824913" y="4586288"/>
          <p14:tracePt t="111842" x="8853488" y="4581525"/>
          <p14:tracePt t="111852" x="8893175" y="4581525"/>
          <p14:tracePt t="111862" x="8926513" y="4581525"/>
          <p14:tracePt t="111872" x="8966200" y="4581525"/>
          <p14:tracePt t="111882" x="9004300" y="4592638"/>
          <p14:tracePt t="111892" x="9039225" y="4598988"/>
          <p14:tracePt t="111902" x="9072563" y="4610100"/>
          <p14:tracePt t="111912" x="9117013" y="4621213"/>
          <p14:tracePt t="111922" x="9150350" y="4637088"/>
          <p14:tracePt t="111932" x="9196388" y="4648200"/>
          <p14:tracePt t="111942" x="9240838" y="4676775"/>
          <p14:tracePt t="111952" x="9285288" y="4694238"/>
          <p14:tracePt t="111962" x="9320213" y="4710113"/>
          <p14:tracePt t="111972" x="9353550" y="4727575"/>
          <p14:tracePt t="111982" x="9382125" y="4749800"/>
          <p14:tracePt t="111992" x="9404350" y="4767263"/>
          <p14:tracePt t="112002" x="9431338" y="4783138"/>
          <p14:tracePt t="112012" x="9459913" y="4794250"/>
          <p14:tracePt t="112022" x="9488488" y="4806950"/>
          <p14:tracePt t="112032" x="9517063" y="4818063"/>
          <p14:tracePt t="112042" x="9528175" y="4818063"/>
          <p14:tracePt t="112052" x="9539288" y="4822825"/>
          <p14:tracePt t="112067" x="9539288" y="4829175"/>
          <p14:tracePt t="112073" x="9544050" y="4829175"/>
          <p14:tracePt t="112187" x="9544050" y="4833938"/>
          <p14:tracePt t="112199" x="9544050" y="4840288"/>
          <p14:tracePt t="112209" x="9544050" y="4845050"/>
          <p14:tracePt t="112211" x="9544050" y="4851400"/>
          <p14:tracePt t="112219" x="9544050" y="4856163"/>
          <p14:tracePt t="112225" x="9544050" y="4862513"/>
          <p14:tracePt t="112233" x="9544050" y="4867275"/>
          <p14:tracePt t="112242" x="9544050" y="4873625"/>
          <p14:tracePt t="112252" x="9544050" y="4879975"/>
          <p14:tracePt t="112293" x="9544050" y="4884738"/>
          <p14:tracePt t="112405" x="9539288" y="4884738"/>
          <p14:tracePt t="122935" x="9544050" y="4884738"/>
          <p14:tracePt t="122939" x="9550400" y="4879975"/>
          <p14:tracePt t="122945" x="9555163" y="4879975"/>
          <p14:tracePt t="122952" x="9566275" y="4873625"/>
          <p14:tracePt t="122962" x="9594850" y="4867275"/>
          <p14:tracePt t="122972" x="9623425" y="4867275"/>
          <p14:tracePt t="122983" x="9639300" y="4873625"/>
          <p14:tracePt t="122992" x="9639300" y="4879975"/>
          <p14:tracePt t="123002" x="9634538" y="4891088"/>
          <p14:tracePt t="123012" x="9583738" y="4913313"/>
          <p14:tracePt t="123022" x="9499600" y="4953000"/>
          <p14:tracePt t="123032" x="9375775" y="4986338"/>
          <p14:tracePt t="123042" x="9274175" y="5014913"/>
          <p14:tracePt t="123052" x="9263063" y="5026025"/>
          <p14:tracePt t="123083" x="9263063" y="5030788"/>
          <p14:tracePt t="125269" x="9263063" y="5037138"/>
          <p14:tracePt t="125361" x="9258300" y="5037138"/>
          <p14:tracePt t="125389" x="9263063" y="5037138"/>
          <p14:tracePt t="125399" x="9269413" y="5037138"/>
          <p14:tracePt t="125401" x="9269413" y="5041900"/>
          <p14:tracePt t="125411" x="9274175" y="5041900"/>
          <p14:tracePt t="125423" x="9274175" y="5048250"/>
          <p14:tracePt t="125431" x="9274175" y="5053013"/>
          <p14:tracePt t="125437" x="9274175" y="5059363"/>
          <p14:tracePt t="125443" x="9274175" y="5064125"/>
          <p14:tracePt t="125463" x="9274175" y="5070475"/>
          <p14:tracePt t="125471" x="9274175" y="5076825"/>
          <p14:tracePt t="125483" x="9280525" y="5081588"/>
          <p14:tracePt t="125489" x="9285288" y="5087938"/>
          <p14:tracePt t="125493" x="9291638" y="5087938"/>
          <p14:tracePt t="125502" x="9302750" y="5103813"/>
          <p14:tracePt t="125512" x="9331325" y="5126038"/>
          <p14:tracePt t="125522" x="9347200" y="5149850"/>
          <p14:tracePt t="125532" x="9358313" y="5165725"/>
          <p14:tracePt t="125542" x="9371013" y="5176838"/>
          <p14:tracePt t="125552" x="9386888" y="5194300"/>
          <p14:tracePt t="125562" x="9409113" y="5205413"/>
          <p14:tracePt t="125572" x="9426575" y="5216525"/>
          <p14:tracePt t="125582" x="9437688" y="5227638"/>
          <p14:tracePt t="125592" x="9444038" y="5227638"/>
          <p14:tracePt t="125631" x="9448800" y="5233988"/>
          <p14:tracePt t="125727" x="9455150" y="5233988"/>
          <p14:tracePt t="125747" x="9459913" y="5227638"/>
          <p14:tracePt t="125755" x="9459913" y="5222875"/>
          <p14:tracePt t="125763" x="9459913" y="5216525"/>
          <p14:tracePt t="125773" x="9459913" y="5210175"/>
          <p14:tracePt t="125779" x="9459913" y="5205413"/>
          <p14:tracePt t="125783" x="9459913" y="5199063"/>
          <p14:tracePt t="125792" x="9459913" y="5183188"/>
          <p14:tracePt t="125802" x="9459913" y="5165725"/>
          <p14:tracePt t="125812" x="9459913" y="5137150"/>
          <p14:tracePt t="125823" x="9459913" y="5110163"/>
          <p14:tracePt t="125832" x="9459913" y="5064125"/>
          <p14:tracePt t="125842" x="9455150" y="5037138"/>
          <p14:tracePt t="125852" x="9455150" y="5014913"/>
          <p14:tracePt t="125862" x="9455150" y="5008563"/>
          <p14:tracePt t="125872" x="9455150" y="5002213"/>
          <p14:tracePt t="125882" x="9455150" y="4997450"/>
          <p14:tracePt t="125905" x="9455150" y="4991100"/>
          <p14:tracePt t="125953" x="9459913" y="4991100"/>
          <p14:tracePt t="125955" x="9466263" y="4991100"/>
          <p14:tracePt t="125962" x="9471025" y="4986338"/>
          <p14:tracePt t="125973" x="9510713" y="4979988"/>
          <p14:tracePt t="125982" x="9539288" y="4979988"/>
          <p14:tracePt t="125992" x="9583738" y="4979988"/>
          <p14:tracePt t="126002" x="9634538" y="4975225"/>
          <p14:tracePt t="126012" x="9685338" y="4975225"/>
          <p14:tracePt t="126022" x="9747250" y="4975225"/>
          <p14:tracePt t="126032" x="9802813" y="4975225"/>
          <p14:tracePt t="126042" x="9871075" y="4975225"/>
          <p14:tracePt t="126052" x="9932988" y="4975225"/>
          <p14:tracePt t="126062" x="9988550" y="4975225"/>
          <p14:tracePt t="126072" x="10028238" y="4975225"/>
          <p14:tracePt t="126082" x="10055225" y="4975225"/>
          <p14:tracePt t="126092" x="10072688" y="4975225"/>
          <p14:tracePt t="126102" x="10083800" y="4975225"/>
          <p14:tracePt t="126112" x="10094913" y="4975225"/>
          <p14:tracePt t="126129" x="10101263" y="4975225"/>
          <p14:tracePt t="127673" x="10094913" y="4975225"/>
          <p14:tracePt t="127675" x="10090150" y="4979988"/>
          <p14:tracePt t="127682" x="10067925" y="4991100"/>
          <p14:tracePt t="127692" x="10050463" y="5008563"/>
          <p14:tracePt t="127703" x="10039350" y="5026025"/>
          <p14:tracePt t="127712" x="10033000" y="5041900"/>
          <p14:tracePt t="127722" x="10033000" y="5064125"/>
          <p14:tracePt t="127732" x="10033000" y="5092700"/>
          <p14:tracePt t="127742" x="10033000" y="5110163"/>
          <p14:tracePt t="127757" x="10033000" y="5114925"/>
          <p14:tracePt t="128621" x="10033000" y="5121275"/>
          <p14:tracePt t="128623" x="10028238" y="5121275"/>
          <p14:tracePt t="128635" x="10028238" y="5126038"/>
          <p14:tracePt t="128642" x="10033000" y="5126038"/>
          <p14:tracePt t="128652" x="10050463" y="5137150"/>
          <p14:tracePt t="128662" x="10079038" y="5143500"/>
          <p14:tracePt t="128672" x="10090150" y="5143500"/>
          <p14:tracePt t="128682" x="10094913" y="5143500"/>
          <p14:tracePt t="128692" x="10101263" y="5143500"/>
          <p14:tracePt t="128749" x="10106025" y="5143500"/>
          <p14:tracePt t="128763" x="10112375" y="5143500"/>
          <p14:tracePt t="128767" x="10117138" y="5143500"/>
          <p14:tracePt t="128772" x="10117138" y="5149850"/>
          <p14:tracePt t="128782" x="10123488" y="5149850"/>
          <p14:tracePt t="128792" x="10129838" y="5154613"/>
          <p14:tracePt t="128809" x="10134600" y="5154613"/>
          <p14:tracePt t="128817" x="10140950" y="5154613"/>
          <p14:tracePt t="128822" x="10140950" y="5160963"/>
          <p14:tracePt t="128832" x="10152063" y="5160963"/>
          <p14:tracePt t="128842" x="10163175" y="5165725"/>
          <p14:tracePt t="128852" x="10174288" y="5172075"/>
          <p14:tracePt t="128862" x="10190163" y="5176838"/>
          <p14:tracePt t="128873" x="10190163" y="5183188"/>
          <p14:tracePt t="128882" x="10196513" y="5183188"/>
          <p14:tracePt t="129087" x="10196513" y="5187950"/>
          <p14:tracePt t="129089" x="10202863" y="5187950"/>
          <p14:tracePt t="129092" x="10207625" y="5199063"/>
          <p14:tracePt t="129102" x="10225088" y="5249863"/>
          <p14:tracePt t="129112" x="10269538" y="5318125"/>
          <p14:tracePt t="129122" x="10320338" y="5402263"/>
          <p14:tracePt t="129132" x="10382250" y="5492750"/>
          <p14:tracePt t="129142" x="10455275" y="5576888"/>
          <p14:tracePt t="129152" x="10521950" y="5661025"/>
          <p14:tracePt t="129162" x="10583863" y="5727700"/>
          <p14:tracePt t="129173" x="10629900" y="5789613"/>
          <p14:tracePt t="129182" x="10668000" y="5846763"/>
          <p14:tracePt t="129192" x="10707688" y="5908675"/>
          <p14:tracePt t="129202" x="10747375" y="5970588"/>
          <p14:tracePt t="129212" x="10775950" y="6037263"/>
          <p14:tracePt t="129222" x="10798175" y="6105525"/>
          <p14:tracePt t="129232" x="10826750" y="6183313"/>
          <p14:tracePt t="129242" x="10853738" y="6284913"/>
          <p14:tracePt t="129252" x="10875963" y="6397625"/>
          <p14:tracePt t="129262" x="10893425" y="6497638"/>
          <p14:tracePt t="129272" x="10899775" y="6605588"/>
          <p14:tracePt t="129282" x="10899775" y="6705600"/>
          <p14:tracePt t="129292" x="10899775" y="6807200"/>
          <p14:tracePt t="129729" x="3001963" y="6829425"/>
          <p14:tracePt t="129732" x="2973388" y="6813550"/>
          <p14:tracePt t="129742" x="2816225" y="6729413"/>
          <p14:tracePt t="129752" x="2659063" y="6638925"/>
          <p14:tracePt t="129762" x="2528888" y="6543675"/>
          <p14:tracePt t="129772" x="2405063" y="6435725"/>
          <p14:tracePt t="129782" x="2293938" y="6346825"/>
          <p14:tracePt t="129792" x="2147888" y="6245225"/>
          <p14:tracePt t="129802" x="1951038" y="6161088"/>
          <p14:tracePt t="129812" x="1736725" y="6099175"/>
          <p14:tracePt t="129822" x="1590675" y="6054725"/>
          <p14:tracePt t="129832" x="1573213" y="6043613"/>
          <p14:tracePt t="130119" x="1568450" y="6043613"/>
          <p14:tracePt t="130125" x="1562100" y="6048375"/>
          <p14:tracePt t="130127" x="1557338" y="6048375"/>
          <p14:tracePt t="130132" x="1546225" y="6048375"/>
          <p14:tracePt t="130143" x="1506538" y="6054725"/>
          <p14:tracePt t="130143" x="1500188" y="6059488"/>
          <p14:tracePt t="130153" x="1450975" y="6065838"/>
          <p14:tracePt t="130153" x="1444625" y="6065838"/>
          <p14:tracePt t="130163" x="1404938" y="6076950"/>
          <p14:tracePt t="130163" x="1389063" y="6081713"/>
          <p14:tracePt t="130173" x="1354138" y="6088063"/>
          <p14:tracePt t="130173" x="1343025" y="6088063"/>
          <p14:tracePt t="130183" x="1292225" y="6088063"/>
          <p14:tracePt t="130183" x="1281113" y="6088063"/>
          <p14:tracePt t="130193" x="1203325" y="6088063"/>
          <p14:tracePt t="130193" x="1181100" y="6081713"/>
          <p14:tracePt t="130203" x="1079500" y="6054725"/>
          <p14:tracePt t="130203" x="1050925" y="6043613"/>
          <p14:tracePt t="130213" x="882650" y="5986463"/>
          <p14:tracePt t="130213" x="842963" y="5975350"/>
          <p14:tracePt t="130222" x="646113" y="5895975"/>
          <p14:tracePt t="130232" x="376238" y="5795963"/>
          <p14:tracePt t="130242" x="106363" y="5688013"/>
        </p14:tracePtLst>
      </p14:laserTraceLst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DB000-DF9E-5C69-8240-EECF38465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B6BEB5E-3094-9FB2-B5C0-782F861D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The Skeletal System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F6462B5-9867-B1EB-8A0A-F6C9F0DD7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structure and protection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EE554-C2CF-921D-04FF-3DEAE8196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-18288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3" name="Graphic 2" descr="a picture of the bones in the skeletal system">
            <a:extLst>
              <a:ext uri="{FF2B5EF4-FFF2-40B4-BE49-F238E27FC236}">
                <a16:creationId xmlns:a16="http://schemas.microsoft.com/office/drawing/2014/main" id="{F02FE07D-029D-DEE5-338F-E2C831A41D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740168" y="169369"/>
            <a:ext cx="3196056" cy="6172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8230A9-62A0-A378-1B01-4982B69F8AB6}"/>
              </a:ext>
            </a:extLst>
          </p:cNvPr>
          <p:cNvSpPr txBox="1"/>
          <p:nvPr/>
        </p:nvSpPr>
        <p:spPr>
          <a:xfrm>
            <a:off x="7834531" y="6364651"/>
            <a:ext cx="31016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courses.lumenlearning.com/boundless-biology/chapter/types-of-skeletal-systems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94221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87"/>
    </mc:Choice>
    <mc:Fallback xmlns="">
      <p:transition spd="slow" advTm="19087"/>
    </mc:Fallback>
  </mc:AlternateContent>
  <p:extLst>
    <p:ext uri="{3A86A75C-4F4B-4683-9AE1-C65F6400EC91}">
      <p14:laserTraceLst xmlns:p14="http://schemas.microsoft.com/office/powerpoint/2010/main">
        <p14:tracePtLst>
          <p14:tracePt t="18113" x="11433175" y="6791325"/>
          <p14:tracePt t="18120" x="11579225" y="6683375"/>
          <p14:tracePt t="18130" x="11815763" y="6481763"/>
          <p14:tracePt t="18131" x="11860213" y="6435725"/>
          <p14:tracePt t="18140" x="12039600" y="6251575"/>
        </p14:tracePtLst>
      </p14:laserTraceLst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48E7C-0F92-3F5E-589F-2DC8DD2D1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36F4CAB-8E7A-8ED7-E519-F3A2E55AE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/>
          <a:lstStyle/>
          <a:p>
            <a:r>
              <a:rPr lang="en-US" dirty="0"/>
              <a:t>The Muscular System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C47B4A1-FF5B-5E88-86EF-EEA9606B5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Facilitates movement (on small and large scales)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8FEF5-592D-9B7B-AAF0-16EABFD7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-18288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11" name="Picture 10" descr="A full shot of a human body muscles, depicted from the back">
            <a:extLst>
              <a:ext uri="{FF2B5EF4-FFF2-40B4-BE49-F238E27FC236}">
                <a16:creationId xmlns:a16="http://schemas.microsoft.com/office/drawing/2014/main" id="{B9426D25-D248-EEDE-B43C-CD20FCFD6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762002" y="1081941"/>
            <a:ext cx="4520170" cy="52035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25D01F-A1F1-7065-0B68-033D25667FAD}"/>
              </a:ext>
            </a:extLst>
          </p:cNvPr>
          <p:cNvSpPr txBox="1"/>
          <p:nvPr/>
        </p:nvSpPr>
        <p:spPr>
          <a:xfrm>
            <a:off x="8161360" y="5653941"/>
            <a:ext cx="31208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opentextbc.ca/clinicalskills/chapter/2-5-focussed-respiratory-assessment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/3.0/"/>
              </a:rPr>
              <a:t>CC BY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73431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51"/>
    </mc:Choice>
    <mc:Fallback xmlns="">
      <p:transition spd="slow" advTm="12751"/>
    </mc:Fallback>
  </mc:AlternateContent>
  <p:extLst>
    <p:ext uri="{3A86A75C-4F4B-4683-9AE1-C65F6400EC91}">
      <p14:laserTraceLst xmlns:p14="http://schemas.microsoft.com/office/powerpoint/2010/main">
        <p14:tracePtLst>
          <p14:tracePt t="11795" x="4694238" y="6802438"/>
          <p14:tracePt t="11800" x="4581525" y="6689725"/>
          <p14:tracePt t="11811" x="4181475" y="6346825"/>
          <p14:tracePt t="11821" x="3703638" y="5935663"/>
          <p14:tracePt t="11821" x="3575050" y="5829300"/>
          <p14:tracePt t="11831" x="3152775" y="5464175"/>
          <p14:tracePt t="11841" x="2659063" y="5026025"/>
          <p14:tracePt t="11841" x="2586038" y="4953000"/>
          <p14:tracePt t="11851" x="2327275" y="4733925"/>
          <p14:tracePt t="11861" x="2124075" y="4564063"/>
          <p14:tracePt t="11871" x="1978025" y="4479925"/>
          <p14:tracePt t="11871" x="1962150" y="4468813"/>
          <p14:tracePt t="11881" x="1866900" y="4418013"/>
          <p14:tracePt t="11891" x="1736725" y="4333875"/>
          <p14:tracePt t="11900" x="1590675" y="4227513"/>
          <p14:tracePt t="11911" x="1450975" y="4097338"/>
          <p14:tracePt t="11921" x="1309688" y="3968750"/>
          <p14:tracePt t="11921" x="1281113" y="3940175"/>
          <p14:tracePt t="11930" x="1163638" y="3805238"/>
          <p14:tracePt t="11941" x="977900" y="3597275"/>
          <p14:tracePt t="11951" x="865188" y="3462338"/>
          <p14:tracePt t="11961" x="719138" y="3294063"/>
          <p14:tracePt t="11961" x="692150" y="3260725"/>
          <p14:tracePt t="11971" x="584200" y="3136900"/>
          <p14:tracePt t="11981" x="438150" y="2979738"/>
          <p14:tracePt t="11991" x="263525" y="2805113"/>
          <p14:tracePt t="12001" x="22225" y="2563813"/>
        </p14:tracePtLst>
      </p14:laserTraceLst>
    </p:ext>
  </p:extLst>
</p:sld>
</file>

<file path=ppt/theme/theme1.xml><?xml version="1.0" encoding="utf-8"?>
<a:theme xmlns:a="http://schemas.openxmlformats.org/drawingml/2006/main" name="OffsetVTI">
  <a:themeElements>
    <a:clrScheme name="Custom 20">
      <a:dk1>
        <a:srgbClr val="000000"/>
      </a:dk1>
      <a:lt1>
        <a:sysClr val="window" lastClr="FFFFFF"/>
      </a:lt1>
      <a:dk2>
        <a:srgbClr val="2C3948"/>
      </a:dk2>
      <a:lt2>
        <a:srgbClr val="F4F4F4"/>
      </a:lt2>
      <a:accent1>
        <a:srgbClr val="F49D90"/>
      </a:accent1>
      <a:accent2>
        <a:srgbClr val="D6947C"/>
      </a:accent2>
      <a:accent3>
        <a:srgbClr val="BF8484"/>
      </a:accent3>
      <a:accent4>
        <a:srgbClr val="96A9AA"/>
      </a:accent4>
      <a:accent5>
        <a:srgbClr val="DD796C"/>
      </a:accent5>
      <a:accent6>
        <a:srgbClr val="D09145"/>
      </a:accent6>
      <a:hlink>
        <a:srgbClr val="DF686A"/>
      </a:hlink>
      <a:folHlink>
        <a:srgbClr val="F93F1C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665E41-66EB-401D-940D-8E7024721B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B37DAF-AFAF-4561-A80B-C76198EBD319}">
  <ds:schemaRefs>
    <ds:schemaRef ds:uri="71af3243-3dd4-4a8d-8c0d-dd76da1f02a5"/>
    <ds:schemaRef ds:uri="http://purl.org/dc/elements/1.1/"/>
    <ds:schemaRef ds:uri="http://schemas.microsoft.com/office/2006/documentManagement/types"/>
    <ds:schemaRef ds:uri="http://schemas.microsoft.com/sharepoint/v3"/>
    <ds:schemaRef ds:uri="http://purl.org/dc/dcmitype/"/>
    <ds:schemaRef ds:uri="http://www.w3.org/XML/1998/namespace"/>
    <ds:schemaRef ds:uri="16c05727-aa75-4e4a-9b5f-8a80a1165891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29436BC-77AE-4AEE-A282-4E162A1CA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Offset design</Template>
  <TotalTime>435</TotalTime>
  <Words>715</Words>
  <Application>Microsoft Office PowerPoint</Application>
  <PresentationFormat>Widescreen</PresentationFormat>
  <Paragraphs>126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Dante</vt:lpstr>
      <vt:lpstr>Dante (Headings)2</vt:lpstr>
      <vt:lpstr>Helvetica Neue Medium</vt:lpstr>
      <vt:lpstr>Wingdings 2</vt:lpstr>
      <vt:lpstr>OffsetVTI</vt:lpstr>
      <vt:lpstr>The Systems of the Body</vt:lpstr>
      <vt:lpstr>The Nervous System</vt:lpstr>
      <vt:lpstr>The Nervous System</vt:lpstr>
      <vt:lpstr>The Neuron</vt:lpstr>
      <vt:lpstr>The Neuron</vt:lpstr>
      <vt:lpstr>The Neuron</vt:lpstr>
      <vt:lpstr>The Neuron</vt:lpstr>
      <vt:lpstr>The Brain</vt:lpstr>
      <vt:lpstr>The Brain</vt:lpstr>
      <vt:lpstr>The Brain</vt:lpstr>
      <vt:lpstr>The Brain</vt:lpstr>
      <vt:lpstr>The Brain</vt:lpstr>
      <vt:lpstr>The Brain</vt:lpstr>
      <vt:lpstr>The Brain</vt:lpstr>
      <vt:lpstr>The Brain</vt:lpstr>
      <vt:lpstr>The Brain</vt:lpstr>
      <vt:lpstr>The Brain</vt:lpstr>
      <vt:lpstr>Lobes of the Cerebral Cortex</vt:lpstr>
      <vt:lpstr>The Endocrine System</vt:lpstr>
      <vt:lpstr>The Endocrine System</vt:lpstr>
      <vt:lpstr>The Cardiovascular System</vt:lpstr>
      <vt:lpstr>The Cardiovascular System</vt:lpstr>
      <vt:lpstr>The Respiratory System</vt:lpstr>
      <vt:lpstr>The Respiratory System</vt:lpstr>
      <vt:lpstr>The Digestive System</vt:lpstr>
      <vt:lpstr>The Digestive System</vt:lpstr>
      <vt:lpstr>The Renal System</vt:lpstr>
      <vt:lpstr>The Renal System</vt:lpstr>
      <vt:lpstr>The Reproductive System</vt:lpstr>
      <vt:lpstr>The Immune &amp; Lymphatic Systems</vt:lpstr>
      <vt:lpstr>The Immune System</vt:lpstr>
      <vt:lpstr>The Immune Response</vt:lpstr>
      <vt:lpstr> The Skeletal System</vt:lpstr>
      <vt:lpstr>The Muscular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Scheuler, Bryanna</dc:creator>
  <cp:lastModifiedBy>Bryanna Scheuler</cp:lastModifiedBy>
  <cp:revision>16</cp:revision>
  <dcterms:created xsi:type="dcterms:W3CDTF">2025-09-03T03:01:23Z</dcterms:created>
  <dcterms:modified xsi:type="dcterms:W3CDTF">2026-08-15T22:06:59Z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