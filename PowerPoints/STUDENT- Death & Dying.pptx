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7" r:id="rId5"/>
    <p:sldId id="319" r:id="rId6"/>
    <p:sldId id="331" r:id="rId7"/>
    <p:sldId id="332" r:id="rId8"/>
    <p:sldId id="336" r:id="rId9"/>
    <p:sldId id="338" r:id="rId10"/>
    <p:sldId id="339" r:id="rId11"/>
    <p:sldId id="334" r:id="rId12"/>
    <p:sldId id="333" r:id="rId13"/>
    <p:sldId id="33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74361" autoAdjust="0"/>
  </p:normalViewPr>
  <p:slideViewPr>
    <p:cSldViewPr snapToGrid="0">
      <p:cViewPr varScale="1">
        <p:scale>
          <a:sx n="83" d="100"/>
          <a:sy n="83" d="100"/>
        </p:scale>
        <p:origin x="1002" y="84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8/16/2026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24339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1091-67E7-5292-E38D-2D24FC82C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C9901-B664-9C45-69BC-652497568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05093-CD52-8349-3D98-1850900B8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1951B-00D3-7D7A-4231-8A3F45BF1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9736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A57E4-E7F4-5BBD-748D-45BC681C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9353B-9E3D-21E1-E96C-2C6F89D28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DF1FC-74AB-07FB-3862-41D0B3D28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77A60-489A-56F4-3003-508881EC4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1630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2841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179A3-0A4F-91CC-7A42-7F643A33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07A67-44ED-D41B-6627-AE4C52FBE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54D1B-FEE6-5BD1-95E9-6CB73B689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0BDB2-3729-C73A-B88F-102985A4D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48287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97369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31FC0-919A-F136-1596-291A6A0D1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DC245-238E-8BD0-1960-E3271345F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CD8533-0997-3399-B161-12DEFDA21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6F581-E8A0-266A-3FD9-E23247C3C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8169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54F0E-B53F-780F-693E-7E7772F24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F5D91-3833-3B7A-1DC9-FEAE517D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4A35E-9E0C-6195-8C51-A87CF54E5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10981-9160-17FB-018F-7A0952780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0395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9EF8-C1A8-1F34-2655-2ECFC4D4E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7415A-6541-8491-9131-3CB516A39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299A9-8BB1-C849-4D92-8B8F25081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CE5C2-98EB-0121-9C9D-E608FBB8C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833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jsarts.com/2020/03/14/the-five-stages-of-grief/" TargetMode="Externa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sz="6000" b="1"/>
              <a:t>Psychological </a:t>
            </a:r>
            <a:r>
              <a:rPr lang="en-US" sz="6000" b="1" dirty="0"/>
              <a:t>Issues in Death &amp; Dying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62"/>
    </mc:Choice>
    <mc:Fallback xmlns="">
      <p:transition spd="slow" advTm="94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58360F-490E-EFD0-5185-57F392DFA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4" y="497940"/>
            <a:ext cx="7534656" cy="547912"/>
          </a:xfrm>
        </p:spPr>
        <p:txBody>
          <a:bodyPr/>
          <a:lstStyle/>
          <a:p>
            <a:r>
              <a:rPr lang="en-US" dirty="0"/>
              <a:t>Important Note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4CDE65-2628-43F8-0055-6474258C1A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In today’s lecture, we will discuss very important but difficult topics such as suicide, death, and terminal illness. Please treat these conversations with the respect they deserve.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A note: In following with the APA guidelines, rather than saying someone “committed suicide,” we say someone “died by suicide.” This framing highlights the underlying mental illness, rather than treating it like a crime. While this may be a new phrasing for you, please do your best to follow these guidelines in this class. (As an additional note, switching the terminology outside of this class could make a large difference to the people around you as well, even if that person never says it).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B23E5-7A92-C1EB-A061-226C9D433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632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448"/>
    </mc:Choice>
    <mc:Fallback xmlns="">
      <p:transition spd="slow" advTm="8044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79A6E-0488-35E0-8EDB-C331DB91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165F55-BC2B-6473-1B63-F42AC28B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4" y="497940"/>
            <a:ext cx="7534656" cy="547912"/>
          </a:xfrm>
        </p:spPr>
        <p:txBody>
          <a:bodyPr/>
          <a:lstStyle/>
          <a:p>
            <a:r>
              <a:rPr lang="en-US" dirty="0"/>
              <a:t>Death in Childhood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79521C-E0F0-4EBD-ECBD-1E34FF1FB6B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/>
          </a:bodyPr>
          <a:lstStyle/>
          <a:p>
            <a:r>
              <a:rPr lang="en-US" sz="2400" b="1" dirty="0"/>
              <a:t>Infant mortality rate </a:t>
            </a:r>
            <a:r>
              <a:rPr lang="en-US" sz="2400" dirty="0"/>
              <a:t>– the rate of death in children under one year old</a:t>
            </a:r>
          </a:p>
          <a:p>
            <a:pPr lvl="1"/>
            <a:r>
              <a:rPr lang="en-US" sz="2200" dirty="0"/>
              <a:t>Rate in United States (5.6 deaths per 1,000 live births) is higher than in most developed countries (ex: 3.8 deaths per 1,000 live births in the UK, and 2.9 deaths per 1,000 live births in Australia)</a:t>
            </a:r>
          </a:p>
          <a:p>
            <a:pPr lvl="2"/>
            <a:r>
              <a:rPr lang="en-US" sz="2000" dirty="0"/>
              <a:t>This is linked to health care costs, with the highest mortality rates occurring in financially strained homes, with limited education and health care access</a:t>
            </a:r>
          </a:p>
          <a:p>
            <a:r>
              <a:rPr lang="en-US" sz="2400" b="1" dirty="0"/>
              <a:t>Sudden infant death syndrome</a:t>
            </a:r>
            <a:r>
              <a:rPr lang="en-US" sz="2400" dirty="0"/>
              <a:t> – a condition where a child stops breathing during sleep. The cause is still unknown.</a:t>
            </a:r>
          </a:p>
          <a:p>
            <a:r>
              <a:rPr lang="en-US" sz="2400" dirty="0"/>
              <a:t>Causes of death: accidents, cancers (especially Leukemia), and suicide</a:t>
            </a:r>
          </a:p>
          <a:p>
            <a:r>
              <a:rPr lang="en-US" sz="2400" dirty="0"/>
              <a:t>The understanding of the concept of death develops sometime between age 5 and 9 years old, depending on the child</a:t>
            </a:r>
            <a:endParaRPr lang="en-US" sz="2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B598D-76DF-E05B-DEDE-0DF3DBC0E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58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917"/>
    </mc:Choice>
    <mc:Fallback xmlns="">
      <p:transition spd="slow" advTm="20891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06818-4F72-CC55-801F-F71F5687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D6C4D1-CF02-AA73-D1EC-F069ADDBD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3" y="497940"/>
            <a:ext cx="9723423" cy="547912"/>
          </a:xfrm>
        </p:spPr>
        <p:txBody>
          <a:bodyPr/>
          <a:lstStyle/>
          <a:p>
            <a:r>
              <a:rPr lang="en-US" dirty="0"/>
              <a:t>Death in Adolescent, Young, and Middle Adults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257006-E865-47A6-8588-4101018FE7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/>
          </a:bodyPr>
          <a:lstStyle/>
          <a:p>
            <a:r>
              <a:rPr lang="en-US" sz="2400" dirty="0"/>
              <a:t>The leading cause of death in adolescence and young adulthood is unintentional injury (ex: car accidents)</a:t>
            </a:r>
          </a:p>
          <a:p>
            <a:r>
              <a:rPr lang="en-US" sz="2400" dirty="0"/>
              <a:t>For 15-24 year olds, the second leading cause of death is homicide, followed by suicide</a:t>
            </a:r>
          </a:p>
          <a:p>
            <a:r>
              <a:rPr lang="en-US" sz="2400" dirty="0"/>
              <a:t>For 25-34 year olds, the second leading cause of death is suicide, followed by homicide </a:t>
            </a:r>
          </a:p>
          <a:p>
            <a:r>
              <a:rPr lang="en-US" sz="2400" dirty="0"/>
              <a:t>For people in the middle ages (35 to 64 years old), the leading causes of death are unintentional injuries, cancer, and heart disease (though the order varies)</a:t>
            </a:r>
          </a:p>
          <a:p>
            <a:r>
              <a:rPr lang="en-US" sz="2400" b="1" dirty="0"/>
              <a:t>Premature death </a:t>
            </a:r>
            <a:r>
              <a:rPr lang="en-US" sz="2400" dirty="0"/>
              <a:t>– death that occurs before the average age for the population </a:t>
            </a:r>
          </a:p>
          <a:p>
            <a:pPr lvl="1"/>
            <a:r>
              <a:rPr lang="en-US" sz="2200" dirty="0"/>
              <a:t>In the United States, the average age is 78.4 years old </a:t>
            </a: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E1956-0E54-37EB-75C7-AFE91978A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298"/>
    </mc:Choice>
    <mc:Fallback xmlns="">
      <p:transition spd="slow" advTm="10429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14C00-48E1-48CD-1012-DE98681A5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8" name="Picture 4" descr="A graph depicting suicide rates across age groups. The top is Ages 45-54, followed by 55-64, 35-44, 65+, 25-34, and 15-24, respectively">
            <a:extLst>
              <a:ext uri="{FF2B5EF4-FFF2-40B4-BE49-F238E27FC236}">
                <a16:creationId xmlns:a16="http://schemas.microsoft.com/office/drawing/2014/main" id="{90ED330A-6C79-BD56-6AB4-660E3395E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066" y="523970"/>
            <a:ext cx="7915747" cy="593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64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502"/>
    </mc:Choice>
    <mc:Fallback xmlns="">
      <p:transition spd="slow" advTm="123502"/>
    </mc:Fallback>
  </mc:AlternateContent>
  <p:extLst>
    <p:ext uri="{3A86A75C-4F4B-4683-9AE1-C65F6400EC91}">
      <p14:laserTraceLst xmlns:p14="http://schemas.microsoft.com/office/powerpoint/2010/main">
        <p14:tracePtLst>
          <p14:tracePt t="27385" x="4648200" y="6577013"/>
          <p14:tracePt t="27661" x="3783013" y="6813550"/>
          <p14:tracePt t="27670" x="3619500" y="6683375"/>
          <p14:tracePt t="27671" x="3579813" y="6656388"/>
          <p14:tracePt t="27680" x="3406775" y="6508750"/>
          <p14:tracePt t="27690" x="3187700" y="6324600"/>
          <p14:tracePt t="27691" x="3148013" y="6284913"/>
          <p14:tracePt t="27700" x="2979738" y="6138863"/>
          <p14:tracePt t="27710" x="2805113" y="5970588"/>
          <p14:tracePt t="27711" x="2771775" y="5930900"/>
          <p14:tracePt t="27720" x="2663825" y="5795963"/>
          <p14:tracePt t="27730" x="2552700" y="5632450"/>
          <p14:tracePt t="27740" x="2455863" y="5480050"/>
          <p14:tracePt t="27750" x="2382838" y="5340350"/>
          <p14:tracePt t="27760" x="2320925" y="5227638"/>
          <p14:tracePt t="27770" x="2282825" y="5149850"/>
          <p14:tracePt t="27780" x="2259013" y="5103813"/>
          <p14:tracePt t="27790" x="2254250" y="5087938"/>
          <p14:tracePt t="27800" x="2247900" y="5087938"/>
          <p14:tracePt t="27825" x="2247900" y="5081588"/>
          <p14:tracePt t="27847" x="2247900" y="5076825"/>
          <p14:tracePt t="27855" x="2247900" y="5070475"/>
          <p14:tracePt t="27861" x="2247900" y="5064125"/>
          <p14:tracePt t="27865" x="2247900" y="5059363"/>
          <p14:tracePt t="27870" x="2254250" y="5053013"/>
          <p14:tracePt t="27881" x="2259013" y="5037138"/>
          <p14:tracePt t="27890" x="2265363" y="5026025"/>
          <p14:tracePt t="27900" x="2270125" y="5019675"/>
          <p14:tracePt t="27911" x="2270125" y="5014913"/>
          <p14:tracePt t="27920" x="2276475" y="5008563"/>
          <p14:tracePt t="27931" x="2282825" y="5002213"/>
          <p14:tracePt t="27931" x="2282825" y="4997450"/>
          <p14:tracePt t="27940" x="2293938" y="4975225"/>
          <p14:tracePt t="27950" x="2316163" y="4935538"/>
          <p14:tracePt t="27960" x="2344738" y="4891088"/>
          <p14:tracePt t="27970" x="2360613" y="4856163"/>
          <p14:tracePt t="27980" x="2382838" y="4833938"/>
          <p14:tracePt t="27981" x="2382838" y="4829175"/>
          <p14:tracePt t="27990" x="2405063" y="4818063"/>
          <p14:tracePt t="28000" x="2428875" y="4806950"/>
          <p14:tracePt t="28010" x="2451100" y="4800600"/>
          <p14:tracePt t="28020" x="2478088" y="4800600"/>
          <p14:tracePt t="28030" x="2501900" y="4800600"/>
          <p14:tracePt t="28040" x="2506663" y="4800600"/>
          <p14:tracePt t="28041" x="2513013" y="4800600"/>
          <p14:tracePt t="28050" x="2524125" y="4806950"/>
          <p14:tracePt t="28060" x="2540000" y="4811713"/>
          <p14:tracePt t="28070" x="2568575" y="4833938"/>
          <p14:tracePt t="28080" x="2590800" y="4862513"/>
          <p14:tracePt t="28081" x="2597150" y="4867275"/>
          <p14:tracePt t="28090" x="2613025" y="4884738"/>
          <p14:tracePt t="28100" x="2625725" y="4902200"/>
          <p14:tracePt t="28110" x="2625725" y="4906963"/>
          <p14:tracePt t="28120" x="2630488" y="4918075"/>
          <p14:tracePt t="28130" x="2630488" y="4924425"/>
          <p14:tracePt t="28140" x="2630488" y="4935538"/>
          <p14:tracePt t="28150" x="2630488" y="4953000"/>
          <p14:tracePt t="28160" x="2630488" y="4964113"/>
          <p14:tracePt t="28170" x="2630488" y="4975225"/>
          <p14:tracePt t="28180" x="2630488" y="4979988"/>
          <p14:tracePt t="28197" x="2630488" y="4986338"/>
          <p14:tracePt t="28241" x="2625725" y="4986338"/>
          <p14:tracePt t="28247" x="2619375" y="4986338"/>
          <p14:tracePt t="28250" x="2619375" y="4979988"/>
          <p14:tracePt t="28260" x="2590800" y="4953000"/>
          <p14:tracePt t="28270" x="2568575" y="4913313"/>
          <p14:tracePt t="28280" x="2552700" y="4873625"/>
          <p14:tracePt t="28290" x="2524125" y="4818063"/>
          <p14:tracePt t="28300" x="2484438" y="4738688"/>
          <p14:tracePt t="28310" x="2439988" y="4648200"/>
          <p14:tracePt t="28320" x="2378075" y="4530725"/>
          <p14:tracePt t="28330" x="2338388" y="4418013"/>
          <p14:tracePt t="28340" x="2305050" y="4316413"/>
          <p14:tracePt t="28350" x="2293938" y="4243388"/>
          <p14:tracePt t="28360" x="2293938" y="4181475"/>
          <p14:tracePt t="28370" x="2293938" y="4154488"/>
          <p14:tracePt t="28380" x="2293938" y="4132263"/>
          <p14:tracePt t="28381" x="2293938" y="4125913"/>
          <p14:tracePt t="28390" x="2293938" y="4121150"/>
          <p14:tracePt t="28400" x="2298700" y="4114800"/>
          <p14:tracePt t="28410" x="2298700" y="4108450"/>
          <p14:tracePt t="28421" x="2305050" y="4108450"/>
          <p14:tracePt t="28430" x="2309813" y="4103688"/>
          <p14:tracePt t="28440" x="2316163" y="4097338"/>
          <p14:tracePt t="28450" x="2332038" y="4097338"/>
          <p14:tracePt t="28460" x="2349500" y="4092575"/>
          <p14:tracePt t="28470" x="2371725" y="4081463"/>
          <p14:tracePt t="28480" x="2393950" y="4081463"/>
          <p14:tracePt t="28490" x="2411413" y="4070350"/>
          <p14:tracePt t="28500" x="2422525" y="4059238"/>
          <p14:tracePt t="28510" x="2444750" y="4024313"/>
          <p14:tracePt t="28520" x="2466975" y="3986213"/>
          <p14:tracePt t="28530" x="2484438" y="3940175"/>
          <p14:tracePt t="28540" x="2501900" y="3895725"/>
          <p14:tracePt t="28541" x="2506663" y="3889375"/>
          <p14:tracePt t="28550" x="2513013" y="3867150"/>
          <p14:tracePt t="28560" x="2513013" y="3851275"/>
          <p14:tracePt t="28561" x="2513013" y="3844925"/>
          <p14:tracePt t="28570" x="2513013" y="3838575"/>
          <p14:tracePt t="28580" x="2513013" y="3827463"/>
          <p14:tracePt t="28590" x="2513013" y="3816350"/>
          <p14:tracePt t="28600" x="2513013" y="3805238"/>
          <p14:tracePt t="28610" x="2513013" y="3800475"/>
          <p14:tracePt t="28620" x="2513013" y="3794125"/>
          <p14:tracePt t="28630" x="2513013" y="3789363"/>
          <p14:tracePt t="28645" x="2513013" y="3783013"/>
          <p14:tracePt t="28811" x="2506663" y="3783013"/>
          <p14:tracePt t="28821" x="2501900" y="3789363"/>
          <p14:tracePt t="28825" x="2495550" y="3794125"/>
          <p14:tracePt t="28830" x="2495550" y="3800475"/>
          <p14:tracePt t="28841" x="2484438" y="3822700"/>
          <p14:tracePt t="28850" x="2478088" y="3844925"/>
          <p14:tracePt t="28860" x="2478088" y="3889375"/>
          <p14:tracePt t="28870" x="2473325" y="3935413"/>
          <p14:tracePt t="28881" x="2473325" y="3990975"/>
          <p14:tracePt t="28881" x="2473325" y="3997325"/>
          <p14:tracePt t="28890" x="2484438" y="4048125"/>
          <p14:tracePt t="28900" x="2506663" y="4108450"/>
          <p14:tracePt t="28910" x="2528888" y="4170363"/>
          <p14:tracePt t="28920" x="2552700" y="4221163"/>
          <p14:tracePt t="28930" x="2568575" y="4256088"/>
          <p14:tracePt t="28940" x="2574925" y="4278313"/>
          <p14:tracePt t="28950" x="2579688" y="4283075"/>
          <p14:tracePt t="28960" x="2579688" y="4289425"/>
          <p14:tracePt t="28970" x="2579688" y="4300538"/>
          <p14:tracePt t="28980" x="2579688" y="4311650"/>
          <p14:tracePt t="28990" x="2579688" y="4340225"/>
          <p14:tracePt t="29000" x="2579688" y="4384675"/>
          <p14:tracePt t="29010" x="2579688" y="4435475"/>
          <p14:tracePt t="29020" x="2579688" y="4486275"/>
          <p14:tracePt t="29030" x="2579688" y="4537075"/>
          <p14:tracePt t="29040" x="2574925" y="4581525"/>
          <p14:tracePt t="29050" x="2563813" y="4621213"/>
          <p14:tracePt t="29060" x="2546350" y="4659313"/>
          <p14:tracePt t="29070" x="2535238" y="4694238"/>
          <p14:tracePt t="29080" x="2524125" y="4721225"/>
          <p14:tracePt t="29090" x="2517775" y="4733925"/>
          <p14:tracePt t="29100" x="2513013" y="4738688"/>
          <p14:tracePt t="29129" x="2513013" y="4733925"/>
          <p14:tracePt t="29131" x="2513013" y="4727575"/>
          <p14:tracePt t="29133" x="2513013" y="4721225"/>
          <p14:tracePt t="29140" x="2513013" y="4694238"/>
          <p14:tracePt t="29150" x="2495550" y="4621213"/>
          <p14:tracePt t="29160" x="2466975" y="4524375"/>
          <p14:tracePt t="29161" x="2466975" y="4508500"/>
          <p14:tracePt t="29170" x="2439988" y="4418013"/>
          <p14:tracePt t="29180" x="2417763" y="4289425"/>
          <p14:tracePt t="29190" x="2400300" y="4154488"/>
          <p14:tracePt t="29200" x="2393950" y="4035425"/>
          <p14:tracePt t="29210" x="2389188" y="3940175"/>
          <p14:tracePt t="29211" x="2389188" y="3924300"/>
          <p14:tracePt t="29220" x="2389188" y="3873500"/>
          <p14:tracePt t="29221" x="2382838" y="3862388"/>
          <p14:tracePt t="29230" x="2382838" y="3838575"/>
          <p14:tracePt t="29240" x="2382838" y="3827463"/>
          <p14:tracePt t="29250" x="2382838" y="3822700"/>
          <p14:tracePt t="29263" x="2382838" y="3816350"/>
          <p14:tracePt t="29351" x="2382838" y="3822700"/>
          <p14:tracePt t="29353" x="2382838" y="3827463"/>
          <p14:tracePt t="29361" x="2389188" y="3851275"/>
          <p14:tracePt t="29361" x="2393950" y="3862388"/>
          <p14:tracePt t="29370" x="2400300" y="3906838"/>
          <p14:tracePt t="29380" x="2405063" y="3957638"/>
          <p14:tracePt t="29390" x="2405063" y="4013200"/>
          <p14:tracePt t="29400" x="2405063" y="4070350"/>
          <p14:tracePt t="29410" x="2393950" y="4132263"/>
          <p14:tracePt t="29420" x="2366963" y="4198938"/>
          <p14:tracePt t="29430" x="2344738" y="4260850"/>
          <p14:tracePt t="29440" x="2320925" y="4322763"/>
          <p14:tracePt t="29450" x="2298700" y="4378325"/>
          <p14:tracePt t="29460" x="2276475" y="4424363"/>
          <p14:tracePt t="29461" x="2276475" y="4429125"/>
          <p14:tracePt t="29470" x="2265363" y="4446588"/>
          <p14:tracePt t="29480" x="2259013" y="4446588"/>
          <p14:tracePt t="29497" x="2259013" y="4435475"/>
          <p14:tracePt t="29500" x="2265363" y="4429125"/>
          <p14:tracePt t="29510" x="2293938" y="4333875"/>
          <p14:tracePt t="29520" x="2316163" y="4198938"/>
          <p14:tracePt t="29530" x="2349500" y="4048125"/>
          <p14:tracePt t="29540" x="2378075" y="3913188"/>
          <p14:tracePt t="29550" x="2400300" y="3816350"/>
          <p14:tracePt t="29560" x="2411413" y="3760788"/>
          <p14:tracePt t="29570" x="2411413" y="3738563"/>
          <p14:tracePt t="29580" x="2411413" y="3727450"/>
          <p14:tracePt t="29590" x="2411413" y="3721100"/>
          <p14:tracePt t="29607" x="2411413" y="3716338"/>
          <p14:tracePt t="29629" x="2411413" y="3721100"/>
          <p14:tracePt t="29631" x="2417763" y="3727450"/>
          <p14:tracePt t="29633" x="2417763" y="3732213"/>
          <p14:tracePt t="29640" x="2417763" y="3760788"/>
          <p14:tracePt t="29650" x="2439988" y="3851275"/>
          <p14:tracePt t="29660" x="2439988" y="3940175"/>
          <p14:tracePt t="29670" x="2444750" y="4048125"/>
          <p14:tracePt t="29671" x="2444750" y="4070350"/>
          <p14:tracePt t="29680" x="2444750" y="4165600"/>
          <p14:tracePt t="29690" x="2433638" y="4278313"/>
          <p14:tracePt t="29691" x="2433638" y="4294188"/>
          <p14:tracePt t="29700" x="2417763" y="4362450"/>
          <p14:tracePt t="29701" x="2417763" y="4373563"/>
          <p14:tracePt t="29710" x="2405063" y="4424363"/>
          <p14:tracePt t="29720" x="2405063" y="4451350"/>
          <p14:tracePt t="29730" x="2405063" y="4479925"/>
          <p14:tracePt t="29740" x="2405063" y="4497388"/>
          <p14:tracePt t="29750" x="2405063" y="4508500"/>
          <p14:tracePt t="29760" x="2405063" y="4524375"/>
          <p14:tracePt t="29770" x="2405063" y="4537075"/>
          <p14:tracePt t="29780" x="2405063" y="4548188"/>
          <p14:tracePt t="29790" x="2405063" y="4559300"/>
          <p14:tracePt t="29803" x="2405063" y="4564063"/>
          <p14:tracePt t="29833" x="2405063" y="4570413"/>
          <p14:tracePt t="29937" x="2405063" y="4564063"/>
          <p14:tracePt t="30351" x="2405063" y="4570413"/>
          <p14:tracePt t="30355" x="2405063" y="4575175"/>
          <p14:tracePt t="30361" x="2405063" y="4581525"/>
          <p14:tracePt t="30371" x="2405063" y="4625975"/>
          <p14:tracePt t="30381" x="2422525" y="4710113"/>
          <p14:tracePt t="30390" x="2444750" y="4772025"/>
          <p14:tracePt t="30391" x="2455863" y="4800600"/>
          <p14:tracePt t="30400" x="2501900" y="4873625"/>
          <p14:tracePt t="30401" x="2513013" y="4902200"/>
          <p14:tracePt t="30410" x="2557463" y="5002213"/>
          <p14:tracePt t="30420" x="2613025" y="5132388"/>
          <p14:tracePt t="30421" x="2619375" y="5154613"/>
          <p14:tracePt t="30430" x="2659063" y="5233988"/>
          <p14:tracePt t="30440" x="2692400" y="5307013"/>
          <p14:tracePt t="30450" x="2714625" y="5345113"/>
          <p14:tracePt t="30460" x="2732088" y="5362575"/>
          <p14:tracePt t="30470" x="2736850" y="5373688"/>
          <p14:tracePt t="30480" x="2736850" y="5380038"/>
          <p14:tracePt t="30537" x="2736850" y="5384800"/>
          <p14:tracePt t="30551" x="2736850" y="5391150"/>
          <p14:tracePt t="30559" x="2736850" y="5395913"/>
          <p14:tracePt t="30561" x="2732088" y="5395913"/>
          <p14:tracePt t="30570" x="2725738" y="5407025"/>
          <p14:tracePt t="30580" x="2714625" y="5419725"/>
          <p14:tracePt t="30590" x="2703513" y="5435600"/>
          <p14:tracePt t="30600" x="2692400" y="5457825"/>
          <p14:tracePt t="30610" x="2681288" y="5497513"/>
          <p14:tracePt t="30620" x="2681288" y="5530850"/>
          <p14:tracePt t="30621" x="2681288" y="5548313"/>
          <p14:tracePt t="30630" x="2692400" y="5592763"/>
          <p14:tracePt t="30640" x="2743200" y="5672138"/>
          <p14:tracePt t="30641" x="2747963" y="5688013"/>
          <p14:tracePt t="30650" x="2816225" y="5784850"/>
          <p14:tracePt t="30660" x="2917825" y="5924550"/>
          <p14:tracePt t="30661" x="2933700" y="5946775"/>
          <p14:tracePt t="30670" x="2995613" y="6048375"/>
          <p14:tracePt t="30671" x="3013075" y="6065838"/>
          <p14:tracePt t="30680" x="3057525" y="6143625"/>
          <p14:tracePt t="30690" x="3086100" y="6200775"/>
          <p14:tracePt t="30691" x="3086100" y="6205538"/>
          <p14:tracePt t="30700" x="3090863" y="6216650"/>
          <p14:tracePt t="30713" x="3097213" y="6216650"/>
          <p14:tracePt t="30720" x="3103563" y="6223000"/>
          <p14:tracePt t="30730" x="3103563" y="6227763"/>
          <p14:tracePt t="30740" x="3108325" y="6227763"/>
          <p14:tracePt t="30841" x="3114675" y="6227763"/>
          <p14:tracePt t="30879" x="3114675" y="6234113"/>
          <p14:tracePt t="30883" x="3114675" y="6238875"/>
          <p14:tracePt t="30890" x="3119438" y="6251575"/>
          <p14:tracePt t="30900" x="3125788" y="6267450"/>
          <p14:tracePt t="30910" x="3141663" y="6296025"/>
          <p14:tracePt t="30911" x="3148013" y="6300788"/>
          <p14:tracePt t="30920" x="3187700" y="6346825"/>
          <p14:tracePt t="30930" x="3260725" y="6419850"/>
          <p14:tracePt t="30940" x="3371850" y="6497638"/>
          <p14:tracePt t="30941" x="3395663" y="6515100"/>
          <p14:tracePt t="30950" x="3490913" y="6577013"/>
          <p14:tracePt t="30960" x="3568700" y="6627813"/>
          <p14:tracePt t="30961" x="3586163" y="6643688"/>
          <p14:tracePt t="30970" x="3619500" y="6683375"/>
          <p14:tracePt t="30980" x="3654425" y="6740525"/>
          <p14:tracePt t="30990" x="3676650" y="6778625"/>
          <p14:tracePt t="31000" x="3681413" y="6807200"/>
          <p14:tracePt t="31010" x="3681413" y="6813550"/>
          <p14:tracePt t="31020" x="3681413" y="6818313"/>
          <p14:tracePt t="31033" x="3681413" y="6824663"/>
          <p14:tracePt t="31057" x="3681413" y="6829425"/>
          <p14:tracePt t="31059" x="3687763" y="6829425"/>
          <p14:tracePt t="31061" x="3692525" y="6829425"/>
          <p14:tracePt t="31070" x="3698875" y="6835775"/>
          <p14:tracePt t="31080" x="3714750" y="6840538"/>
          <p14:tracePt t="31090" x="3732213" y="6846888"/>
          <p14:tracePt t="31100" x="3732213" y="6851650"/>
          <p14:tracePt t="31110" x="3743325" y="6851650"/>
          <p14:tracePt t="32047" x="0" y="0"/>
        </p14:tracePtLst>
        <p14:tracePtLst>
          <p14:tracePt t="91352" x="4648200" y="6500813"/>
          <p14:tracePt t="94589" x="3473450" y="6813550"/>
          <p14:tracePt t="94599" x="3384550" y="6667500"/>
          <p14:tracePt t="94610" x="3294063" y="6497638"/>
          <p14:tracePt t="94619" x="3192463" y="6340475"/>
          <p14:tracePt t="94629" x="3114675" y="6227763"/>
          <p14:tracePt t="94639" x="2984500" y="6003925"/>
          <p14:tracePt t="94649" x="2878138" y="5773738"/>
          <p14:tracePt t="94659" x="2771775" y="5413375"/>
          <p14:tracePt t="94670" x="2670175" y="4873625"/>
          <p14:tracePt t="94679" x="2625725" y="4227513"/>
          <p14:tracePt t="94689" x="2647950" y="3479800"/>
          <p14:tracePt t="94699" x="2732088" y="2760663"/>
          <p14:tracePt t="94709" x="2838450" y="2198688"/>
          <p14:tracePt t="94719" x="2940050" y="1843088"/>
          <p14:tracePt t="94729" x="3041650" y="1635125"/>
          <p14:tracePt t="94739" x="3090863" y="1546225"/>
          <p14:tracePt t="94749" x="3114675" y="1512888"/>
          <p14:tracePt t="94761" x="3114675" y="1506538"/>
          <p14:tracePt t="94769" x="3119438" y="1506538"/>
          <p14:tracePt t="94785" x="3119438" y="1500188"/>
          <p14:tracePt t="94799" x="3125788" y="1500188"/>
          <p14:tracePt t="94805" x="3130550" y="1500188"/>
          <p14:tracePt t="94809" x="3130550" y="1506538"/>
          <p14:tracePt t="94819" x="3130550" y="1512888"/>
          <p14:tracePt t="94829" x="3136900" y="1512888"/>
          <p14:tracePt t="94839" x="3136900" y="1517650"/>
          <p14:tracePt t="94925" x="3136900" y="1524000"/>
          <p14:tracePt t="94929" x="3136900" y="1528763"/>
          <p14:tracePt t="94933" x="3136900" y="1535113"/>
          <p14:tracePt t="94939" x="3141663" y="1546225"/>
          <p14:tracePt t="94949" x="3148013" y="1601788"/>
          <p14:tracePt t="94959" x="3152775" y="1641475"/>
          <p14:tracePt t="94960" x="3152775" y="1652588"/>
          <p14:tracePt t="94969" x="3152775" y="1697038"/>
          <p14:tracePt t="94970" x="3152775" y="1703388"/>
          <p14:tracePt t="94979" x="3152775" y="1754188"/>
          <p14:tracePt t="94989" x="3152775" y="1804988"/>
          <p14:tracePt t="94999" x="3141663" y="1843088"/>
          <p14:tracePt t="95009" x="3130550" y="1882775"/>
          <p14:tracePt t="95019" x="3114675" y="1922463"/>
          <p14:tracePt t="95029" x="3103563" y="1955800"/>
          <p14:tracePt t="95039" x="3090863" y="1984375"/>
          <p14:tracePt t="95040" x="3090863" y="1990725"/>
          <p14:tracePt t="95049" x="3079750" y="2024063"/>
          <p14:tracePt t="95059" x="3063875" y="2051050"/>
          <p14:tracePt t="95069" x="3057525" y="2079625"/>
          <p14:tracePt t="95079" x="3046413" y="2108200"/>
          <p14:tracePt t="95089" x="3028950" y="2130425"/>
          <p14:tracePt t="95099" x="3024188" y="2147888"/>
          <p14:tracePt t="95109" x="3024188" y="2159000"/>
          <p14:tracePt t="95119" x="3024188" y="2163763"/>
          <p14:tracePt t="95141" x="3024188" y="2170113"/>
          <p14:tracePt t="95275" x="3028950" y="2170113"/>
          <p14:tracePt t="95277" x="3035300" y="2170113"/>
          <p14:tracePt t="95279" x="3041650" y="2170113"/>
          <p14:tracePt t="95289" x="3068638" y="2170113"/>
          <p14:tracePt t="95299" x="3108325" y="2159000"/>
          <p14:tracePt t="95300" x="3125788" y="2152650"/>
          <p14:tracePt t="95310" x="3181350" y="2147888"/>
          <p14:tracePt t="95319" x="3238500" y="2141538"/>
          <p14:tracePt t="95330" x="3322638" y="2130425"/>
          <p14:tracePt t="95339" x="3371850" y="2124075"/>
          <p14:tracePt t="95350" x="3451225" y="2119313"/>
          <p14:tracePt t="95359" x="3506788" y="2112963"/>
          <p14:tracePt t="95369" x="3541713" y="2112963"/>
          <p14:tracePt t="95379" x="3552825" y="2112963"/>
          <p14:tracePt t="95389" x="3557588" y="2112963"/>
          <p14:tracePt t="95433" x="3563938" y="2112963"/>
          <p14:tracePt t="95561" x="3568700" y="2112963"/>
          <p14:tracePt t="95563" x="3579813" y="2112963"/>
          <p14:tracePt t="95569" x="3592513" y="2112963"/>
          <p14:tracePt t="95579" x="3681413" y="2130425"/>
          <p14:tracePt t="95589" x="3765550" y="2147888"/>
          <p14:tracePt t="95599" x="3862388" y="2163763"/>
          <p14:tracePt t="95609" x="3973513" y="2185988"/>
          <p14:tracePt t="95619" x="4108450" y="2209800"/>
          <p14:tracePt t="95629" x="4260850" y="2236788"/>
          <p14:tracePt t="95639" x="4429125" y="2265363"/>
          <p14:tracePt t="95649" x="4592638" y="2293938"/>
          <p14:tracePt t="95659" x="4738688" y="2316163"/>
          <p14:tracePt t="95669" x="4845050" y="2327275"/>
          <p14:tracePt t="95670" x="4873625" y="2333625"/>
          <p14:tracePt t="95679" x="4991100" y="2338388"/>
          <p14:tracePt t="95689" x="5103813" y="2344738"/>
          <p14:tracePt t="95699" x="5183188" y="2355850"/>
          <p14:tracePt t="95700" x="5205413" y="2355850"/>
          <p14:tracePt t="95709" x="5289550" y="2360613"/>
          <p14:tracePt t="95719" x="5334000" y="2360613"/>
          <p14:tracePt t="95729" x="5362575" y="2360613"/>
          <p14:tracePt t="95743" x="5367338" y="2360613"/>
          <p14:tracePt t="95761" x="5373688" y="2360613"/>
          <p14:tracePt t="95767" x="5384800" y="2360613"/>
          <p14:tracePt t="95769" x="5391150" y="2366963"/>
          <p14:tracePt t="95779" x="5429250" y="2378075"/>
          <p14:tracePt t="95789" x="5486400" y="2393950"/>
          <p14:tracePt t="95799" x="5553075" y="2411413"/>
          <p14:tracePt t="95809" x="5603875" y="2428875"/>
          <p14:tracePt t="95809" x="5614988" y="2428875"/>
          <p14:tracePt t="95819" x="5683250" y="2444750"/>
          <p14:tracePt t="95829" x="5734050" y="2455863"/>
          <p14:tracePt t="95839" x="5778500" y="2462213"/>
          <p14:tracePt t="95849" x="5818188" y="2466975"/>
          <p14:tracePt t="95859" x="5857875" y="2473325"/>
          <p14:tracePt t="95869" x="5902325" y="2484438"/>
          <p14:tracePt t="95879" x="5946775" y="2490788"/>
          <p14:tracePt t="95889" x="5986463" y="2495550"/>
          <p14:tracePt t="95899" x="6030913" y="2501900"/>
          <p14:tracePt t="95899" x="6042025" y="2501900"/>
          <p14:tracePt t="95909" x="6076950" y="2506663"/>
          <p14:tracePt t="95910" x="6088063" y="2506663"/>
          <p14:tracePt t="95919" x="6121400" y="2513013"/>
          <p14:tracePt t="95929" x="6143625" y="2513013"/>
          <p14:tracePt t="95939" x="6154738" y="2513013"/>
          <p14:tracePt t="95949" x="6161088" y="2513013"/>
          <p14:tracePt t="95959" x="6161088" y="2517775"/>
          <p14:tracePt t="95991" x="6165850" y="2517775"/>
          <p14:tracePt t="95995" x="6172200" y="2517775"/>
          <p14:tracePt t="95999" x="6176963" y="2517775"/>
          <p14:tracePt t="96009" x="6205538" y="2524125"/>
          <p14:tracePt t="96019" x="6238875" y="2524125"/>
          <p14:tracePt t="96020" x="6256338" y="2524125"/>
          <p14:tracePt t="96029" x="6307138" y="2535238"/>
          <p14:tracePt t="96039" x="6362700" y="2546350"/>
          <p14:tracePt t="96049" x="6419850" y="2557463"/>
          <p14:tracePt t="96059" x="6492875" y="2568575"/>
          <p14:tracePt t="96069" x="6565900" y="2579688"/>
          <p14:tracePt t="96079" x="6650038" y="2597150"/>
          <p14:tracePt t="96089" x="6756400" y="2625725"/>
          <p14:tracePt t="96090" x="6778625" y="2630488"/>
          <p14:tracePt t="96099" x="6946900" y="2659063"/>
          <p14:tracePt t="96109" x="7105650" y="2698750"/>
          <p14:tracePt t="96119" x="7256463" y="2725738"/>
          <p14:tracePt t="96129" x="7386638" y="2754313"/>
          <p14:tracePt t="96139" x="7493000" y="2782888"/>
          <p14:tracePt t="96149" x="7570788" y="2798763"/>
          <p14:tracePt t="96150" x="7583488" y="2798763"/>
          <p14:tracePt t="96159" x="7656513" y="2822575"/>
          <p14:tracePt t="96169" x="7700963" y="2833688"/>
          <p14:tracePt t="96179" x="7740650" y="2849563"/>
          <p14:tracePt t="96189" x="7773988" y="2860675"/>
          <p14:tracePt t="96199" x="7813675" y="2878138"/>
          <p14:tracePt t="96209" x="7847013" y="2900363"/>
          <p14:tracePt t="96219" x="7891463" y="2933700"/>
          <p14:tracePt t="96229" x="7942263" y="2962275"/>
          <p14:tracePt t="96239" x="7993063" y="2995613"/>
          <p14:tracePt t="96249" x="8043863" y="3024188"/>
          <p14:tracePt t="96259" x="8088313" y="3052763"/>
          <p14:tracePt t="96269" x="8134350" y="3079750"/>
          <p14:tracePt t="96279" x="8167688" y="3108325"/>
          <p14:tracePt t="96279" x="8178800" y="3114675"/>
          <p14:tracePt t="96289" x="8229600" y="3152775"/>
          <p14:tracePt t="96299" x="8291513" y="3181350"/>
          <p14:tracePt t="96309" x="8353425" y="3221038"/>
          <p14:tracePt t="96319" x="8426450" y="3260725"/>
          <p14:tracePt t="96329" x="8521700" y="3305175"/>
          <p14:tracePt t="96339" x="8612188" y="3344863"/>
          <p14:tracePt t="96340" x="8634413" y="3355975"/>
          <p14:tracePt t="96349" x="8723313" y="3395663"/>
          <p14:tracePt t="96359" x="8796338" y="3422650"/>
          <p14:tracePt t="96369" x="8858250" y="3446463"/>
          <p14:tracePt t="96379" x="8915400" y="3462338"/>
          <p14:tracePt t="96389" x="8970963" y="3484563"/>
          <p14:tracePt t="96399" x="9039225" y="3513138"/>
          <p14:tracePt t="96409" x="9112250" y="3546475"/>
          <p14:tracePt t="96419" x="9174163" y="3575050"/>
          <p14:tracePt t="96429" x="9207500" y="3597275"/>
          <p14:tracePt t="96439" x="9218613" y="3603625"/>
          <p14:tracePt t="96459" x="9223375" y="3603625"/>
          <p14:tracePt t="96545" x="9223375" y="3608388"/>
          <p14:tracePt t="96799" x="9223375" y="3603625"/>
          <p14:tracePt t="96803" x="9223375" y="3597275"/>
          <p14:tracePt t="96809" x="9223375" y="3586163"/>
          <p14:tracePt t="96820" x="9223375" y="3570288"/>
          <p14:tracePt t="96829" x="9207500" y="3524250"/>
          <p14:tracePt t="96840" x="9185275" y="3490913"/>
          <p14:tracePt t="96849" x="9145588" y="3422650"/>
          <p14:tracePt t="96850" x="9128125" y="3411538"/>
          <p14:tracePt t="96859" x="9055100" y="3322638"/>
          <p14:tracePt t="96870" x="8926513" y="3214688"/>
          <p14:tracePt t="96879" x="8740775" y="3079750"/>
          <p14:tracePt t="96889" x="8543925" y="2973388"/>
          <p14:tracePt t="96899" x="8318500" y="2867025"/>
          <p14:tracePt t="96909" x="8110538" y="2782888"/>
          <p14:tracePt t="96919" x="7767638" y="2670175"/>
          <p14:tracePt t="96930" x="7475538" y="2614613"/>
          <p14:tracePt t="96939" x="7216775" y="2568575"/>
          <p14:tracePt t="96949" x="6992938" y="2546350"/>
          <p14:tracePt t="96959" x="6829425" y="2535238"/>
          <p14:tracePt t="96970" x="6604000" y="2528888"/>
          <p14:tracePt t="96979" x="6442075" y="2524125"/>
          <p14:tracePt t="96989" x="6238875" y="2524125"/>
          <p14:tracePt t="96999" x="5991225" y="2517775"/>
          <p14:tracePt t="97009" x="5778500" y="2517775"/>
          <p14:tracePt t="97019" x="5603875" y="2517775"/>
          <p14:tracePt t="97020" x="5559425" y="2517775"/>
          <p14:tracePt t="97030" x="5345113" y="2528888"/>
          <p14:tracePt t="97039" x="5165725" y="2541588"/>
          <p14:tracePt t="97050" x="4878388" y="2568575"/>
          <p14:tracePt t="97059" x="4603750" y="2597150"/>
          <p14:tracePt t="97069" x="4311650" y="2608263"/>
          <p14:tracePt t="97079" x="3990975" y="2614613"/>
          <p14:tracePt t="97089" x="3648075" y="2614613"/>
          <p14:tracePt t="97099" x="3311525" y="2608263"/>
          <p14:tracePt t="97109" x="2962275" y="2590800"/>
          <p14:tracePt t="97119" x="2698750" y="2574925"/>
          <p14:tracePt t="97120" x="2636838" y="2574925"/>
          <p14:tracePt t="97129" x="2349500" y="2552700"/>
          <p14:tracePt t="97139" x="2119313" y="2541588"/>
          <p14:tracePt t="97149" x="1955800" y="2528888"/>
          <p14:tracePt t="97150" x="1911350" y="2524125"/>
          <p14:tracePt t="97159" x="1743075" y="2506663"/>
          <p14:tracePt t="97169" x="1597025" y="2479675"/>
          <p14:tracePt t="97179" x="1506538" y="2462213"/>
          <p14:tracePt t="97189" x="1466850" y="2451100"/>
          <p14:tracePt t="97199" x="1462088" y="2444750"/>
          <p14:tracePt t="97200" x="1455738" y="2444750"/>
          <p14:tracePt t="97227" x="1450975" y="2444750"/>
          <p14:tracePt t="97229" x="1450975" y="2439988"/>
          <p14:tracePt t="97231" x="1450975" y="2433638"/>
          <p14:tracePt t="97239" x="1450975" y="2428875"/>
          <p14:tracePt t="97249" x="1462088" y="2400300"/>
          <p14:tracePt t="97259" x="1477963" y="2360613"/>
          <p14:tracePt t="97269" x="1489075" y="2320925"/>
          <p14:tracePt t="97279" x="1511300" y="2282825"/>
          <p14:tracePt t="97289" x="1546225" y="2243138"/>
          <p14:tracePt t="97299" x="1624013" y="2185988"/>
          <p14:tracePt t="97309" x="1725613" y="2141538"/>
          <p14:tracePt t="97319" x="1860550" y="2101850"/>
          <p14:tracePt t="97329" x="1995488" y="2079625"/>
          <p14:tracePt t="97339" x="2108200" y="2057400"/>
          <p14:tracePt t="97349" x="2174875" y="2051050"/>
          <p14:tracePt t="97350" x="2192338" y="2051050"/>
          <p14:tracePt t="97359" x="2243138" y="2046288"/>
          <p14:tracePt t="97369" x="2259013" y="2046288"/>
          <p14:tracePt t="97379" x="2265363" y="2046288"/>
          <p14:tracePt t="97391" x="2270125" y="2046288"/>
          <p14:tracePt t="97427" x="2276475" y="2046288"/>
          <p14:tracePt t="97435" x="2282825" y="2046288"/>
          <p14:tracePt t="97437" x="2287588" y="2046288"/>
          <p14:tracePt t="97441" x="2293938" y="2046288"/>
          <p14:tracePt t="97449" x="2305050" y="2046288"/>
          <p14:tracePt t="97449" x="2309813" y="2046288"/>
          <p14:tracePt t="97459" x="2360613" y="2057400"/>
          <p14:tracePt t="97469" x="2417763" y="2068513"/>
          <p14:tracePt t="97479" x="2517775" y="2085975"/>
          <p14:tracePt t="97489" x="2647950" y="2108200"/>
          <p14:tracePt t="97499" x="2833688" y="2136775"/>
          <p14:tracePt t="97509" x="3079750" y="2170113"/>
          <p14:tracePt t="97519" x="3316288" y="2192338"/>
          <p14:tracePt t="97529" x="3506788" y="2209800"/>
          <p14:tracePt t="97530" x="3552825" y="2214563"/>
          <p14:tracePt t="97539" x="3776663" y="2225675"/>
          <p14:tracePt t="97549" x="3997325" y="2232025"/>
          <p14:tracePt t="97559" x="4216400" y="2236788"/>
          <p14:tracePt t="97569" x="4389438" y="2243138"/>
          <p14:tracePt t="97570" x="4435475" y="2247900"/>
          <p14:tracePt t="97579" x="4632325" y="2254250"/>
          <p14:tracePt t="97589" x="4805363" y="2259013"/>
          <p14:tracePt t="97599" x="4951413" y="2265363"/>
          <p14:tracePt t="97609" x="5053013" y="2271713"/>
          <p14:tracePt t="97610" x="5086350" y="2271713"/>
          <p14:tracePt t="97619" x="5187950" y="2276475"/>
          <p14:tracePt t="97629" x="5260975" y="2276475"/>
          <p14:tracePt t="97639" x="5340350" y="2276475"/>
          <p14:tracePt t="97649" x="5413375" y="2282825"/>
          <p14:tracePt t="97659" x="5502275" y="2293938"/>
          <p14:tracePt t="97669" x="5614988" y="2309813"/>
          <p14:tracePt t="97679" x="5756275" y="2333625"/>
          <p14:tracePt t="97689" x="5902325" y="2355850"/>
          <p14:tracePt t="97699" x="6053138" y="2378075"/>
          <p14:tracePt t="97709" x="6188075" y="2393950"/>
          <p14:tracePt t="97719" x="6289675" y="2400300"/>
          <p14:tracePt t="97719" x="6323013" y="2406650"/>
          <p14:tracePt t="97729" x="6446838" y="2422525"/>
          <p14:tracePt t="97739" x="6577013" y="2439988"/>
          <p14:tracePt t="97749" x="6711950" y="2455863"/>
          <p14:tracePt t="97759" x="6835775" y="2479675"/>
          <p14:tracePt t="97769" x="6953250" y="2495550"/>
          <p14:tracePt t="97779" x="7032625" y="2506663"/>
          <p14:tracePt t="97789" x="7081838" y="2524125"/>
          <p14:tracePt t="97799" x="7099300" y="2524125"/>
          <p14:tracePt t="97809" x="7105650" y="2528888"/>
          <p14:tracePt t="97855" x="7092950" y="2528888"/>
          <p14:tracePt t="97857" x="7088188" y="2528888"/>
          <p14:tracePt t="97859" x="7081838" y="2535238"/>
          <p14:tracePt t="97869" x="7019925" y="2541588"/>
          <p14:tracePt t="97879" x="6924675" y="2563813"/>
          <p14:tracePt t="97889" x="6778625" y="2574925"/>
          <p14:tracePt t="97899" x="6554788" y="2608263"/>
          <p14:tracePt t="97909" x="6296025" y="2647950"/>
          <p14:tracePt t="97919" x="5980113" y="2681288"/>
          <p14:tracePt t="97929" x="5643563" y="2720975"/>
          <p14:tracePt t="97939" x="5300663" y="2771775"/>
          <p14:tracePt t="97949" x="4975225" y="2838450"/>
          <p14:tracePt t="97959" x="4687888" y="2917825"/>
          <p14:tracePt t="97969" x="4446588" y="3001963"/>
          <p14:tracePt t="97979" x="4254500" y="3092450"/>
          <p14:tracePt t="97989" x="4125913" y="3181350"/>
          <p14:tracePt t="97999" x="4057650" y="3260725"/>
          <p14:tracePt t="98009" x="4019550" y="3338513"/>
          <p14:tracePt t="98019" x="4002088" y="3417888"/>
          <p14:tracePt t="98029" x="3990975" y="3490913"/>
          <p14:tracePt t="98039" x="3990975" y="3552825"/>
          <p14:tracePt t="98049" x="3990975" y="3603625"/>
          <p14:tracePt t="98059" x="3973513" y="3648075"/>
          <p14:tracePt t="98069" x="3957638" y="3692525"/>
          <p14:tracePt t="98079" x="3935413" y="3738563"/>
          <p14:tracePt t="98089" x="3911600" y="3789363"/>
          <p14:tracePt t="98099" x="3889375" y="3862388"/>
          <p14:tracePt t="98109" x="3856038" y="3935413"/>
          <p14:tracePt t="98119" x="3811588" y="4024313"/>
          <p14:tracePt t="98129" x="3749675" y="4143375"/>
          <p14:tracePt t="98139" x="3659188" y="4267200"/>
          <p14:tracePt t="98149" x="3552825" y="4402138"/>
          <p14:tracePt t="98159" x="3440113" y="4513263"/>
          <p14:tracePt t="98169" x="3338513" y="4621213"/>
          <p14:tracePt t="98179" x="3238500" y="4721225"/>
          <p14:tracePt t="98189" x="3152775" y="4818063"/>
          <p14:tracePt t="98199" x="3074988" y="4902200"/>
          <p14:tracePt t="98209" x="3013075" y="4975225"/>
          <p14:tracePt t="98219" x="2968625" y="5019675"/>
          <p14:tracePt t="98229" x="2944813" y="5059363"/>
          <p14:tracePt t="98239" x="2933700" y="5070475"/>
          <p14:tracePt t="98249" x="2928938" y="5070475"/>
          <p14:tracePt t="98259" x="2928938" y="5076825"/>
          <p14:tracePt t="98269" x="2928938" y="5081588"/>
          <p14:tracePt t="98321" x="2922588" y="5081588"/>
          <p14:tracePt t="98327" x="2917825" y="5081588"/>
          <p14:tracePt t="98329" x="2911475" y="5081588"/>
          <p14:tracePt t="98339" x="2900363" y="5087938"/>
          <p14:tracePt t="98349" x="2882900" y="5087938"/>
          <p14:tracePt t="98359" x="2867025" y="5092700"/>
          <p14:tracePt t="98369" x="2844800" y="5099050"/>
          <p14:tracePt t="98379" x="2816225" y="5099050"/>
          <p14:tracePt t="98389" x="2798763" y="5099050"/>
          <p14:tracePt t="98399" x="2776538" y="5099050"/>
          <p14:tracePt t="98409" x="2765425" y="5099050"/>
          <p14:tracePt t="98419" x="2760663" y="5092700"/>
          <p14:tracePt t="98429" x="2747963" y="5087938"/>
          <p14:tracePt t="98439" x="2743200" y="5081588"/>
          <p14:tracePt t="98449" x="2736850" y="5070475"/>
          <p14:tracePt t="98459" x="2736850" y="5064125"/>
          <p14:tracePt t="98471" x="2736850" y="5059363"/>
          <p14:tracePt t="98479" x="2732088" y="5059363"/>
          <p14:tracePt t="98525" x="2732088" y="5053013"/>
          <p14:tracePt t="98531" x="2732088" y="5048250"/>
          <p14:tracePt t="98535" x="2732088" y="5041900"/>
          <p14:tracePt t="98541" x="2732088" y="5037138"/>
          <p14:tracePt t="98549" x="2736850" y="5026025"/>
          <p14:tracePt t="98559" x="2743200" y="5019675"/>
          <p14:tracePt t="98569" x="2754313" y="5002213"/>
          <p14:tracePt t="98579" x="2760663" y="4991100"/>
          <p14:tracePt t="98589" x="2776538" y="4979988"/>
          <p14:tracePt t="98599" x="2787650" y="4975225"/>
          <p14:tracePt t="98613" x="2787650" y="4968875"/>
          <p14:tracePt t="98629" x="2794000" y="4968875"/>
          <p14:tracePt t="98731" x="2798763" y="4968875"/>
          <p14:tracePt t="98735" x="2805113" y="4968875"/>
          <p14:tracePt t="98739" x="2809875" y="4968875"/>
          <p14:tracePt t="98750" x="2838450" y="4957763"/>
          <p14:tracePt t="98759" x="2878138" y="4957763"/>
          <p14:tracePt t="98770" x="2933700" y="4953000"/>
          <p14:tracePt t="98779" x="2990850" y="4946650"/>
          <p14:tracePt t="98789" x="3041650" y="4946650"/>
          <p14:tracePt t="98799" x="3125788" y="4941888"/>
          <p14:tracePt t="98809" x="3176588" y="4941888"/>
          <p14:tracePt t="98819" x="3254375" y="4935538"/>
          <p14:tracePt t="98829" x="3311525" y="4935538"/>
          <p14:tracePt t="98839" x="3406775" y="4929188"/>
          <p14:tracePt t="98850" x="3506788" y="4929188"/>
          <p14:tracePt t="98859" x="3579813" y="4929188"/>
          <p14:tracePt t="98869" x="3648075" y="4929188"/>
          <p14:tracePt t="98879" x="3687763" y="4924425"/>
          <p14:tracePt t="98889" x="3714750" y="4924425"/>
          <p14:tracePt t="98899" x="3732213" y="4924425"/>
          <p14:tracePt t="98909" x="3749675" y="4918075"/>
          <p14:tracePt t="98919" x="3760788" y="4918075"/>
          <p14:tracePt t="98930" x="3794125" y="4918075"/>
          <p14:tracePt t="98939" x="3862388" y="4902200"/>
          <p14:tracePt t="98950" x="3968750" y="4891088"/>
          <p14:tracePt t="98959" x="4070350" y="4873625"/>
          <p14:tracePt t="98970" x="4260850" y="4851400"/>
          <p14:tracePt t="98979" x="4389438" y="4829175"/>
          <p14:tracePt t="98990" x="4654550" y="4783138"/>
          <p14:tracePt t="98999" x="4889500" y="4738688"/>
          <p14:tracePt t="99009" x="5172075" y="4699000"/>
          <p14:tracePt t="99019" x="5402263" y="4665663"/>
          <p14:tracePt t="99030" x="5727700" y="4614863"/>
          <p14:tracePt t="99039" x="5918200" y="4581525"/>
          <p14:tracePt t="99050" x="6172200" y="4530725"/>
          <p14:tracePt t="99059" x="6311900" y="4491038"/>
          <p14:tracePt t="99069" x="6475413" y="4446588"/>
          <p14:tracePt t="99079" x="6554788" y="4413250"/>
          <p14:tracePt t="99090" x="6604000" y="4391025"/>
          <p14:tracePt t="99099" x="6616700" y="4378325"/>
          <p14:tracePt t="99109" x="6621463" y="4378325"/>
          <p14:tracePt t="99123" x="6621463" y="4373563"/>
          <p14:tracePt t="99151" x="6627813" y="4373563"/>
          <p14:tracePt t="99205" x="6632575" y="4373563"/>
          <p14:tracePt t="99210" x="6638925" y="4373563"/>
          <p14:tracePt t="99211" x="6643688" y="4373563"/>
          <p14:tracePt t="99219" x="6672263" y="4384675"/>
          <p14:tracePt t="99229" x="6738938" y="4413250"/>
          <p14:tracePt t="99239" x="6807200" y="4440238"/>
          <p14:tracePt t="99250" x="6953250" y="4502150"/>
          <p14:tracePt t="99259" x="7065963" y="4541838"/>
          <p14:tracePt t="99260" x="7092950" y="4548188"/>
          <p14:tracePt t="99269" x="7205663" y="4586288"/>
          <p14:tracePt t="99270" x="7234238" y="4586288"/>
          <p14:tracePt t="99279" x="7346950" y="4614863"/>
          <p14:tracePt t="99280" x="7369175" y="4621213"/>
          <p14:tracePt t="99289" x="7493000" y="4632325"/>
          <p14:tracePt t="99300" x="7610475" y="4637088"/>
          <p14:tracePt t="99309" x="7718425" y="4637088"/>
          <p14:tracePt t="99320" x="7902575" y="4625975"/>
          <p14:tracePt t="99329" x="8072438" y="4610100"/>
          <p14:tracePt t="99339" x="8262938" y="4581525"/>
          <p14:tracePt t="99350" x="8448675" y="4552950"/>
          <p14:tracePt t="99359" x="8634413" y="4513263"/>
          <p14:tracePt t="99369" x="8807450" y="4468813"/>
          <p14:tracePt t="99379" x="8966200" y="4435475"/>
          <p14:tracePt t="99389" x="9101138" y="4402138"/>
          <p14:tracePt t="99399" x="9201150" y="4362450"/>
          <p14:tracePt t="99409" x="9285288" y="4329113"/>
          <p14:tracePt t="99419" x="9353550" y="4311650"/>
          <p14:tracePt t="99429" x="9386888" y="4289425"/>
          <p14:tracePt t="99439" x="9409113" y="4283075"/>
          <p14:tracePt t="99449" x="9420225" y="4278313"/>
          <p14:tracePt t="99459" x="9431338" y="4278313"/>
          <p14:tracePt t="99469" x="9444038" y="4271963"/>
          <p14:tracePt t="99489" x="9448800" y="4271963"/>
          <p14:tracePt t="99563" x="9444038" y="4271963"/>
          <p14:tracePt t="99565" x="9431338" y="4271963"/>
          <p14:tracePt t="99569" x="9420225" y="4271963"/>
          <p14:tracePt t="99579" x="9331325" y="4271963"/>
          <p14:tracePt t="99590" x="9196388" y="4278313"/>
          <p14:tracePt t="99600" x="8966200" y="4300538"/>
          <p14:tracePt t="99609" x="8685213" y="4316413"/>
          <p14:tracePt t="99619" x="8358188" y="4340225"/>
          <p14:tracePt t="99629" x="7970838" y="4356100"/>
          <p14:tracePt t="99639" x="7521575" y="4362450"/>
          <p14:tracePt t="99649" x="7008813" y="4362450"/>
          <p14:tracePt t="99659" x="6530975" y="4362450"/>
          <p14:tracePt t="99669" x="6030913" y="4367213"/>
          <p14:tracePt t="99679" x="5570538" y="4367213"/>
          <p14:tracePt t="99689" x="5110163" y="4344988"/>
          <p14:tracePt t="99699" x="4654550" y="4278313"/>
          <p14:tracePt t="99709" x="4265613" y="4205288"/>
          <p14:tracePt t="99719" x="3940175" y="4121150"/>
          <p14:tracePt t="99729" x="3676650" y="4030663"/>
          <p14:tracePt t="99739" x="3473450" y="3935413"/>
          <p14:tracePt t="99749" x="3327400" y="3851275"/>
          <p14:tracePt t="99759" x="3232150" y="3783013"/>
          <p14:tracePt t="99769" x="3176588" y="3732213"/>
          <p14:tracePt t="99779" x="3141663" y="3698875"/>
          <p14:tracePt t="99789" x="3125788" y="3676650"/>
          <p14:tracePt t="99799" x="3114675" y="3665538"/>
          <p14:tracePt t="99809" x="3108325" y="3654425"/>
          <p14:tracePt t="99821" x="3103563" y="3654425"/>
          <p14:tracePt t="99833" x="3103563" y="3648075"/>
          <p14:tracePt t="99879" x="3097213" y="3648075"/>
          <p14:tracePt t="99939" x="3097213" y="3654425"/>
          <p14:tracePt t="99941" x="3097213" y="3659188"/>
          <p14:tracePt t="99949" x="3090863" y="3687763"/>
          <p14:tracePt t="99959" x="3086100" y="3721100"/>
          <p14:tracePt t="99969" x="3086100" y="3760788"/>
          <p14:tracePt t="99979" x="3086100" y="3789363"/>
          <p14:tracePt t="99989" x="3086100" y="3805238"/>
          <p14:tracePt t="99999" x="3086100" y="3811588"/>
          <p14:tracePt t="100009" x="3086100" y="3816350"/>
          <p14:tracePt t="100019" x="3086100" y="3822700"/>
          <p14:tracePt t="100037" x="3090863" y="3822700"/>
          <p14:tracePt t="100041" x="3097213" y="3827463"/>
          <p14:tracePt t="100049" x="3114675" y="3827463"/>
          <p14:tracePt t="100059" x="3163888" y="3827463"/>
          <p14:tracePt t="100069" x="3238500" y="3827463"/>
          <p14:tracePt t="100079" x="3322638" y="3827463"/>
          <p14:tracePt t="100089" x="3446463" y="3822700"/>
          <p14:tracePt t="100099" x="3597275" y="3800475"/>
          <p14:tracePt t="100109" x="3811588" y="3765550"/>
          <p14:tracePt t="100119" x="4035425" y="3727450"/>
          <p14:tracePt t="100129" x="4278313" y="3681413"/>
          <p14:tracePt t="100139" x="4508500" y="3630613"/>
          <p14:tracePt t="100149" x="4721225" y="3592513"/>
          <p14:tracePt t="100159" x="4902200" y="3552825"/>
          <p14:tracePt t="100169" x="5053013" y="3530600"/>
          <p14:tracePt t="100179" x="5187950" y="3513138"/>
          <p14:tracePt t="100189" x="5300663" y="3502025"/>
          <p14:tracePt t="100199" x="5395913" y="3502025"/>
          <p14:tracePt t="100209" x="5480050" y="3495675"/>
          <p14:tracePt t="100219" x="5553075" y="3495675"/>
          <p14:tracePt t="100229" x="5632450" y="3490913"/>
          <p14:tracePt t="100239" x="5734050" y="3490913"/>
          <p14:tracePt t="100249" x="5873750" y="3490913"/>
          <p14:tracePt t="100259" x="6048375" y="3490913"/>
          <p14:tracePt t="100269" x="6249988" y="3490913"/>
          <p14:tracePt t="100279" x="6469063" y="3490913"/>
          <p14:tracePt t="100289" x="6689725" y="3484563"/>
          <p14:tracePt t="100299" x="6959600" y="3473450"/>
          <p14:tracePt t="100309" x="7223125" y="3462338"/>
          <p14:tracePt t="100319" x="7486650" y="3457575"/>
          <p14:tracePt t="100329" x="7740650" y="3446463"/>
          <p14:tracePt t="100339" x="7948613" y="3429000"/>
          <p14:tracePt t="100349" x="8105775" y="3400425"/>
          <p14:tracePt t="100359" x="8207375" y="3367088"/>
          <p14:tracePt t="100369" x="8269288" y="3344863"/>
          <p14:tracePt t="100379" x="8324850" y="3316288"/>
          <p14:tracePt t="100389" x="8375650" y="3287713"/>
          <p14:tracePt t="100399" x="8431213" y="3271838"/>
          <p14:tracePt t="100409" x="8488363" y="3249613"/>
          <p14:tracePt t="100419" x="8521700" y="3238500"/>
          <p14:tracePt t="100429" x="8537575" y="3227388"/>
          <p14:tracePt t="100439" x="8550275" y="3214688"/>
          <p14:tracePt t="100449" x="8566150" y="3198813"/>
          <p14:tracePt t="100459" x="8577263" y="3181350"/>
          <p14:tracePt t="100469" x="8594725" y="3159125"/>
          <p14:tracePt t="100479" x="8605838" y="3148013"/>
          <p14:tracePt t="100489" x="8623300" y="3136900"/>
          <p14:tracePt t="100499" x="8639175" y="3119438"/>
          <p14:tracePt t="100509" x="8678863" y="3103563"/>
          <p14:tracePt t="100519" x="8729663" y="3079750"/>
          <p14:tracePt t="100529" x="8807450" y="3052763"/>
          <p14:tracePt t="100539" x="8875713" y="3030538"/>
          <p14:tracePt t="100549" x="8926513" y="3006725"/>
          <p14:tracePt t="100559" x="8970963" y="2990850"/>
          <p14:tracePt t="100569" x="8993188" y="2979738"/>
          <p14:tracePt t="100579" x="9015413" y="2973388"/>
          <p14:tracePt t="100589" x="9032875" y="2968625"/>
          <p14:tracePt t="100599" x="9039225" y="2968625"/>
          <p14:tracePt t="100643" x="9043988" y="2968625"/>
          <p14:tracePt t="100683" x="9050338" y="2968625"/>
          <p14:tracePt t="100711" x="9055100" y="2968625"/>
          <p14:tracePt t="100715" x="9055100" y="2962275"/>
          <p14:tracePt t="100739" x="9061450" y="2962275"/>
          <p14:tracePt t="101747" x="9055100" y="2962275"/>
          <p14:tracePt t="101793" x="9050338" y="2962275"/>
          <p14:tracePt t="103091" x="9055100" y="2962275"/>
          <p14:tracePt t="103095" x="9061450" y="2962275"/>
          <p14:tracePt t="103099" x="9072563" y="2962275"/>
          <p14:tracePt t="103109" x="9105900" y="2984500"/>
          <p14:tracePt t="103120" x="9156700" y="3006725"/>
          <p14:tracePt t="103129" x="9236075" y="3046413"/>
          <p14:tracePt t="103139" x="9309100" y="3079750"/>
          <p14:tracePt t="103149" x="9382125" y="3125788"/>
          <p14:tracePt t="103159" x="9444038" y="3165475"/>
          <p14:tracePt t="103169" x="9493250" y="3198813"/>
          <p14:tracePt t="103179" x="9517063" y="3209925"/>
          <p14:tracePt t="103189" x="9521825" y="3209925"/>
          <p14:tracePt t="103199" x="9521825" y="3214688"/>
          <p14:tracePt t="103227" x="9528175" y="3214688"/>
          <p14:tracePt t="103229" x="9528175" y="3221038"/>
          <p14:tracePt t="103375" x="9528175" y="3214688"/>
          <p14:tracePt t="103387" x="9532938" y="3214688"/>
          <p14:tracePt t="103419" x="9539288" y="3214688"/>
          <p14:tracePt t="103425" x="9539288" y="3209925"/>
          <p14:tracePt t="104233" x="9544050" y="3221038"/>
          <p14:tracePt t="104237" x="9550400" y="3232150"/>
          <p14:tracePt t="104239" x="9555163" y="3238500"/>
          <p14:tracePt t="104249" x="9566275" y="3276600"/>
          <p14:tracePt t="104259" x="9583738" y="3344863"/>
          <p14:tracePt t="104269" x="9612313" y="3417888"/>
          <p14:tracePt t="104279" x="9663113" y="3513138"/>
          <p14:tracePt t="104289" x="9786938" y="3654425"/>
          <p14:tracePt t="104299" x="9948863" y="3833813"/>
          <p14:tracePt t="104309" x="10140950" y="4041775"/>
          <p14:tracePt t="104319" x="10353675" y="4300538"/>
          <p14:tracePt t="104329" x="10545763" y="4575175"/>
          <p14:tracePt t="104339" x="10696575" y="4818063"/>
          <p14:tracePt t="104349" x="10791825" y="5026025"/>
          <p14:tracePt t="104359" x="10837863" y="5210175"/>
          <p14:tracePt t="104369" x="10848975" y="5373688"/>
          <p14:tracePt t="104379" x="10842625" y="5508625"/>
          <p14:tracePt t="104389" x="10815638" y="5649913"/>
          <p14:tracePt t="104399" x="10791825" y="5767388"/>
          <p14:tracePt t="104409" x="10769600" y="5868988"/>
          <p14:tracePt t="104419" x="10747375" y="5970588"/>
          <p14:tracePt t="104429" x="10725150" y="6065838"/>
          <p14:tracePt t="104439" x="10702925" y="6149975"/>
          <p14:tracePt t="104449" x="10674350" y="6227763"/>
          <p14:tracePt t="104459" x="10634663" y="6313488"/>
          <p14:tracePt t="104469" x="10601325" y="6386513"/>
          <p14:tracePt t="104479" x="10567988" y="6448425"/>
          <p14:tracePt t="104489" x="10533063" y="6503988"/>
          <p14:tracePt t="104499" x="10506075" y="6543675"/>
          <p14:tracePt t="104509" x="10488613" y="6554788"/>
          <p14:tracePt t="104519" x="10466388" y="6570663"/>
          <p14:tracePt t="104529" x="10448925" y="6594475"/>
          <p14:tracePt t="104539" x="10426700" y="6616700"/>
          <p14:tracePt t="104549" x="10393363" y="6638925"/>
          <p14:tracePt t="104559" x="10371138" y="6672263"/>
          <p14:tracePt t="104569" x="10331450" y="6705600"/>
          <p14:tracePt t="104579" x="10287000" y="6767513"/>
          <p14:tracePt t="104589" x="10225088" y="6835775"/>
          <p14:tracePt t="104971" x="1670050" y="6807200"/>
          <p14:tracePt t="104979" x="1331913" y="6689725"/>
          <p14:tracePt t="104989" x="944563" y="6559550"/>
          <p14:tracePt t="104999" x="579438" y="6424613"/>
          <p14:tracePt t="105009" x="225425" y="6296025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16380-F0EB-AB96-A3BE-B213871C6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AA194A-3CE5-40A0-F8FF-ECE258669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543" y="497940"/>
            <a:ext cx="9723423" cy="547912"/>
          </a:xfrm>
        </p:spPr>
        <p:txBody>
          <a:bodyPr/>
          <a:lstStyle/>
          <a:p>
            <a:r>
              <a:rPr lang="en-US" dirty="0"/>
              <a:t>Death in Older Adults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97A503-82D7-03B3-ADDB-1279C0F7CC8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67897"/>
            <a:ext cx="9180214" cy="4879818"/>
          </a:xfrm>
        </p:spPr>
        <p:txBody>
          <a:bodyPr>
            <a:normAutofit/>
          </a:bodyPr>
          <a:lstStyle/>
          <a:p>
            <a:r>
              <a:rPr lang="en-US" sz="2400" dirty="0"/>
              <a:t>Older adults most often die of degenerative diseases, such as heart disease, cancer, stroke, Alzheimer’s disease, or chronic lower respiratory disease</a:t>
            </a:r>
          </a:p>
          <a:p>
            <a:r>
              <a:rPr lang="en-US" sz="2400" dirty="0"/>
              <a:t>The terminal phase of illnesses are typically shorter for older adults, due to multiple biological competitors for death </a:t>
            </a:r>
          </a:p>
          <a:p>
            <a:r>
              <a:rPr lang="en-US" sz="2400" dirty="0"/>
              <a:t>Women typically live longer than men (average lifespan for a woman is 81 years, as opposed to 76 years)</a:t>
            </a:r>
          </a:p>
          <a:p>
            <a:pPr lvl="1"/>
            <a:r>
              <a:rPr lang="en-US" sz="2200" dirty="0"/>
              <a:t>Proposed reasons include risky behaviors, social support, and biological fitness</a:t>
            </a:r>
          </a:p>
          <a:p>
            <a:r>
              <a:rPr lang="en-US" sz="2400" dirty="0"/>
              <a:t>Lifespan is heavily impacted by health behaviors, such as diet, exercise, and substance use</a:t>
            </a:r>
          </a:p>
          <a:p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9A534-1712-3535-FE5C-4E89CD8EB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2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125"/>
    </mc:Choice>
    <mc:Fallback xmlns="">
      <p:transition spd="slow" advTm="14112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7C544-8B29-0DF9-AD65-DB465D49F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050" name="Picture 2" descr="A diagram depicting how telomeres on a chromosome shorten over time">
            <a:extLst>
              <a:ext uri="{FF2B5EF4-FFF2-40B4-BE49-F238E27FC236}">
                <a16:creationId xmlns:a16="http://schemas.microsoft.com/office/drawing/2014/main" id="{D95EF881-5617-8BB9-DA3C-C08769AA98C1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209" y="500912"/>
            <a:ext cx="7927121" cy="589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72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761"/>
    </mc:Choice>
    <mc:Fallback xmlns="">
      <p:transition spd="slow" advTm="93761"/>
    </mc:Fallback>
  </mc:AlternateContent>
  <p:extLst>
    <p:ext uri="{3A86A75C-4F4B-4683-9AE1-C65F6400EC91}">
      <p14:laserTraceLst xmlns:p14="http://schemas.microsoft.com/office/powerpoint/2010/main">
        <p14:tracePtLst>
          <p14:tracePt t="13394" x="4686300" y="6572250"/>
          <p14:tracePt t="13751" x="4254500" y="6818313"/>
          <p14:tracePt t="13754" x="4243388" y="6807200"/>
          <p14:tracePt t="13764" x="4210050" y="6751638"/>
          <p14:tracePt t="13774" x="4187825" y="6711950"/>
          <p14:tracePt t="13783" x="4159250" y="6656388"/>
          <p14:tracePt t="13794" x="4130675" y="6594475"/>
          <p14:tracePt t="13804" x="4092575" y="6526213"/>
          <p14:tracePt t="13813" x="4052888" y="6453188"/>
          <p14:tracePt t="13824" x="4008438" y="6373813"/>
          <p14:tracePt t="13834" x="3951288" y="6296025"/>
          <p14:tracePt t="13844" x="3906838" y="6223000"/>
          <p14:tracePt t="13854" x="3849688" y="6149975"/>
          <p14:tracePt t="13864" x="3800475" y="6076950"/>
          <p14:tracePt t="13873" x="3743325" y="6008688"/>
          <p14:tracePt t="13884" x="3676650" y="5942013"/>
          <p14:tracePt t="13894" x="3619500" y="5884863"/>
          <p14:tracePt t="13904" x="3552825" y="5829300"/>
          <p14:tracePt t="13914" x="3495675" y="5789613"/>
          <p14:tracePt t="13923" x="3457575" y="5762625"/>
          <p14:tracePt t="13933" x="3446463" y="5749925"/>
          <p14:tracePt t="13951" x="3446463" y="5745163"/>
          <p14:tracePt t="13963" x="3440113" y="5745163"/>
          <p14:tracePt t="14235" x="3433763" y="5745163"/>
          <p14:tracePt t="14247" x="3429000" y="5745163"/>
          <p14:tracePt t="14249" x="3429000" y="5749925"/>
          <p14:tracePt t="14254" x="3422650" y="5756275"/>
          <p14:tracePt t="14264" x="3400425" y="5778500"/>
          <p14:tracePt t="14274" x="3378200" y="5807075"/>
          <p14:tracePt t="14284" x="3355975" y="5840413"/>
          <p14:tracePt t="14294" x="3322638" y="5873750"/>
          <p14:tracePt t="14304" x="3287713" y="5908675"/>
          <p14:tracePt t="14314" x="3254375" y="5942013"/>
          <p14:tracePt t="14324" x="3209925" y="5975350"/>
          <p14:tracePt t="14334" x="3163888" y="6008688"/>
          <p14:tracePt t="14344" x="3114675" y="6037263"/>
          <p14:tracePt t="14354" x="3052763" y="6059488"/>
          <p14:tracePt t="14363" x="2990850" y="6076950"/>
          <p14:tracePt t="14374" x="2922588" y="6088063"/>
          <p14:tracePt t="14384" x="2867025" y="6092825"/>
          <p14:tracePt t="14394" x="2827338" y="6092825"/>
          <p14:tracePt t="14404" x="2809875" y="6092825"/>
          <p14:tracePt t="14414" x="2805113" y="6092825"/>
          <p14:tracePt t="14435" x="2805113" y="6088063"/>
          <p14:tracePt t="14437" x="2798763" y="6088063"/>
          <p14:tracePt t="14443" x="2798763" y="6065838"/>
          <p14:tracePt t="14454" x="2787650" y="5981700"/>
          <p14:tracePt t="14464" x="2771775" y="5873750"/>
          <p14:tracePt t="14474" x="2760663" y="5762625"/>
          <p14:tracePt t="14483" x="2760663" y="5661025"/>
          <p14:tracePt t="14494" x="2754313" y="5570538"/>
          <p14:tracePt t="14504" x="2754313" y="5492750"/>
          <p14:tracePt t="14514" x="2754313" y="5413375"/>
          <p14:tracePt t="14523" x="2765425" y="5318125"/>
          <p14:tracePt t="14533" x="2782888" y="5194300"/>
          <p14:tracePt t="14544" x="2798763" y="5076825"/>
          <p14:tracePt t="14553" x="2820988" y="4941888"/>
          <p14:tracePt t="14564" x="2833688" y="4818063"/>
          <p14:tracePt t="14573" x="2844800" y="4716463"/>
          <p14:tracePt t="14584" x="2855913" y="4643438"/>
          <p14:tracePt t="14594" x="2867025" y="4575175"/>
          <p14:tracePt t="14604" x="2878138" y="4524375"/>
          <p14:tracePt t="14614" x="2882900" y="4468813"/>
          <p14:tracePt t="14624" x="2895600" y="4413250"/>
          <p14:tracePt t="14634" x="2911475" y="4351338"/>
          <p14:tracePt t="14644" x="2928938" y="4294188"/>
          <p14:tracePt t="14653" x="2944813" y="4243388"/>
          <p14:tracePt t="14664" x="2962275" y="4194175"/>
          <p14:tracePt t="14674" x="2968625" y="4143375"/>
          <p14:tracePt t="14684" x="2979738" y="4086225"/>
          <p14:tracePt t="14694" x="2990850" y="4019550"/>
          <p14:tracePt t="14704" x="3001963" y="3929063"/>
          <p14:tracePt t="14713" x="3028950" y="3811588"/>
          <p14:tracePt t="14724" x="3074988" y="3676650"/>
          <p14:tracePt t="14734" x="3152775" y="3541713"/>
          <p14:tracePt t="14744" x="3238500" y="3429000"/>
          <p14:tracePt t="14754" x="3305175" y="3333750"/>
          <p14:tracePt t="14764" x="3355975" y="3271838"/>
          <p14:tracePt t="14773" x="3395663" y="3214688"/>
          <p14:tracePt t="14784" x="3417888" y="3159125"/>
          <p14:tracePt t="14794" x="3433763" y="3097213"/>
          <p14:tracePt t="14804" x="3451225" y="3024188"/>
          <p14:tracePt t="14813" x="3468688" y="2940050"/>
          <p14:tracePt t="14824" x="3473450" y="2838450"/>
          <p14:tracePt t="14834" x="3479800" y="2736850"/>
          <p14:tracePt t="14844" x="3490913" y="2641600"/>
          <p14:tracePt t="14853" x="3506788" y="2541588"/>
          <p14:tracePt t="14864" x="3530600" y="2444750"/>
          <p14:tracePt t="14874" x="3557588" y="2371725"/>
          <p14:tracePt t="14884" x="3579813" y="2309813"/>
          <p14:tracePt t="14894" x="3592513" y="2276475"/>
          <p14:tracePt t="14904" x="3592513" y="2271713"/>
          <p14:tracePt t="14914" x="3597275" y="2265363"/>
          <p14:tracePt t="14971" x="3597275" y="2259013"/>
          <p14:tracePt t="14975" x="3597275" y="2254250"/>
          <p14:tracePt t="14977" x="3603625" y="2254250"/>
          <p14:tracePt t="14984" x="3603625" y="2243138"/>
          <p14:tracePt t="14994" x="3603625" y="2214563"/>
          <p14:tracePt t="15004" x="3603625" y="2163763"/>
          <p14:tracePt t="15014" x="3603625" y="2108200"/>
          <p14:tracePt t="15024" x="3603625" y="2046288"/>
          <p14:tracePt t="15034" x="3608388" y="1984375"/>
          <p14:tracePt t="15044" x="3625850" y="1939925"/>
          <p14:tracePt t="15054" x="3641725" y="1905000"/>
          <p14:tracePt t="15064" x="3670300" y="1882775"/>
          <p14:tracePt t="15074" x="3692525" y="1866900"/>
          <p14:tracePt t="15084" x="3703638" y="1860550"/>
          <p14:tracePt t="15103" x="3709988" y="1860550"/>
          <p14:tracePt t="15119" x="3714750" y="1860550"/>
          <p14:tracePt t="15131" x="3721100" y="1860550"/>
          <p14:tracePt t="15139" x="3727450" y="1860550"/>
          <p14:tracePt t="15149" x="3732213" y="1860550"/>
          <p14:tracePt t="15153" x="3738563" y="1860550"/>
          <p14:tracePt t="15163" x="3743325" y="1860550"/>
          <p14:tracePt t="15183" x="3743325" y="1866900"/>
          <p14:tracePt t="15189" x="3749675" y="1866900"/>
          <p14:tracePt t="15221" x="3749675" y="1871663"/>
          <p14:tracePt t="15313" x="3743325" y="1871663"/>
          <p14:tracePt t="15319" x="3738563" y="1871663"/>
          <p14:tracePt t="15324" x="3732213" y="1871663"/>
          <p14:tracePt t="15334" x="3721100" y="1882775"/>
          <p14:tracePt t="15344" x="3703638" y="1893888"/>
          <p14:tracePt t="15354" x="3676650" y="1916113"/>
          <p14:tracePt t="15364" x="3641725" y="1944688"/>
          <p14:tracePt t="15374" x="3614738" y="1978025"/>
          <p14:tracePt t="15384" x="3579813" y="2024063"/>
          <p14:tracePt t="15393" x="3546475" y="2074863"/>
          <p14:tracePt t="15404" x="3502025" y="2159000"/>
          <p14:tracePt t="15414" x="3451225" y="2271713"/>
          <p14:tracePt t="15423" x="3389313" y="2411413"/>
          <p14:tracePt t="15433" x="3316288" y="2552700"/>
          <p14:tracePt t="15443" x="3232150" y="2709863"/>
          <p14:tracePt t="15454" x="3136900" y="2895600"/>
          <p14:tracePt t="15464" x="3035300" y="3086100"/>
          <p14:tracePt t="15473" x="2944813" y="3276600"/>
          <p14:tracePt t="15484" x="2867025" y="3484563"/>
          <p14:tracePt t="15494" x="2787650" y="3698875"/>
          <p14:tracePt t="15504" x="2698750" y="3895725"/>
          <p14:tracePt t="15514" x="2601913" y="4097338"/>
          <p14:tracePt t="15524" x="2495550" y="4294188"/>
          <p14:tracePt t="15534" x="2382838" y="4508500"/>
          <p14:tracePt t="15544" x="2247900" y="4716463"/>
          <p14:tracePt t="15554" x="2119313" y="4929188"/>
          <p14:tracePt t="15564" x="1989138" y="5172075"/>
          <p14:tracePt t="15573" x="1866900" y="5407025"/>
          <p14:tracePt t="15584" x="1736725" y="5632450"/>
          <p14:tracePt t="15593" x="1608138" y="5851525"/>
          <p14:tracePt t="15604" x="1500188" y="6048375"/>
          <p14:tracePt t="15614" x="1400175" y="6211888"/>
          <p14:tracePt t="15624" x="1327150" y="6340475"/>
          <p14:tracePt t="15634" x="1276350" y="6435725"/>
          <p14:tracePt t="15644" x="1258888" y="6492875"/>
          <p14:tracePt t="15654" x="1247775" y="6521450"/>
          <p14:tracePt t="15664" x="1247775" y="6532563"/>
          <p14:tracePt t="15674" x="1247775" y="6537325"/>
          <p14:tracePt t="15709" x="1247775" y="6532563"/>
          <p14:tracePt t="15713" x="1254125" y="6532563"/>
          <p14:tracePt t="15715" x="1254125" y="6526213"/>
          <p14:tracePt t="15724" x="1258888" y="6515100"/>
          <p14:tracePt t="15733" x="1265238" y="6497638"/>
          <p14:tracePt t="15744" x="1276350" y="6481763"/>
          <p14:tracePt t="15754" x="1298575" y="6442075"/>
          <p14:tracePt t="15763" x="1316038" y="6397625"/>
          <p14:tracePt t="15774" x="1365250" y="6313488"/>
          <p14:tracePt t="15784" x="1433513" y="6216650"/>
          <p14:tracePt t="15794" x="1511300" y="6076950"/>
          <p14:tracePt t="15804" x="1601788" y="5919788"/>
          <p14:tracePt t="15814" x="1703388" y="5716588"/>
          <p14:tracePt t="15823" x="1804988" y="5526088"/>
          <p14:tracePt t="15834" x="1893888" y="5340350"/>
          <p14:tracePt t="15844" x="1989138" y="5132388"/>
          <p14:tracePt t="15854" x="2090738" y="4906963"/>
          <p14:tracePt t="15864" x="2197100" y="4659313"/>
          <p14:tracePt t="15874" x="2320925" y="4406900"/>
          <p14:tracePt t="15884" x="2444750" y="4154488"/>
          <p14:tracePt t="15894" x="2579688" y="3917950"/>
          <p14:tracePt t="15904" x="2698750" y="3698875"/>
          <p14:tracePt t="15914" x="2809875" y="3502025"/>
          <p14:tracePt t="15924" x="2922588" y="3327400"/>
          <p14:tracePt t="15934" x="3028950" y="3159125"/>
          <p14:tracePt t="15944" x="3119438" y="3013075"/>
          <p14:tracePt t="15954" x="3187700" y="2884488"/>
          <p14:tracePt t="15964" x="3225800" y="2776538"/>
          <p14:tracePt t="15974" x="3249613" y="2692400"/>
          <p14:tracePt t="15984" x="3260725" y="2641600"/>
          <p14:tracePt t="15994" x="3260725" y="2608263"/>
          <p14:tracePt t="16004" x="3260725" y="2590800"/>
          <p14:tracePt t="16014" x="3260725" y="2579688"/>
          <p14:tracePt t="16024" x="3260725" y="2568575"/>
          <p14:tracePt t="16034" x="3254375" y="2563813"/>
          <p14:tracePt t="16044" x="3249613" y="2552700"/>
          <p14:tracePt t="16054" x="3249613" y="2541588"/>
          <p14:tracePt t="16064" x="3243263" y="2528888"/>
          <p14:tracePt t="16074" x="3243263" y="2513013"/>
          <p14:tracePt t="16084" x="3243263" y="2495550"/>
          <p14:tracePt t="16094" x="3243263" y="2473325"/>
          <p14:tracePt t="16104" x="3238500" y="2444750"/>
          <p14:tracePt t="16114" x="3232150" y="2422525"/>
          <p14:tracePt t="16124" x="3232150" y="2393950"/>
          <p14:tracePt t="16134" x="3232150" y="2371725"/>
          <p14:tracePt t="16144" x="3225800" y="2344738"/>
          <p14:tracePt t="16154" x="3221038" y="2309813"/>
          <p14:tracePt t="16164" x="3209925" y="2265363"/>
          <p14:tracePt t="16174" x="3198813" y="2203450"/>
          <p14:tracePt t="16184" x="3170238" y="2112963"/>
          <p14:tracePt t="16194" x="3141663" y="2028825"/>
          <p14:tracePt t="16204" x="3108325" y="1939925"/>
          <p14:tracePt t="16214" x="3079750" y="1866900"/>
          <p14:tracePt t="16224" x="3052763" y="1809750"/>
          <p14:tracePt t="16234" x="3028950" y="1770063"/>
          <p14:tracePt t="16244" x="3017838" y="1754188"/>
          <p14:tracePt t="16254" x="3013075" y="1747838"/>
          <p14:tracePt t="16264" x="3006725" y="1747838"/>
          <p14:tracePt t="16274" x="3006725" y="1743075"/>
          <p14:tracePt t="16284" x="3001963" y="1736725"/>
          <p14:tracePt t="16294" x="2995613" y="1736725"/>
          <p14:tracePt t="16304" x="2990850" y="1731963"/>
          <p14:tracePt t="16314" x="2984500" y="1731963"/>
          <p14:tracePt t="16343" x="2984500" y="1725613"/>
          <p14:tracePt t="16357" x="2979738" y="1725613"/>
          <p14:tracePt t="16431" x="2979738" y="1731963"/>
          <p14:tracePt t="16435" x="2979738" y="1736725"/>
          <p14:tracePt t="16437" x="2979738" y="1743075"/>
          <p14:tracePt t="16443" x="2979738" y="1765300"/>
          <p14:tracePt t="16454" x="2979738" y="1798638"/>
          <p14:tracePt t="16463" x="2984500" y="1843088"/>
          <p14:tracePt t="16473" x="3006725" y="1916113"/>
          <p14:tracePt t="16484" x="3024188" y="2001838"/>
          <p14:tracePt t="16494" x="3052763" y="2097088"/>
          <p14:tracePt t="16504" x="3074988" y="2181225"/>
          <p14:tracePt t="16513" x="3097213" y="2276475"/>
          <p14:tracePt t="16523" x="3114675" y="2355850"/>
          <p14:tracePt t="16534" x="3130550" y="2439988"/>
          <p14:tracePt t="16543" x="3141663" y="2524125"/>
          <p14:tracePt t="16554" x="3148013" y="2608263"/>
          <p14:tracePt t="16564" x="3159125" y="2698750"/>
          <p14:tracePt t="16573" x="3170238" y="2809875"/>
          <p14:tracePt t="16584" x="3176588" y="2928938"/>
          <p14:tracePt t="16593" x="3176588" y="3041650"/>
          <p14:tracePt t="16604" x="3176588" y="3152775"/>
          <p14:tracePt t="16614" x="3176588" y="3265488"/>
          <p14:tracePt t="16624" x="3181350" y="3384550"/>
          <p14:tracePt t="16633" x="3181350" y="3508375"/>
          <p14:tracePt t="16644" x="3181350" y="3636963"/>
          <p14:tracePt t="16654" x="3181350" y="3783013"/>
          <p14:tracePt t="16664" x="3181350" y="3935413"/>
          <p14:tracePt t="16674" x="3198813" y="4086225"/>
          <p14:tracePt t="16684" x="3214688" y="4227513"/>
          <p14:tracePt t="16694" x="3238500" y="4362450"/>
          <p14:tracePt t="16704" x="3254375" y="4479925"/>
          <p14:tracePt t="16714" x="3282950" y="4592638"/>
          <p14:tracePt t="16724" x="3322638" y="4705350"/>
          <p14:tracePt t="16734" x="3378200" y="4840288"/>
          <p14:tracePt t="16744" x="3451225" y="4968875"/>
          <p14:tracePt t="16754" x="3535363" y="5099050"/>
          <p14:tracePt t="16764" x="3608388" y="5205413"/>
          <p14:tracePt t="16774" x="3676650" y="5284788"/>
          <p14:tracePt t="16784" x="3727450" y="5334000"/>
          <p14:tracePt t="16794" x="3765550" y="5380038"/>
          <p14:tracePt t="16804" x="3811588" y="5407025"/>
          <p14:tracePt t="16814" x="3862388" y="5441950"/>
          <p14:tracePt t="16824" x="3911600" y="5464175"/>
          <p14:tracePt t="16834" x="3946525" y="5486400"/>
          <p14:tracePt t="16844" x="3968750" y="5503863"/>
          <p14:tracePt t="16854" x="3979863" y="5514975"/>
          <p14:tracePt t="16864" x="3984625" y="5514975"/>
          <p14:tracePt t="16874" x="3984625" y="5519738"/>
          <p14:tracePt t="16911" x="3990975" y="5519738"/>
          <p14:tracePt t="16913" x="3990975" y="5526088"/>
          <p14:tracePt t="16957" x="3990975" y="5530850"/>
          <p14:tracePt t="16965" x="3997325" y="5537200"/>
          <p14:tracePt t="16969" x="3997325" y="5541963"/>
          <p14:tracePt t="16975" x="3997325" y="5548313"/>
          <p14:tracePt t="16983" x="4002088" y="5553075"/>
          <p14:tracePt t="16994" x="4008438" y="5553075"/>
          <p14:tracePt t="17004" x="4008438" y="5559425"/>
          <p14:tracePt t="17025" x="4008438" y="5565775"/>
          <p14:tracePt t="17055" x="4008438" y="5559425"/>
          <p14:tracePt t="17059" x="4002088" y="5559425"/>
          <p14:tracePt t="17063" x="4002088" y="5553075"/>
          <p14:tracePt t="17074" x="3979863" y="5526088"/>
          <p14:tracePt t="17084" x="3946525" y="5492750"/>
          <p14:tracePt t="17094" x="3884613" y="5424488"/>
          <p14:tracePt t="17104" x="3805238" y="5345113"/>
          <p14:tracePt t="17114" x="3698875" y="5233988"/>
          <p14:tracePt t="17124" x="3597275" y="5137150"/>
          <p14:tracePt t="17134" x="3506788" y="5048250"/>
          <p14:tracePt t="17144" x="3406775" y="4946650"/>
          <p14:tracePt t="17154" x="3316288" y="4856163"/>
          <p14:tracePt t="17164" x="3225800" y="4749800"/>
          <p14:tracePt t="17173" x="3125788" y="4632325"/>
          <p14:tracePt t="17184" x="3028950" y="4491038"/>
          <p14:tracePt t="17194" x="2928938" y="4340225"/>
          <p14:tracePt t="17204" x="2849563" y="4170363"/>
          <p14:tracePt t="17213" x="2765425" y="3973513"/>
          <p14:tracePt t="17224" x="2709863" y="3765550"/>
          <p14:tracePt t="17234" x="2670175" y="3546475"/>
          <p14:tracePt t="17244" x="2652713" y="3322638"/>
          <p14:tracePt t="17254" x="2641600" y="3108325"/>
          <p14:tracePt t="17263" x="2636838" y="2933700"/>
          <p14:tracePt t="17274" x="2636838" y="2776538"/>
          <p14:tracePt t="17284" x="2641600" y="2619375"/>
          <p14:tracePt t="17294" x="2641600" y="2484438"/>
          <p14:tracePt t="17303" x="2641600" y="2355850"/>
          <p14:tracePt t="17314" x="2641600" y="2243138"/>
          <p14:tracePt t="17324" x="2641600" y="2147888"/>
          <p14:tracePt t="17334" x="2641600" y="2051050"/>
          <p14:tracePt t="17343" x="2641600" y="1966913"/>
          <p14:tracePt t="17354" x="2670175" y="1860550"/>
          <p14:tracePt t="17364" x="2703513" y="1736725"/>
          <p14:tracePt t="17373" x="2743200" y="1624013"/>
          <p14:tracePt t="17384" x="2776538" y="1535113"/>
          <p14:tracePt t="17394" x="2787650" y="1462088"/>
          <p14:tracePt t="17404" x="2794000" y="1404938"/>
          <p14:tracePt t="17414" x="2798763" y="1360488"/>
          <p14:tracePt t="17424" x="2805113" y="1327150"/>
          <p14:tracePt t="17434" x="2805113" y="1304925"/>
          <p14:tracePt t="17444" x="2805113" y="1287463"/>
          <p14:tracePt t="17454" x="2805113" y="1265238"/>
          <p14:tracePt t="17464" x="2805113" y="1247775"/>
          <p14:tracePt t="17474" x="2805113" y="1230313"/>
          <p14:tracePt t="17484" x="2798763" y="1214438"/>
          <p14:tracePt t="17494" x="2798763" y="1203325"/>
          <p14:tracePt t="17513" x="2798763" y="1196975"/>
          <p14:tracePt t="17543" x="2798763" y="1192213"/>
          <p14:tracePt t="17565" x="2794000" y="1192213"/>
          <p14:tracePt t="17567" x="2794000" y="1196975"/>
          <p14:tracePt t="17573" x="2794000" y="1203325"/>
          <p14:tracePt t="17584" x="2782888" y="1247775"/>
          <p14:tracePt t="17594" x="2782888" y="1292225"/>
          <p14:tracePt t="17604" x="2782888" y="1371600"/>
          <p14:tracePt t="17614" x="2787650" y="1477963"/>
          <p14:tracePt t="17624" x="2809875" y="1635125"/>
          <p14:tracePt t="17634" x="2849563" y="1809750"/>
          <p14:tracePt t="17644" x="2900363" y="2017713"/>
          <p14:tracePt t="17654" x="2955925" y="2209800"/>
          <p14:tracePt t="17664" x="2995613" y="2378075"/>
          <p14:tracePt t="17674" x="3035300" y="2513013"/>
          <p14:tracePt t="17684" x="3074988" y="2636838"/>
          <p14:tracePt t="17694" x="3114675" y="2749550"/>
          <p14:tracePt t="17704" x="3152775" y="2855913"/>
          <p14:tracePt t="17714" x="3203575" y="2962275"/>
          <p14:tracePt t="17724" x="3249613" y="3046413"/>
          <p14:tracePt t="17734" x="3282950" y="3103563"/>
          <p14:tracePt t="17744" x="3311525" y="3141663"/>
          <p14:tracePt t="17754" x="3316288" y="3152775"/>
          <p14:tracePt t="17767" x="3322638" y="3152775"/>
          <p14:tracePt t="17781" x="3327400" y="3152775"/>
          <p14:tracePt t="17785" x="3327400" y="3148013"/>
          <p14:tracePt t="17794" x="3327400" y="3114675"/>
          <p14:tracePt t="17804" x="3327400" y="3057525"/>
          <p14:tracePt t="17814" x="3327400" y="2990850"/>
          <p14:tracePt t="17824" x="3333750" y="2889250"/>
          <p14:tracePt t="17834" x="3333750" y="2794000"/>
          <p14:tracePt t="17844" x="3333750" y="2676525"/>
          <p14:tracePt t="17854" x="3333750" y="2528888"/>
          <p14:tracePt t="17864" x="3333750" y="2393950"/>
          <p14:tracePt t="17874" x="3327400" y="2265363"/>
          <p14:tracePt t="17884" x="3322638" y="2163763"/>
          <p14:tracePt t="17894" x="3327400" y="2090738"/>
          <p14:tracePt t="17904" x="3338513" y="2057400"/>
          <p14:tracePt t="17914" x="3344863" y="2039938"/>
          <p14:tracePt t="17924" x="3349625" y="2028825"/>
          <p14:tracePt t="17934" x="3355975" y="2028825"/>
          <p14:tracePt t="17944" x="3360738" y="2024063"/>
          <p14:tracePt t="17954" x="3384550" y="2012950"/>
          <p14:tracePt t="17964" x="3417888" y="2012950"/>
          <p14:tracePt t="17974" x="3457575" y="2006600"/>
          <p14:tracePt t="17984" x="3495675" y="2006600"/>
          <p14:tracePt t="17994" x="3541713" y="2006600"/>
          <p14:tracePt t="18004" x="3597275" y="2006600"/>
          <p14:tracePt t="18014" x="3665538" y="2006600"/>
          <p14:tracePt t="18024" x="3738563" y="2006600"/>
          <p14:tracePt t="18034" x="3811588" y="2001838"/>
          <p14:tracePt t="18044" x="3862388" y="2001838"/>
          <p14:tracePt t="18054" x="3895725" y="2001838"/>
          <p14:tracePt t="18064" x="3906838" y="2001838"/>
          <p14:tracePt t="18075" x="3911600" y="2001838"/>
          <p14:tracePt t="18091" x="3917950" y="1995488"/>
          <p14:tracePt t="18103" x="3922713" y="1995488"/>
          <p14:tracePt t="18107" x="3929063" y="1995488"/>
          <p14:tracePt t="18115" x="3935413" y="1995488"/>
          <p14:tracePt t="18124" x="3940175" y="1990725"/>
          <p14:tracePt t="18134" x="3962400" y="1984375"/>
          <p14:tracePt t="18144" x="3979863" y="1984375"/>
          <p14:tracePt t="18154" x="3997325" y="1978025"/>
          <p14:tracePt t="18164" x="4002088" y="1973263"/>
          <p14:tracePt t="18174" x="4008438" y="1973263"/>
          <p14:tracePt t="18191" x="4008438" y="1966913"/>
          <p14:tracePt t="18209" x="4013200" y="1966913"/>
          <p14:tracePt t="18331" x="4008438" y="1966913"/>
          <p14:tracePt t="18337" x="4002088" y="1966913"/>
          <p14:tracePt t="18339" x="4002088" y="1973263"/>
          <p14:tracePt t="18344" x="3990975" y="1973263"/>
          <p14:tracePt t="18354" x="3979863" y="1978025"/>
          <p14:tracePt t="18364" x="3962400" y="1990725"/>
          <p14:tracePt t="18374" x="3940175" y="2001838"/>
          <p14:tracePt t="18384" x="3922713" y="2012950"/>
          <p14:tracePt t="18394" x="3911600" y="2028825"/>
          <p14:tracePt t="18404" x="3895725" y="2039938"/>
          <p14:tracePt t="18414" x="3884613" y="2057400"/>
          <p14:tracePt t="18424" x="3867150" y="2079625"/>
          <p14:tracePt t="18434" x="3849688" y="2108200"/>
          <p14:tracePt t="18444" x="3838575" y="2136775"/>
          <p14:tracePt t="18454" x="3822700" y="2170113"/>
          <p14:tracePt t="18464" x="3805238" y="2209800"/>
          <p14:tracePt t="18474" x="3783013" y="2259013"/>
          <p14:tracePt t="18484" x="3749675" y="2366963"/>
          <p14:tracePt t="18494" x="3727450" y="2455863"/>
          <p14:tracePt t="18504" x="3698875" y="2574925"/>
          <p14:tracePt t="18514" x="3687763" y="2725738"/>
          <p14:tracePt t="18524" x="3670300" y="2895600"/>
          <p14:tracePt t="18534" x="3648075" y="3052763"/>
          <p14:tracePt t="18544" x="3625850" y="3192463"/>
          <p14:tracePt t="18554" x="3597275" y="3333750"/>
          <p14:tracePt t="18564" x="3568700" y="3451225"/>
          <p14:tracePt t="18574" x="3530600" y="3570288"/>
          <p14:tracePt t="18584" x="3479800" y="3692525"/>
          <p14:tracePt t="18594" x="3433763" y="3805238"/>
          <p14:tracePt t="18604" x="3384550" y="3917950"/>
          <p14:tracePt t="18614" x="3333750" y="4030663"/>
          <p14:tracePt t="18624" x="3282950" y="4132263"/>
          <p14:tracePt t="18634" x="3232150" y="4227513"/>
          <p14:tracePt t="18644" x="3181350" y="4311650"/>
          <p14:tracePt t="18654" x="3141663" y="4391025"/>
          <p14:tracePt t="18664" x="3097213" y="4464050"/>
          <p14:tracePt t="18674" x="3057525" y="4541838"/>
          <p14:tracePt t="18684" x="3017838" y="4614863"/>
          <p14:tracePt t="18694" x="2968625" y="4683125"/>
          <p14:tracePt t="18704" x="2922588" y="4745038"/>
          <p14:tracePt t="18714" x="2878138" y="4811713"/>
          <p14:tracePt t="18724" x="2827338" y="4891088"/>
          <p14:tracePt t="18734" x="2787650" y="4957763"/>
          <p14:tracePt t="18744" x="2743200" y="5030788"/>
          <p14:tracePt t="18754" x="2698750" y="5114925"/>
          <p14:tracePt t="18764" x="2636838" y="5210175"/>
          <p14:tracePt t="18774" x="2579688" y="5300663"/>
          <p14:tracePt t="18784" x="2524125" y="5384800"/>
          <p14:tracePt t="18794" x="2478088" y="5446713"/>
          <p14:tracePt t="18804" x="2428875" y="5503863"/>
          <p14:tracePt t="18814" x="2393950" y="5559425"/>
          <p14:tracePt t="18824" x="2355850" y="5603875"/>
          <p14:tracePt t="18834" x="2327275" y="5649913"/>
          <p14:tracePt t="18844" x="2305050" y="5700713"/>
          <p14:tracePt t="18854" x="2282825" y="5745163"/>
          <p14:tracePt t="18864" x="2265363" y="5789613"/>
          <p14:tracePt t="18874" x="2254250" y="5840413"/>
          <p14:tracePt t="18884" x="2243138" y="5884863"/>
          <p14:tracePt t="18894" x="2236788" y="5924550"/>
          <p14:tracePt t="18904" x="2225675" y="5946775"/>
          <p14:tracePt t="18914" x="2220913" y="5975350"/>
          <p14:tracePt t="18924" x="2214563" y="5992813"/>
          <p14:tracePt t="18934" x="2209800" y="5992813"/>
          <p14:tracePt t="18961" x="2209800" y="5997575"/>
          <p14:tracePt t="19001" x="2209800" y="5992813"/>
          <p14:tracePt t="19003" x="2209800" y="5981700"/>
          <p14:tracePt t="19005" x="2209800" y="5975350"/>
          <p14:tracePt t="19014" x="2197100" y="5919788"/>
          <p14:tracePt t="19024" x="2181225" y="5818188"/>
          <p14:tracePt t="19034" x="2152650" y="5621338"/>
          <p14:tracePt t="19044" x="2147888" y="5380038"/>
          <p14:tracePt t="19054" x="2159000" y="5110163"/>
          <p14:tracePt t="19064" x="2197100" y="4829175"/>
          <p14:tracePt t="19074" x="2254250" y="4552950"/>
          <p14:tracePt t="19084" x="2338388" y="4300538"/>
          <p14:tracePt t="19094" x="2422525" y="4064000"/>
          <p14:tracePt t="19104" x="2528888" y="3833813"/>
          <p14:tracePt t="19114" x="2647950" y="3586163"/>
          <p14:tracePt t="19124" x="2787650" y="3333750"/>
          <p14:tracePt t="19134" x="2940050" y="3074988"/>
          <p14:tracePt t="19144" x="3103563" y="2833688"/>
          <p14:tracePt t="19154" x="3271838" y="2597150"/>
          <p14:tracePt t="19164" x="3451225" y="2371725"/>
          <p14:tracePt t="19174" x="3630613" y="2170113"/>
          <p14:tracePt t="19184" x="3811588" y="2006600"/>
          <p14:tracePt t="19194" x="3984625" y="1878013"/>
          <p14:tracePt t="19204" x="4108450" y="1787525"/>
          <p14:tracePt t="19214" x="4170363" y="1747838"/>
          <p14:tracePt t="19224" x="4181475" y="1743075"/>
          <p14:tracePt t="19234" x="4181475" y="1736725"/>
          <p14:tracePt t="19244" x="4187825" y="1736725"/>
          <p14:tracePt t="19259" x="4187825" y="1731963"/>
          <p14:tracePt t="19333" x="4187825" y="1736725"/>
          <p14:tracePt t="19337" x="4187825" y="1743075"/>
          <p14:tracePt t="19343" x="4187825" y="1747838"/>
          <p14:tracePt t="19354" x="4187825" y="1770063"/>
          <p14:tracePt t="19364" x="4187825" y="1787525"/>
          <p14:tracePt t="19374" x="4192588" y="1804988"/>
          <p14:tracePt t="19391" x="4192588" y="1809750"/>
          <p14:tracePt t="19511" x="4192588" y="1816100"/>
          <p14:tracePt t="19513" x="4187825" y="1816100"/>
          <p14:tracePt t="19515" x="4187825" y="1820863"/>
          <p14:tracePt t="19524" x="4170363" y="1827213"/>
          <p14:tracePt t="19534" x="4148138" y="1849438"/>
          <p14:tracePt t="19544" x="4119563" y="1882775"/>
          <p14:tracePt t="19554" x="4097338" y="1933575"/>
          <p14:tracePt t="19564" x="4064000" y="2006600"/>
          <p14:tracePt t="19574" x="4030663" y="2108200"/>
          <p14:tracePt t="19584" x="3984625" y="2232025"/>
          <p14:tracePt t="19594" x="3929063" y="2349500"/>
          <p14:tracePt t="19604" x="3873500" y="2473325"/>
          <p14:tracePt t="19614" x="3811588" y="2630488"/>
          <p14:tracePt t="19624" x="3754438" y="2798763"/>
          <p14:tracePt t="19634" x="3703638" y="2984500"/>
          <p14:tracePt t="19644" x="3654425" y="3148013"/>
          <p14:tracePt t="19654" x="3608388" y="3327400"/>
          <p14:tracePt t="19664" x="3563938" y="3508375"/>
          <p14:tracePt t="19674" x="3519488" y="3687763"/>
          <p14:tracePt t="19684" x="3473450" y="3873500"/>
          <p14:tracePt t="19694" x="3429000" y="4064000"/>
          <p14:tracePt t="19704" x="3371850" y="4289425"/>
          <p14:tracePt t="19714" x="3327400" y="4508500"/>
          <p14:tracePt t="19724" x="3287713" y="4727575"/>
          <p14:tracePt t="19734" x="3254375" y="4935538"/>
          <p14:tracePt t="19744" x="3221038" y="5137150"/>
          <p14:tracePt t="19754" x="3187700" y="5334000"/>
          <p14:tracePt t="19764" x="3148013" y="5508625"/>
          <p14:tracePt t="19774" x="3108325" y="5665788"/>
          <p14:tracePt t="19784" x="3057525" y="5795963"/>
          <p14:tracePt t="19794" x="3024188" y="5902325"/>
          <p14:tracePt t="19804" x="2995613" y="5957888"/>
          <p14:tracePt t="19814" x="2984500" y="5975350"/>
          <p14:tracePt t="19839" x="2979738" y="5975350"/>
          <p14:tracePt t="19847" x="2979738" y="5964238"/>
          <p14:tracePt t="19849" x="2973388" y="5957888"/>
          <p14:tracePt t="19854" x="2962275" y="5924550"/>
          <p14:tracePt t="19864" x="2933700" y="5829300"/>
          <p14:tracePt t="19874" x="2882900" y="5700713"/>
          <p14:tracePt t="19884" x="2809875" y="5514975"/>
          <p14:tracePt t="19894" x="2714625" y="5307013"/>
          <p14:tracePt t="19904" x="2647950" y="5092700"/>
          <p14:tracePt t="19914" x="2613025" y="4891088"/>
          <p14:tracePt t="19924" x="2608263" y="4705350"/>
          <p14:tracePt t="19934" x="2619375" y="4497388"/>
          <p14:tracePt t="19944" x="2663825" y="4283075"/>
          <p14:tracePt t="19954" x="2747963" y="4086225"/>
          <p14:tracePt t="19964" x="2867025" y="3900488"/>
          <p14:tracePt t="19974" x="3013075" y="3738563"/>
          <p14:tracePt t="19984" x="3203575" y="3552825"/>
          <p14:tracePt t="19994" x="3411538" y="3362325"/>
          <p14:tracePt t="20004" x="3608388" y="3165475"/>
          <p14:tracePt t="20014" x="3783013" y="2962275"/>
          <p14:tracePt t="20024" x="3911600" y="2771775"/>
          <p14:tracePt t="20034" x="4019550" y="2590800"/>
          <p14:tracePt t="20044" x="4097338" y="2439988"/>
          <p14:tracePt t="20054" x="4165600" y="2309813"/>
          <p14:tracePt t="20064" x="4221163" y="2198688"/>
          <p14:tracePt t="20074" x="4254500" y="2141538"/>
          <p14:tracePt t="20084" x="4278313" y="2101850"/>
          <p14:tracePt t="20094" x="4283075" y="2097088"/>
          <p14:tracePt t="20111" x="4283075" y="2090738"/>
          <p14:tracePt t="20117" x="4289425" y="2090738"/>
          <p14:tracePt t="21457" x="4289425" y="2085975"/>
          <p14:tracePt t="21475" x="4283075" y="2085975"/>
          <p14:tracePt t="21477" x="4283075" y="2079625"/>
          <p14:tracePt t="21519" x="4283075" y="2074863"/>
          <p14:tracePt t="21537" x="4283075" y="2068513"/>
          <p14:tracePt t="21651" x="4289425" y="2068513"/>
          <p14:tracePt t="21659" x="4294188" y="2068513"/>
          <p14:tracePt t="21667" x="4300538" y="2068513"/>
          <p14:tracePt t="21673" x="4305300" y="2068513"/>
          <p14:tracePt t="21683" x="4311650" y="2068513"/>
          <p14:tracePt t="21689" x="4316413" y="2068513"/>
          <p14:tracePt t="21707" x="4316413" y="2074863"/>
          <p14:tracePt t="21711" x="4322763" y="2074863"/>
          <p14:tracePt t="21745" x="4327525" y="2074863"/>
          <p14:tracePt t="21753" x="4333875" y="2074863"/>
          <p14:tracePt t="21755" x="4338638" y="2068513"/>
          <p14:tracePt t="21764" x="4344988" y="2063750"/>
          <p14:tracePt t="21774" x="4356100" y="2046288"/>
          <p14:tracePt t="21784" x="4367213" y="2028825"/>
          <p14:tracePt t="21794" x="4373563" y="2017713"/>
          <p14:tracePt t="21804" x="4378325" y="2006600"/>
          <p14:tracePt t="21814" x="4384675" y="1990725"/>
          <p14:tracePt t="21824" x="4389438" y="1973263"/>
          <p14:tracePt t="21834" x="4389438" y="1962150"/>
          <p14:tracePt t="21844" x="4395788" y="1944688"/>
          <p14:tracePt t="21854" x="4395788" y="1922463"/>
          <p14:tracePt t="21864" x="4400550" y="1905000"/>
          <p14:tracePt t="21874" x="4406900" y="1893888"/>
          <p14:tracePt t="21884" x="4413250" y="1882775"/>
          <p14:tracePt t="21894" x="4413250" y="1878013"/>
          <p14:tracePt t="21904" x="4413250" y="1871663"/>
          <p14:tracePt t="21917" x="4413250" y="1866900"/>
          <p14:tracePt t="21927" x="4413250" y="1860550"/>
          <p14:tracePt t="21941" x="4413250" y="1855788"/>
          <p14:tracePt t="21949" x="4413250" y="1849438"/>
          <p14:tracePt t="21955" x="4413250" y="1843088"/>
          <p14:tracePt t="21964" x="4413250" y="1831975"/>
          <p14:tracePt t="21974" x="4395788" y="1793875"/>
          <p14:tracePt t="21984" x="4367213" y="1743075"/>
          <p14:tracePt t="21994" x="4338638" y="1703388"/>
          <p14:tracePt t="22004" x="4311650" y="1658938"/>
          <p14:tracePt t="22014" x="4283075" y="1624013"/>
          <p14:tracePt t="22024" x="4249738" y="1601788"/>
          <p14:tracePt t="22034" x="4205288" y="1568450"/>
          <p14:tracePt t="22044" x="4165600" y="1546225"/>
          <p14:tracePt t="22054" x="4130675" y="1524000"/>
          <p14:tracePt t="22064" x="4108450" y="1506538"/>
          <p14:tracePt t="22074" x="4097338" y="1500188"/>
          <p14:tracePt t="22084" x="4092575" y="1489075"/>
          <p14:tracePt t="22094" x="4086225" y="1489075"/>
          <p14:tracePt t="22104" x="4086225" y="1484313"/>
          <p14:tracePt t="22114" x="4081463" y="1484313"/>
          <p14:tracePt t="22147" x="4081463" y="1477963"/>
          <p14:tracePt t="22159" x="4075113" y="1477963"/>
          <p14:tracePt t="22231" x="4070350" y="1477963"/>
          <p14:tracePt t="22235" x="4064000" y="1477963"/>
          <p14:tracePt t="22239" x="4057650" y="1477963"/>
          <p14:tracePt t="22244" x="4052888" y="1477963"/>
          <p14:tracePt t="22254" x="4019550" y="1484313"/>
          <p14:tracePt t="22264" x="3984625" y="1495425"/>
          <p14:tracePt t="22274" x="3935413" y="1506538"/>
          <p14:tracePt t="22284" x="3895725" y="1517650"/>
          <p14:tracePt t="22294" x="3844925" y="1524000"/>
          <p14:tracePt t="22304" x="3800475" y="1528763"/>
          <p14:tracePt t="22314" x="3765550" y="1528763"/>
          <p14:tracePt t="22324" x="3732213" y="1528763"/>
          <p14:tracePt t="22334" x="3709988" y="1528763"/>
          <p14:tracePt t="22344" x="3698875" y="1528763"/>
          <p14:tracePt t="22381" x="3692525" y="1528763"/>
          <p14:tracePt t="22407" x="3692525" y="1535113"/>
          <p14:tracePt t="22411" x="3687763" y="1535113"/>
          <p14:tracePt t="22414" x="3687763" y="1539875"/>
          <p14:tracePt t="22424" x="3687763" y="1557338"/>
          <p14:tracePt t="22434" x="3676650" y="1573213"/>
          <p14:tracePt t="22444" x="3676650" y="1590675"/>
          <p14:tracePt t="22454" x="3676650" y="1612900"/>
          <p14:tracePt t="22464" x="3676650" y="1635125"/>
          <p14:tracePt t="22474" x="3681413" y="1663700"/>
          <p14:tracePt t="22484" x="3687763" y="1708150"/>
          <p14:tracePt t="22494" x="3692525" y="1743075"/>
          <p14:tracePt t="22504" x="3703638" y="1787525"/>
          <p14:tracePt t="22514" x="3721100" y="1849438"/>
          <p14:tracePt t="22524" x="3749675" y="1905000"/>
          <p14:tracePt t="22534" x="3765550" y="1955800"/>
          <p14:tracePt t="22544" x="3789363" y="2001838"/>
          <p14:tracePt t="22554" x="3805238" y="2039938"/>
          <p14:tracePt t="22564" x="3811588" y="2068513"/>
          <p14:tracePt t="22573" x="3816350" y="2097088"/>
          <p14:tracePt t="22584" x="3816350" y="2108200"/>
          <p14:tracePt t="22594" x="3816350" y="2119313"/>
          <p14:tracePt t="22604" x="3816350" y="2130425"/>
          <p14:tracePt t="22614" x="3816350" y="2147888"/>
          <p14:tracePt t="22624" x="3816350" y="2163763"/>
          <p14:tracePt t="22634" x="3816350" y="2203450"/>
          <p14:tracePt t="22644" x="3816350" y="2236788"/>
          <p14:tracePt t="22654" x="3816350" y="2276475"/>
          <p14:tracePt t="22664" x="3811588" y="2305050"/>
          <p14:tracePt t="22674" x="3811588" y="2333625"/>
          <p14:tracePt t="22684" x="3811588" y="2338388"/>
          <p14:tracePt t="22694" x="3811588" y="2355850"/>
          <p14:tracePt t="22704" x="3811588" y="2366963"/>
          <p14:tracePt t="22714" x="3811588" y="2378075"/>
          <p14:tracePt t="22724" x="3816350" y="2378075"/>
          <p14:tracePt t="22734" x="3827463" y="2382838"/>
          <p14:tracePt t="22744" x="3833813" y="2389188"/>
          <p14:tracePt t="22754" x="3838575" y="2393950"/>
          <p14:tracePt t="22764" x="3849688" y="2393950"/>
          <p14:tracePt t="22774" x="3856038" y="2393950"/>
          <p14:tracePt t="22785" x="3862388" y="2393950"/>
          <p14:tracePt t="22794" x="3862388" y="2400300"/>
          <p14:tracePt t="22827" x="3867150" y="2400300"/>
          <p14:tracePt t="22831" x="3873500" y="2393950"/>
          <p14:tracePt t="22837" x="3873500" y="2389188"/>
          <p14:tracePt t="22844" x="3884613" y="2382838"/>
          <p14:tracePt t="22854" x="3917950" y="2349500"/>
          <p14:tracePt t="22864" x="3957638" y="2316163"/>
          <p14:tracePt t="22874" x="4019550" y="2282825"/>
          <p14:tracePt t="22884" x="4097338" y="2243138"/>
          <p14:tracePt t="22894" x="4159250" y="2209800"/>
          <p14:tracePt t="22904" x="4205288" y="2185988"/>
          <p14:tracePt t="22914" x="4221163" y="2170113"/>
          <p14:tracePt t="22924" x="4227513" y="2163763"/>
          <p14:tracePt t="22934" x="4232275" y="2159000"/>
          <p14:tracePt t="22944" x="4232275" y="2152650"/>
          <p14:tracePt t="22954" x="4238625" y="2147888"/>
          <p14:tracePt t="22964" x="4243388" y="2141538"/>
          <p14:tracePt t="22974" x="4249738" y="2130425"/>
          <p14:tracePt t="22984" x="4254500" y="2119313"/>
          <p14:tracePt t="22994" x="4254500" y="2101850"/>
          <p14:tracePt t="23004" x="4260850" y="2085975"/>
          <p14:tracePt t="23014" x="4260850" y="2063750"/>
          <p14:tracePt t="23024" x="4260850" y="2035175"/>
          <p14:tracePt t="23034" x="4260850" y="1995488"/>
          <p14:tracePt t="23044" x="4254500" y="1951038"/>
          <p14:tracePt t="23054" x="4243388" y="1893888"/>
          <p14:tracePt t="23064" x="4227513" y="1804988"/>
          <p14:tracePt t="23074" x="4198938" y="1731963"/>
          <p14:tracePt t="23084" x="4170363" y="1663700"/>
          <p14:tracePt t="23094" x="4148138" y="1608138"/>
          <p14:tracePt t="23104" x="4143375" y="1585913"/>
          <p14:tracePt t="23114" x="4137025" y="1568450"/>
          <p14:tracePt t="23124" x="4130675" y="1557338"/>
          <p14:tracePt t="23134" x="4125913" y="1539875"/>
          <p14:tracePt t="23144" x="4119563" y="1528763"/>
          <p14:tracePt t="23154" x="4119563" y="1524000"/>
          <p14:tracePt t="23164" x="4114800" y="1512888"/>
          <p14:tracePt t="23177" x="4114800" y="1506538"/>
          <p14:tracePt t="23185" x="4108450" y="1506538"/>
          <p14:tracePt t="23201" x="4108450" y="1500188"/>
          <p14:tracePt t="23211" x="4103688" y="1500188"/>
          <p14:tracePt t="23235" x="4097338" y="1500188"/>
          <p14:tracePt t="23245" x="4097338" y="1495425"/>
          <p14:tracePt t="23265" x="4092575" y="1495425"/>
          <p14:tracePt t="23271" x="4081463" y="1489075"/>
          <p14:tracePt t="23274" x="4075113" y="1489075"/>
          <p14:tracePt t="23284" x="4057650" y="1489075"/>
          <p14:tracePt t="23294" x="4030663" y="1484313"/>
          <p14:tracePt t="23304" x="3990975" y="1484313"/>
          <p14:tracePt t="23314" x="3962400" y="1484313"/>
          <p14:tracePt t="23324" x="3940175" y="1484313"/>
          <p14:tracePt t="23334" x="3935413" y="1484313"/>
          <p14:tracePt t="23349" x="3929063" y="1484313"/>
          <p14:tracePt t="23363" x="3922713" y="1484313"/>
          <p14:tracePt t="23385" x="3917950" y="1484313"/>
          <p14:tracePt t="23399" x="3911600" y="1484313"/>
          <p14:tracePt t="23407" x="3906838" y="1489075"/>
          <p14:tracePt t="23423" x="3900488" y="1489075"/>
          <p14:tracePt t="23461" x="3900488" y="1495425"/>
          <p14:tracePt t="23469" x="3900488" y="1500188"/>
          <p14:tracePt t="23471" x="3900488" y="1506538"/>
          <p14:tracePt t="23477" x="3906838" y="1512888"/>
          <p14:tracePt t="23484" x="3906838" y="1517650"/>
          <p14:tracePt t="23494" x="3911600" y="1528763"/>
          <p14:tracePt t="23504" x="3911600" y="1539875"/>
          <p14:tracePt t="23514" x="3911600" y="1550988"/>
          <p14:tracePt t="23524" x="3911600" y="1562100"/>
          <p14:tracePt t="23534" x="3911600" y="1579563"/>
          <p14:tracePt t="23544" x="3911600" y="1590675"/>
          <p14:tracePt t="23554" x="3906838" y="1601788"/>
          <p14:tracePt t="23564" x="3900488" y="1619250"/>
          <p14:tracePt t="23574" x="3895725" y="1635125"/>
          <p14:tracePt t="23584" x="3889375" y="1658938"/>
          <p14:tracePt t="23594" x="3884613" y="1681163"/>
          <p14:tracePt t="23604" x="3878263" y="1708150"/>
          <p14:tracePt t="23614" x="3862388" y="1743075"/>
          <p14:tracePt t="23624" x="3844925" y="1793875"/>
          <p14:tracePt t="23634" x="3827463" y="1838325"/>
          <p14:tracePt t="23644" x="3816350" y="1889125"/>
          <p14:tracePt t="23654" x="3805238" y="1928813"/>
          <p14:tracePt t="23664" x="3794125" y="1962150"/>
          <p14:tracePt t="23674" x="3783013" y="1990725"/>
          <p14:tracePt t="23684" x="3783013" y="2006600"/>
          <p14:tracePt t="23694" x="3776663" y="2028825"/>
          <p14:tracePt t="23704" x="3776663" y="2046288"/>
          <p14:tracePt t="23714" x="3776663" y="2063750"/>
          <p14:tracePt t="23724" x="3776663" y="2068513"/>
          <p14:tracePt t="23734" x="3776663" y="2085975"/>
          <p14:tracePt t="23744" x="3783013" y="2097088"/>
          <p14:tracePt t="23754" x="3800475" y="2108200"/>
          <p14:tracePt t="23764" x="3827463" y="2130425"/>
          <p14:tracePt t="23774" x="3862388" y="2152650"/>
          <p14:tracePt t="23784" x="3900488" y="2170113"/>
          <p14:tracePt t="23794" x="3962400" y="2192338"/>
          <p14:tracePt t="23804" x="4046538" y="2220913"/>
          <p14:tracePt t="23814" x="4148138" y="2247900"/>
          <p14:tracePt t="23824" x="4238625" y="2259013"/>
          <p14:tracePt t="23834" x="4271963" y="2265363"/>
          <p14:tracePt t="23844" x="4289425" y="2265363"/>
          <p14:tracePt t="23867" x="4294188" y="2265363"/>
          <p14:tracePt t="23881" x="4300538" y="2265363"/>
          <p14:tracePt t="23883" x="4305300" y="2265363"/>
          <p14:tracePt t="23889" x="4311650" y="2259013"/>
          <p14:tracePt t="23894" x="4311650" y="2254250"/>
          <p14:tracePt t="23904" x="4322763" y="2243138"/>
          <p14:tracePt t="23914" x="4333875" y="2225675"/>
          <p14:tracePt t="23924" x="4338638" y="2203450"/>
          <p14:tracePt t="23934" x="4344988" y="2185988"/>
          <p14:tracePt t="23944" x="4351338" y="2170113"/>
          <p14:tracePt t="23954" x="4356100" y="2159000"/>
          <p14:tracePt t="23964" x="4356100" y="2141538"/>
          <p14:tracePt t="23974" x="4362450" y="2136775"/>
          <p14:tracePt t="23984" x="4367213" y="2130425"/>
          <p14:tracePt t="23994" x="4378325" y="2119313"/>
          <p14:tracePt t="24004" x="4395788" y="2108200"/>
          <p14:tracePt t="24014" x="4418013" y="2097088"/>
          <p14:tracePt t="24024" x="4429125" y="2085975"/>
          <p14:tracePt t="24034" x="4446588" y="2074863"/>
          <p14:tracePt t="24044" x="4457700" y="2068513"/>
          <p14:tracePt t="24054" x="4468813" y="2057400"/>
          <p14:tracePt t="24064" x="4468813" y="2051050"/>
          <p14:tracePt t="24074" x="4468813" y="2039938"/>
          <p14:tracePt t="24084" x="4468813" y="2028825"/>
          <p14:tracePt t="24094" x="4468813" y="2017713"/>
          <p14:tracePt t="24104" x="4468813" y="2006600"/>
          <p14:tracePt t="24114" x="4468813" y="1995488"/>
          <p14:tracePt t="24155" x="4468813" y="1990725"/>
          <p14:tracePt t="24869" x="4468813" y="1984375"/>
          <p14:tracePt t="24873" x="4468813" y="1978025"/>
          <p14:tracePt t="24875" x="4462463" y="1973263"/>
          <p14:tracePt t="24884" x="4446588" y="1951038"/>
          <p14:tracePt t="24894" x="4424363" y="1916113"/>
          <p14:tracePt t="24904" x="4406900" y="1889125"/>
          <p14:tracePt t="24914" x="4389438" y="1849438"/>
          <p14:tracePt t="24924" x="4373563" y="1816100"/>
          <p14:tracePt t="24934" x="4362450" y="1781175"/>
          <p14:tracePt t="24944" x="4351338" y="1747838"/>
          <p14:tracePt t="24954" x="4338638" y="1725613"/>
          <p14:tracePt t="24964" x="4333875" y="1714500"/>
          <p14:tracePt t="24975" x="4333875" y="1708150"/>
          <p14:tracePt t="24991" x="4333875" y="1703388"/>
          <p14:tracePt t="25013" x="4327525" y="1703388"/>
          <p14:tracePt t="25069" x="4322763" y="1703388"/>
          <p14:tracePt t="25083" x="4316413" y="1703388"/>
          <p14:tracePt t="25091" x="4311650" y="1703388"/>
          <p14:tracePt t="25097" x="4305300" y="1703388"/>
          <p14:tracePt t="25104" x="4300538" y="1703388"/>
          <p14:tracePt t="25114" x="4278313" y="1697038"/>
          <p14:tracePt t="25124" x="4260850" y="1697038"/>
          <p14:tracePt t="25134" x="4249738" y="1692275"/>
          <p14:tracePt t="25144" x="4227513" y="1685925"/>
          <p14:tracePt t="25154" x="4210050" y="1674813"/>
          <p14:tracePt t="25164" x="4187825" y="1663700"/>
          <p14:tracePt t="25174" x="4170363" y="1658938"/>
          <p14:tracePt t="25184" x="4154488" y="1647825"/>
          <p14:tracePt t="25194" x="4143375" y="1635125"/>
          <p14:tracePt t="25204" x="4119563" y="1619250"/>
          <p14:tracePt t="25214" x="4103688" y="1608138"/>
          <p14:tracePt t="25224" x="4086225" y="1590675"/>
          <p14:tracePt t="25234" x="4081463" y="1585913"/>
          <p14:tracePt t="25244" x="4075113" y="1579563"/>
          <p14:tracePt t="25275" x="4070350" y="1579563"/>
          <p14:tracePt t="25301" x="4064000" y="1579563"/>
          <p14:tracePt t="25315" x="4057650" y="1579563"/>
          <p14:tracePt t="25321" x="4052888" y="1579563"/>
          <p14:tracePt t="25327" x="4046538" y="1579563"/>
          <p14:tracePt t="25334" x="4041775" y="1579563"/>
          <p14:tracePt t="25344" x="4030663" y="1579563"/>
          <p14:tracePt t="25354" x="4013200" y="1579563"/>
          <p14:tracePt t="25364" x="4002088" y="1585913"/>
          <p14:tracePt t="25374" x="3990975" y="1590675"/>
          <p14:tracePt t="25384" x="3957638" y="1608138"/>
          <p14:tracePt t="25394" x="3917950" y="1624013"/>
          <p14:tracePt t="25404" x="3878263" y="1641475"/>
          <p14:tracePt t="25414" x="3833813" y="1663700"/>
          <p14:tracePt t="25424" x="3789363" y="1681163"/>
          <p14:tracePt t="25434" x="3743325" y="1703388"/>
          <p14:tracePt t="25444" x="3698875" y="1725613"/>
          <p14:tracePt t="25454" x="3665538" y="1736725"/>
          <p14:tracePt t="25464" x="3636963" y="1754188"/>
          <p14:tracePt t="25474" x="3619500" y="1765300"/>
          <p14:tracePt t="25484" x="3608388" y="1765300"/>
          <p14:tracePt t="25494" x="3608388" y="1770063"/>
          <p14:tracePt t="25507" x="3603625" y="1770063"/>
          <p14:tracePt t="25531" x="3603625" y="1776413"/>
          <p14:tracePt t="25541" x="3603625" y="1781175"/>
          <p14:tracePt t="25543" x="3597275" y="1781175"/>
          <p14:tracePt t="25551" x="3597275" y="1787525"/>
          <p14:tracePt t="25555" x="3592513" y="1787525"/>
          <p14:tracePt t="25564" x="3586163" y="1793875"/>
          <p14:tracePt t="25574" x="3586163" y="1798638"/>
          <p14:tracePt t="25584" x="3586163" y="1809750"/>
          <p14:tracePt t="25594" x="3579813" y="1820863"/>
          <p14:tracePt t="25604" x="3579813" y="1838325"/>
          <p14:tracePt t="25614" x="3586163" y="1860550"/>
          <p14:tracePt t="25624" x="3603625" y="1889125"/>
          <p14:tracePt t="25634" x="3625850" y="1928813"/>
          <p14:tracePt t="25644" x="3654425" y="1978025"/>
          <p14:tracePt t="25654" x="3681413" y="2035175"/>
          <p14:tracePt t="25664" x="3709988" y="2068513"/>
          <p14:tracePt t="25674" x="3732213" y="2108200"/>
          <p14:tracePt t="25684" x="3754438" y="2141538"/>
          <p14:tracePt t="25694" x="3783013" y="2185988"/>
          <p14:tracePt t="25704" x="3805238" y="2232025"/>
          <p14:tracePt t="25714" x="3822700" y="2276475"/>
          <p14:tracePt t="25724" x="3833813" y="2309813"/>
          <p14:tracePt t="25734" x="3844925" y="2344738"/>
          <p14:tracePt t="25744" x="3844925" y="2360613"/>
          <p14:tracePt t="25754" x="3844925" y="2378075"/>
          <p14:tracePt t="25764" x="3844925" y="2400300"/>
          <p14:tracePt t="25774" x="3849688" y="2428875"/>
          <p14:tracePt t="25784" x="3856038" y="2455863"/>
          <p14:tracePt t="25794" x="3862388" y="2473325"/>
          <p14:tracePt t="25804" x="3862388" y="2479675"/>
          <p14:tracePt t="25819" x="3862388" y="2484438"/>
          <p14:tracePt t="25847" x="3867150" y="2484438"/>
          <p14:tracePt t="25851" x="3873500" y="2484438"/>
          <p14:tracePt t="25857" x="3878263" y="2484438"/>
          <p14:tracePt t="25864" x="3884613" y="2479675"/>
          <p14:tracePt t="25874" x="3906838" y="2455863"/>
          <p14:tracePt t="25884" x="3935413" y="2428875"/>
          <p14:tracePt t="25894" x="3962400" y="2389188"/>
          <p14:tracePt t="25904" x="3990975" y="2349500"/>
          <p14:tracePt t="25914" x="4024313" y="2316163"/>
          <p14:tracePt t="25924" x="4046538" y="2287588"/>
          <p14:tracePt t="25934" x="4064000" y="2259013"/>
          <p14:tracePt t="25944" x="4081463" y="2243138"/>
          <p14:tracePt t="25954" x="4086225" y="2232025"/>
          <p14:tracePt t="25964" x="4086225" y="2225675"/>
          <p14:tracePt t="25974" x="4086225" y="2214563"/>
          <p14:tracePt t="25984" x="4086225" y="2203450"/>
          <p14:tracePt t="25994" x="4092575" y="2185988"/>
          <p14:tracePt t="26004" x="4103688" y="2170113"/>
          <p14:tracePt t="26014" x="4114800" y="2159000"/>
          <p14:tracePt t="26024" x="4119563" y="2141538"/>
          <p14:tracePt t="26034" x="4125913" y="2124075"/>
          <p14:tracePt t="26044" x="4125913" y="2112963"/>
          <p14:tracePt t="26054" x="4125913" y="2097088"/>
          <p14:tracePt t="26064" x="4125913" y="2079625"/>
          <p14:tracePt t="26074" x="4125913" y="2057400"/>
          <p14:tracePt t="26084" x="4125913" y="2035175"/>
          <p14:tracePt t="26094" x="4125913" y="2017713"/>
          <p14:tracePt t="26104" x="4119563" y="1995488"/>
          <p14:tracePt t="26114" x="4114800" y="1984375"/>
          <p14:tracePt t="26124" x="4108450" y="1966913"/>
          <p14:tracePt t="26134" x="4103688" y="1951038"/>
          <p14:tracePt t="26144" x="4092575" y="1928813"/>
          <p14:tracePt t="26154" x="4070350" y="1900238"/>
          <p14:tracePt t="26164" x="4052888" y="1871663"/>
          <p14:tracePt t="26174" x="4035425" y="1849438"/>
          <p14:tracePt t="26184" x="4030663" y="1831975"/>
          <p14:tracePt t="26194" x="4024313" y="1827213"/>
          <p14:tracePt t="26204" x="4019550" y="1816100"/>
          <p14:tracePt t="26214" x="4013200" y="1809750"/>
          <p14:tracePt t="26224" x="4008438" y="1798638"/>
          <p14:tracePt t="26234" x="4002088" y="1787525"/>
          <p14:tracePt t="26244" x="3990975" y="1781175"/>
          <p14:tracePt t="26254" x="3984625" y="1781175"/>
          <p14:tracePt t="26264" x="3984625" y="1776413"/>
          <p14:tracePt t="26295" x="3984625" y="1770063"/>
          <p14:tracePt t="26317" x="3979863" y="1770063"/>
          <p14:tracePt t="26327" x="3973513" y="1770063"/>
          <p14:tracePt t="26331" x="3968750" y="1770063"/>
          <p14:tracePt t="26335" x="3962400" y="1770063"/>
          <p14:tracePt t="26344" x="3940175" y="1770063"/>
          <p14:tracePt t="26354" x="3895725" y="1770063"/>
          <p14:tracePt t="26364" x="3856038" y="1770063"/>
          <p14:tracePt t="26374" x="3822700" y="1770063"/>
          <p14:tracePt t="26384" x="3805238" y="1770063"/>
          <p14:tracePt t="26394" x="3783013" y="1770063"/>
          <p14:tracePt t="26404" x="3765550" y="1776413"/>
          <p14:tracePt t="26414" x="3749675" y="1781175"/>
          <p14:tracePt t="26424" x="3721100" y="1787525"/>
          <p14:tracePt t="26434" x="3703638" y="1798638"/>
          <p14:tracePt t="26444" x="3692525" y="1809750"/>
          <p14:tracePt t="26454" x="3676650" y="1827213"/>
          <p14:tracePt t="26464" x="3670300" y="1849438"/>
          <p14:tracePt t="26474" x="3659188" y="1871663"/>
          <p14:tracePt t="26484" x="3641725" y="1905000"/>
          <p14:tracePt t="26494" x="3636963" y="1939925"/>
          <p14:tracePt t="26504" x="3630613" y="1973263"/>
          <p14:tracePt t="26514" x="3630613" y="2006600"/>
          <p14:tracePt t="26524" x="3630613" y="2024063"/>
          <p14:tracePt t="26534" x="3630613" y="2046288"/>
          <p14:tracePt t="26544" x="3630613" y="2063750"/>
          <p14:tracePt t="26554" x="3641725" y="2085975"/>
          <p14:tracePt t="26564" x="3654425" y="2108200"/>
          <p14:tracePt t="26574" x="3665538" y="2124075"/>
          <p14:tracePt t="26584" x="3681413" y="2147888"/>
          <p14:tracePt t="26594" x="3698875" y="2174875"/>
          <p14:tracePt t="26604" x="3709988" y="2192338"/>
          <p14:tracePt t="26614" x="3727450" y="2214563"/>
          <p14:tracePt t="26624" x="3732213" y="2225675"/>
          <p14:tracePt t="26634" x="3743325" y="2236788"/>
          <p14:tracePt t="26644" x="3754438" y="2236788"/>
          <p14:tracePt t="26654" x="3760788" y="2247900"/>
          <p14:tracePt t="26669" x="3765550" y="2247900"/>
          <p14:tracePt t="26717" x="3771900" y="2247900"/>
          <p14:tracePt t="26721" x="3776663" y="2243138"/>
          <p14:tracePt t="26725" x="3789363" y="2236788"/>
          <p14:tracePt t="26734" x="3811588" y="2214563"/>
          <p14:tracePt t="26744" x="3856038" y="2185988"/>
          <p14:tracePt t="26754" x="3906838" y="2159000"/>
          <p14:tracePt t="26764" x="3962400" y="2124075"/>
          <p14:tracePt t="26774" x="4002088" y="2101850"/>
          <p14:tracePt t="26784" x="4041775" y="2079625"/>
          <p14:tracePt t="26794" x="4064000" y="2068513"/>
          <p14:tracePt t="26804" x="4092575" y="2063750"/>
          <p14:tracePt t="26814" x="4108450" y="2057400"/>
          <p14:tracePt t="26824" x="4125913" y="2051050"/>
          <p14:tracePt t="26834" x="4154488" y="2039938"/>
          <p14:tracePt t="26844" x="4187825" y="2024063"/>
          <p14:tracePt t="26854" x="4216400" y="2012950"/>
          <p14:tracePt t="26864" x="4232275" y="2001838"/>
          <p14:tracePt t="26874" x="4238625" y="1995488"/>
          <p14:tracePt t="26884" x="4238625" y="1984375"/>
          <p14:tracePt t="26894" x="4249738" y="1973263"/>
          <p14:tracePt t="26904" x="4249738" y="1962150"/>
          <p14:tracePt t="26914" x="4249738" y="1951038"/>
          <p14:tracePt t="26924" x="4249738" y="1939925"/>
          <p14:tracePt t="26934" x="4249738" y="1922463"/>
          <p14:tracePt t="26944" x="4249738" y="1893888"/>
          <p14:tracePt t="26954" x="4243388" y="1860550"/>
          <p14:tracePt t="26964" x="4221163" y="1827213"/>
          <p14:tracePt t="26974" x="4205288" y="1798638"/>
          <p14:tracePt t="26984" x="4192588" y="1776413"/>
          <p14:tracePt t="26994" x="4176713" y="1754188"/>
          <p14:tracePt t="27004" x="4170363" y="1747838"/>
          <p14:tracePt t="27014" x="4165600" y="1736725"/>
          <p14:tracePt t="27024" x="4159250" y="1731963"/>
          <p14:tracePt t="27034" x="4148138" y="1725613"/>
          <p14:tracePt t="27044" x="4137025" y="1714500"/>
          <p14:tracePt t="27054" x="4114800" y="1697038"/>
          <p14:tracePt t="27064" x="4086225" y="1681163"/>
          <p14:tracePt t="27074" x="4052888" y="1670050"/>
          <p14:tracePt t="27084" x="4030663" y="1658938"/>
          <p14:tracePt t="27094" x="4019550" y="1652588"/>
          <p14:tracePt t="27104" x="4008438" y="1641475"/>
          <p14:tracePt t="27114" x="4002088" y="1641475"/>
          <p14:tracePt t="27124" x="3990975" y="1635125"/>
          <p14:tracePt t="27134" x="3979863" y="1635125"/>
          <p14:tracePt t="27144" x="3968750" y="1635125"/>
          <p14:tracePt t="27154" x="3962400" y="1635125"/>
          <p14:tracePt t="27164" x="3957638" y="1635125"/>
          <p14:tracePt t="27174" x="3946525" y="1635125"/>
          <p14:tracePt t="27184" x="3940175" y="1635125"/>
          <p14:tracePt t="27194" x="3929063" y="1635125"/>
          <p14:tracePt t="27204" x="3917950" y="1635125"/>
          <p14:tracePt t="27214" x="3906838" y="1635125"/>
          <p14:tracePt t="27224" x="3895725" y="1647825"/>
          <p14:tracePt t="27234" x="3884613" y="1652588"/>
          <p14:tracePt t="27244" x="3873500" y="1658938"/>
          <p14:tracePt t="27254" x="3873500" y="1674813"/>
          <p14:tracePt t="27264" x="3867150" y="1692275"/>
          <p14:tracePt t="27274" x="3867150" y="1714500"/>
          <p14:tracePt t="27284" x="3867150" y="1736725"/>
          <p14:tracePt t="27294" x="3867150" y="1758950"/>
          <p14:tracePt t="27304" x="3867150" y="1776413"/>
          <p14:tracePt t="27314" x="3867150" y="1793875"/>
          <p14:tracePt t="27324" x="3867150" y="1809750"/>
          <p14:tracePt t="27334" x="3867150" y="1843088"/>
          <p14:tracePt t="27344" x="3867150" y="1882775"/>
          <p14:tracePt t="27354" x="3849688" y="1951038"/>
          <p14:tracePt t="27364" x="3783013" y="2035175"/>
          <p14:tracePt t="27374" x="3721100" y="2074863"/>
          <p14:tracePt t="27384" x="3687763" y="2085975"/>
          <p14:tracePt t="27394" x="3681413" y="2085975"/>
          <p14:tracePt t="27807" x="3681413" y="2090738"/>
          <p14:tracePt t="27809" x="3676650" y="2090738"/>
          <p14:tracePt t="27814" x="3676650" y="2119313"/>
          <p14:tracePt t="27824" x="3687763" y="2192338"/>
          <p14:tracePt t="27834" x="3743325" y="2309813"/>
          <p14:tracePt t="27844" x="3844925" y="2451100"/>
          <p14:tracePt t="27854" x="3957638" y="2590800"/>
          <p14:tracePt t="27864" x="4064000" y="2725738"/>
          <p14:tracePt t="27874" x="4205288" y="2928938"/>
          <p14:tracePt t="27884" x="4333875" y="3119438"/>
          <p14:tracePt t="27894" x="4462463" y="3316288"/>
          <p14:tracePt t="27904" x="4597400" y="3513138"/>
          <p14:tracePt t="27914" x="4732338" y="3743325"/>
          <p14:tracePt t="27924" x="4873625" y="4024313"/>
          <p14:tracePt t="27934" x="5037138" y="4351338"/>
          <p14:tracePt t="27944" x="5210175" y="4665663"/>
          <p14:tracePt t="27954" x="5345113" y="4946650"/>
          <p14:tracePt t="27964" x="5429250" y="5172075"/>
          <p14:tracePt t="27974" x="5480050" y="5307013"/>
          <p14:tracePt t="27984" x="5508625" y="5391150"/>
          <p14:tracePt t="27994" x="5537200" y="5468938"/>
          <p14:tracePt t="28004" x="5575300" y="5548313"/>
          <p14:tracePt t="28014" x="5632450" y="5638800"/>
          <p14:tracePt t="28024" x="5705475" y="5716588"/>
          <p14:tracePt t="28034" x="5761038" y="5767388"/>
          <p14:tracePt t="28044" x="5807075" y="5800725"/>
          <p14:tracePt t="28054" x="5829300" y="5822950"/>
          <p14:tracePt t="28064" x="5834063" y="5822950"/>
          <p14:tracePt t="28079" x="5840413" y="5822950"/>
          <p14:tracePt t="28099" x="5845175" y="5822950"/>
          <p14:tracePt t="28105" x="5845175" y="5818188"/>
          <p14:tracePt t="28109" x="5845175" y="5811838"/>
          <p14:tracePt t="28114" x="5845175" y="5795963"/>
          <p14:tracePt t="28124" x="5845175" y="5762625"/>
          <p14:tracePt t="28134" x="5840413" y="5716588"/>
          <p14:tracePt t="28144" x="5822950" y="5672138"/>
          <p14:tracePt t="28154" x="5800725" y="5610225"/>
          <p14:tracePt t="28164" x="5761038" y="5519738"/>
          <p14:tracePt t="28174" x="5722938" y="5453063"/>
          <p14:tracePt t="28184" x="5683250" y="5380038"/>
          <p14:tracePt t="28194" x="5637213" y="5307013"/>
          <p14:tracePt t="28204" x="5610225" y="5256213"/>
          <p14:tracePt t="28214" x="5581650" y="5216525"/>
          <p14:tracePt t="28224" x="5564188" y="5199063"/>
          <p14:tracePt t="28234" x="5559425" y="5194300"/>
          <p14:tracePt t="28244" x="5559425" y="5187950"/>
          <p14:tracePt t="28254" x="5553075" y="5187950"/>
          <p14:tracePt t="28264" x="5553075" y="5183188"/>
          <p14:tracePt t="28274" x="5548313" y="5183188"/>
          <p14:tracePt t="28284" x="5541963" y="5183188"/>
          <p14:tracePt t="28295" x="5537200" y="5183188"/>
          <p14:tracePt t="28304" x="5537200" y="5194300"/>
          <p14:tracePt t="28314" x="5530850" y="5205413"/>
          <p14:tracePt t="28324" x="5530850" y="5227638"/>
          <p14:tracePt t="28334" x="5530850" y="5256213"/>
          <p14:tracePt t="28344" x="5526088" y="5295900"/>
          <p14:tracePt t="28354" x="5519738" y="5329238"/>
          <p14:tracePt t="28364" x="5508625" y="5357813"/>
          <p14:tracePt t="28374" x="5502275" y="5368925"/>
          <p14:tracePt t="28384" x="5502275" y="5373688"/>
          <p14:tracePt t="28394" x="5502275" y="5380038"/>
          <p14:tracePt t="28404" x="5502275" y="5384800"/>
          <p14:tracePt t="28419" x="5502275" y="5391150"/>
          <p14:tracePt t="28427" x="5502275" y="5395913"/>
          <p14:tracePt t="28563" x="5508625" y="5395913"/>
          <p14:tracePt t="28567" x="5514975" y="5395913"/>
          <p14:tracePt t="28574" x="5526088" y="5395913"/>
          <p14:tracePt t="28584" x="5575300" y="5395913"/>
          <p14:tracePt t="28594" x="5626100" y="5395913"/>
          <p14:tracePt t="28604" x="5688013" y="5395913"/>
          <p14:tracePt t="28614" x="5749925" y="5395913"/>
          <p14:tracePt t="28624" x="5822950" y="5395913"/>
          <p14:tracePt t="28634" x="5918200" y="5402263"/>
          <p14:tracePt t="28644" x="6008688" y="5407025"/>
          <p14:tracePt t="28654" x="6115050" y="5419725"/>
          <p14:tracePt t="28664" x="6227763" y="5419725"/>
          <p14:tracePt t="28674" x="6334125" y="5424488"/>
          <p14:tracePt t="28684" x="6424613" y="5424488"/>
          <p14:tracePt t="28694" x="6497638" y="5424488"/>
          <p14:tracePt t="28704" x="6542088" y="5419725"/>
          <p14:tracePt t="28714" x="6565900" y="5419725"/>
          <p14:tracePt t="28724" x="6577013" y="5419725"/>
          <p14:tracePt t="28734" x="6581775" y="5419725"/>
          <p14:tracePt t="28744" x="6592888" y="5419725"/>
          <p14:tracePt t="28754" x="6599238" y="5419725"/>
          <p14:tracePt t="28829" x="6604000" y="5419725"/>
          <p14:tracePt t="28833" x="6610350" y="5419725"/>
          <p14:tracePt t="28835" x="6616700" y="5419725"/>
          <p14:tracePt t="28844" x="6650038" y="5424488"/>
          <p14:tracePt t="28854" x="6727825" y="5453063"/>
          <p14:tracePt t="28864" x="6818313" y="5468938"/>
          <p14:tracePt t="28874" x="6902450" y="5480050"/>
          <p14:tracePt t="28884" x="6992938" y="5486400"/>
          <p14:tracePt t="28894" x="7081838" y="5492750"/>
          <p14:tracePt t="28904" x="7183438" y="5492750"/>
          <p14:tracePt t="28914" x="7289800" y="5497513"/>
          <p14:tracePt t="28924" x="7369175" y="5497513"/>
          <p14:tracePt t="28934" x="7431088" y="5497513"/>
          <p14:tracePt t="28944" x="7464425" y="5492750"/>
          <p14:tracePt t="28954" x="7475538" y="5492750"/>
          <p14:tracePt t="28964" x="7481888" y="5492750"/>
          <p14:tracePt t="28974" x="7481888" y="5486400"/>
          <p14:tracePt t="28993" x="7486650" y="5486400"/>
          <p14:tracePt t="28997" x="7493000" y="5486400"/>
          <p14:tracePt t="29004" x="7521575" y="5480050"/>
          <p14:tracePt t="29014" x="7599363" y="5480050"/>
          <p14:tracePt t="29024" x="7689850" y="5468938"/>
          <p14:tracePt t="29034" x="7796213" y="5464175"/>
          <p14:tracePt t="29044" x="7902575" y="5446713"/>
          <p14:tracePt t="29054" x="8004175" y="5435600"/>
          <p14:tracePt t="29064" x="8116888" y="5419725"/>
          <p14:tracePt t="29074" x="8256588" y="5407025"/>
          <p14:tracePt t="29084" x="8402638" y="5402263"/>
          <p14:tracePt t="29094" x="8543925" y="5395913"/>
          <p14:tracePt t="29104" x="8645525" y="5391150"/>
          <p14:tracePt t="29114" x="8707438" y="5384800"/>
          <p14:tracePt t="29124" x="8734425" y="5384800"/>
          <p14:tracePt t="29134" x="8740775" y="5384800"/>
          <p14:tracePt t="29161" x="8745538" y="5384800"/>
          <p14:tracePt t="29215" x="8758238" y="5380038"/>
          <p14:tracePt t="29217" x="8758238" y="5373688"/>
          <p14:tracePt t="29224" x="8774113" y="5362575"/>
          <p14:tracePt t="29234" x="8807450" y="5334000"/>
          <p14:tracePt t="29244" x="8847138" y="5307013"/>
          <p14:tracePt t="29254" x="8893175" y="5267325"/>
          <p14:tracePt t="29264" x="8937625" y="5233988"/>
          <p14:tracePt t="29274" x="8982075" y="5199063"/>
          <p14:tracePt t="29284" x="9050338" y="5165725"/>
          <p14:tracePt t="29294" x="9139238" y="5137150"/>
          <p14:tracePt t="29304" x="9269413" y="5110163"/>
          <p14:tracePt t="29314" x="9420225" y="5081588"/>
          <p14:tracePt t="29324" x="9555163" y="5070475"/>
          <p14:tracePt t="29334" x="9639300" y="5059363"/>
          <p14:tracePt t="29344" x="9674225" y="5059363"/>
          <p14:tracePt t="29354" x="9678988" y="5059363"/>
          <p14:tracePt t="29395" x="9678988" y="5064125"/>
          <p14:tracePt t="29405" x="9678988" y="5070475"/>
          <p14:tracePt t="29409" x="9678988" y="5076825"/>
          <p14:tracePt t="29421" x="9674225" y="5081588"/>
          <p14:tracePt t="29449" x="9674225" y="5087938"/>
          <p14:tracePt t="29467" x="9674225" y="5092700"/>
          <p14:tracePt t="29473" x="9674225" y="5099050"/>
          <p14:tracePt t="29477" x="9674225" y="5103813"/>
          <p14:tracePt t="29484" x="9674225" y="5114925"/>
          <p14:tracePt t="29494" x="9663113" y="5137150"/>
          <p14:tracePt t="29504" x="9656763" y="5165725"/>
          <p14:tracePt t="29514" x="9639300" y="5205413"/>
          <p14:tracePt t="29524" x="9628188" y="5227638"/>
          <p14:tracePt t="29534" x="9617075" y="5245100"/>
          <p14:tracePt t="29544" x="9605963" y="5256213"/>
          <p14:tracePt t="29554" x="9594850" y="5260975"/>
          <p14:tracePt t="29564" x="9590088" y="5260975"/>
          <p14:tracePt t="29574" x="9583738" y="5267325"/>
          <p14:tracePt t="29584" x="9583738" y="5272088"/>
          <p14:tracePt t="29613" x="9578975" y="5272088"/>
          <p14:tracePt t="29645" x="9572625" y="5272088"/>
          <p14:tracePt t="29901" x="9566275" y="5267325"/>
          <p14:tracePt t="29911" x="9566275" y="5260975"/>
          <p14:tracePt t="29913" x="9561513" y="5260975"/>
          <p14:tracePt t="29919" x="9561513" y="5256213"/>
          <p14:tracePt t="29924" x="9555163" y="5249863"/>
          <p14:tracePt t="29934" x="9544050" y="5238750"/>
          <p14:tracePt t="29944" x="9539288" y="5227638"/>
          <p14:tracePt t="29954" x="9528175" y="5210175"/>
          <p14:tracePt t="29964" x="9510713" y="5187950"/>
          <p14:tracePt t="29974" x="9477375" y="5160963"/>
          <p14:tracePt t="29984" x="9459913" y="5132388"/>
          <p14:tracePt t="29994" x="9455150" y="5126038"/>
          <p14:tracePt t="30007" x="9455150" y="5121275"/>
          <p14:tracePt t="30037" x="9455150" y="5114925"/>
          <p14:tracePt t="46937" x="9459913" y="5114925"/>
          <p14:tracePt t="46939" x="9466263" y="5114925"/>
          <p14:tracePt t="46944" x="9471025" y="5114925"/>
          <p14:tracePt t="46954" x="9482138" y="5121275"/>
          <p14:tracePt t="46964" x="9493250" y="5137150"/>
          <p14:tracePt t="46974" x="9499600" y="5183188"/>
          <p14:tracePt t="46984" x="9493250" y="5227638"/>
          <p14:tracePt t="46994" x="9488488" y="5272088"/>
          <p14:tracePt t="47004" x="9488488" y="5318125"/>
          <p14:tracePt t="47014" x="9488488" y="5362575"/>
          <p14:tracePt t="47024" x="9488488" y="5395913"/>
          <p14:tracePt t="47034" x="9488488" y="5424488"/>
          <p14:tracePt t="47044" x="9488488" y="5446713"/>
          <p14:tracePt t="47054" x="9482138" y="5475288"/>
          <p14:tracePt t="47064" x="9471025" y="5497513"/>
          <p14:tracePt t="47074" x="9459913" y="5519738"/>
          <p14:tracePt t="47084" x="9448800" y="5537200"/>
          <p14:tracePt t="47094" x="9431338" y="5565775"/>
          <p14:tracePt t="47104" x="9409113" y="5581650"/>
          <p14:tracePt t="47114" x="9382125" y="5603875"/>
          <p14:tracePt t="47124" x="9353550" y="5621338"/>
          <p14:tracePt t="47134" x="9320213" y="5638800"/>
          <p14:tracePt t="47144" x="9280525" y="5665788"/>
          <p14:tracePt t="47154" x="9223375" y="5694363"/>
          <p14:tracePt t="47164" x="9139238" y="5716588"/>
          <p14:tracePt t="47174" x="9028113" y="5745163"/>
          <p14:tracePt t="47184" x="8886825" y="5800725"/>
          <p14:tracePt t="47194" x="8685213" y="5880100"/>
          <p14:tracePt t="47204" x="8459788" y="5957888"/>
          <p14:tracePt t="47214" x="8234363" y="6030913"/>
          <p14:tracePt t="47224" x="7986713" y="6099175"/>
          <p14:tracePt t="47234" x="7723188" y="6143625"/>
          <p14:tracePt t="47244" x="7448550" y="6165850"/>
          <p14:tracePt t="47254" x="7150100" y="6165850"/>
          <p14:tracePt t="47264" x="6851650" y="6138863"/>
          <p14:tracePt t="47274" x="6577013" y="6081713"/>
          <p14:tracePt t="47284" x="6307138" y="6015038"/>
          <p14:tracePt t="47294" x="6037263" y="5942013"/>
          <p14:tracePt t="47304" x="5756275" y="5846763"/>
          <p14:tracePt t="47314" x="5486400" y="5745163"/>
          <p14:tracePt t="47324" x="5210175" y="5643563"/>
          <p14:tracePt t="47334" x="4968875" y="5541963"/>
          <p14:tracePt t="47344" x="4767263" y="5435600"/>
          <p14:tracePt t="47354" x="4608513" y="5340350"/>
          <p14:tracePt t="47364" x="4497388" y="5238750"/>
          <p14:tracePt t="47374" x="4413250" y="5143500"/>
          <p14:tracePt t="47384" x="4351338" y="5048250"/>
          <p14:tracePt t="47394" x="4311650" y="4953000"/>
          <p14:tracePt t="47404" x="4265613" y="4833938"/>
          <p14:tracePt t="47414" x="4227513" y="4683125"/>
          <p14:tracePt t="47424" x="4187825" y="4508500"/>
          <p14:tracePt t="47434" x="4159250" y="4333875"/>
          <p14:tracePt t="47444" x="4125913" y="4194175"/>
          <p14:tracePt t="47454" x="4114800" y="4114800"/>
          <p14:tracePt t="47464" x="4103688" y="4030663"/>
          <p14:tracePt t="47474" x="4092575" y="3935413"/>
          <p14:tracePt t="47484" x="4081463" y="3822700"/>
          <p14:tracePt t="47494" x="4070350" y="3721100"/>
          <p14:tracePt t="47504" x="4070350" y="3619500"/>
          <p14:tracePt t="47514" x="4070350" y="3535363"/>
          <p14:tracePt t="47524" x="4092575" y="3451225"/>
          <p14:tracePt t="47534" x="4108450" y="3378200"/>
          <p14:tracePt t="47544" x="4125913" y="3311525"/>
          <p14:tracePt t="47554" x="4125913" y="3238500"/>
          <p14:tracePt t="47564" x="4103688" y="3141663"/>
          <p14:tracePt t="47574" x="4064000" y="3024188"/>
          <p14:tracePt t="47584" x="4008438" y="2871788"/>
          <p14:tracePt t="47594" x="3940175" y="2732088"/>
          <p14:tracePt t="47604" x="3878263" y="2601913"/>
          <p14:tracePt t="47614" x="3827463" y="2495550"/>
          <p14:tracePt t="47624" x="3794125" y="2411413"/>
          <p14:tracePt t="47634" x="3760788" y="2338388"/>
          <p14:tracePt t="47644" x="3743325" y="2282825"/>
          <p14:tracePt t="47654" x="3727450" y="2232025"/>
          <p14:tracePt t="47664" x="3721100" y="2203450"/>
          <p14:tracePt t="47674" x="3721100" y="2174875"/>
          <p14:tracePt t="47684" x="3721100" y="2159000"/>
          <p14:tracePt t="47694" x="3721100" y="2141538"/>
          <p14:tracePt t="47704" x="3738563" y="2124075"/>
          <p14:tracePt t="47714" x="3776663" y="2097088"/>
          <p14:tracePt t="47724" x="3867150" y="2068513"/>
          <p14:tracePt t="47734" x="3990975" y="2035175"/>
          <p14:tracePt t="47744" x="4125913" y="1995488"/>
          <p14:tracePt t="47754" x="4243388" y="1966913"/>
          <p14:tracePt t="47764" x="4316413" y="1951038"/>
          <p14:tracePt t="47774" x="4356100" y="1939925"/>
          <p14:tracePt t="47784" x="4373563" y="1939925"/>
          <p14:tracePt t="47794" x="4378325" y="1939925"/>
          <p14:tracePt t="47804" x="4378325" y="1933575"/>
          <p14:tracePt t="47814" x="4384675" y="1933575"/>
          <p14:tracePt t="47925" x="4378325" y="1933575"/>
          <p14:tracePt t="47929" x="4373563" y="1933575"/>
          <p14:tracePt t="47934" x="4362450" y="1933575"/>
          <p14:tracePt t="47944" x="4322763" y="1933575"/>
          <p14:tracePt t="47954" x="4238625" y="1922463"/>
          <p14:tracePt t="47964" x="4148138" y="1911350"/>
          <p14:tracePt t="47974" x="4057650" y="1900238"/>
          <p14:tracePt t="47984" x="3968750" y="1882775"/>
          <p14:tracePt t="47994" x="3889375" y="1871663"/>
          <p14:tracePt t="48004" x="3816350" y="1866900"/>
          <p14:tracePt t="48014" x="3749675" y="1860550"/>
          <p14:tracePt t="48024" x="3703638" y="1860550"/>
          <p14:tracePt t="48034" x="3676650" y="1860550"/>
          <p14:tracePt t="48044" x="3665538" y="1860550"/>
          <p14:tracePt t="48063" x="3659188" y="1860550"/>
          <p14:tracePt t="48073" x="3654425" y="1860550"/>
          <p14:tracePt t="48075" x="3648075" y="1860550"/>
          <p14:tracePt t="48084" x="3641725" y="1866900"/>
          <p14:tracePt t="48094" x="3625850" y="1878013"/>
          <p14:tracePt t="48104" x="3614738" y="1893888"/>
          <p14:tracePt t="48114" x="3592513" y="1939925"/>
          <p14:tracePt t="48124" x="3579813" y="1984375"/>
          <p14:tracePt t="48134" x="3568700" y="2046288"/>
          <p14:tracePt t="48144" x="3557588" y="2130425"/>
          <p14:tracePt t="48154" x="3546475" y="2243138"/>
          <p14:tracePt t="48164" x="3506788" y="2393950"/>
          <p14:tracePt t="48174" x="3457575" y="2568575"/>
          <p14:tracePt t="48184" x="3429000" y="2743200"/>
          <p14:tracePt t="48194" x="3417888" y="2917825"/>
          <p14:tracePt t="48204" x="3417888" y="3103563"/>
          <p14:tracePt t="48214" x="3417888" y="3282950"/>
          <p14:tracePt t="48224" x="3417888" y="3446463"/>
          <p14:tracePt t="48234" x="3389313" y="3592513"/>
          <p14:tracePt t="48244" x="3355975" y="3727450"/>
          <p14:tracePt t="48254" x="3305175" y="3856038"/>
          <p14:tracePt t="48264" x="3271838" y="4008438"/>
          <p14:tracePt t="48274" x="3238500" y="4176713"/>
          <p14:tracePt t="48284" x="3209925" y="4356100"/>
          <p14:tracePt t="48294" x="3192463" y="4530725"/>
          <p14:tracePt t="48304" x="3181350" y="4694238"/>
          <p14:tracePt t="48314" x="3170238" y="4851400"/>
          <p14:tracePt t="48324" x="3170238" y="4997450"/>
          <p14:tracePt t="48334" x="3192463" y="5143500"/>
          <p14:tracePt t="48344" x="3276600" y="5307013"/>
          <p14:tracePt t="48354" x="3433763" y="5468938"/>
          <p14:tracePt t="48364" x="3636963" y="5592763"/>
          <p14:tracePt t="48374" x="3816350" y="5672138"/>
          <p14:tracePt t="48384" x="3917950" y="5694363"/>
          <p14:tracePt t="48394" x="3951288" y="5700713"/>
          <p14:tracePt t="48404" x="3957638" y="5700713"/>
          <p14:tracePt t="48431" x="3962400" y="5700713"/>
          <p14:tracePt t="48445" x="3968750" y="5700713"/>
          <p14:tracePt t="48453" x="3973513" y="5700713"/>
          <p14:tracePt t="48457" x="3984625" y="5694363"/>
          <p14:tracePt t="48464" x="4002088" y="5688013"/>
          <p14:tracePt t="48474" x="4041775" y="5683250"/>
          <p14:tracePt t="48484" x="4070350" y="5683250"/>
          <p14:tracePt t="48499" x="4075113" y="5683250"/>
          <p14:tracePt t="48515" x="4081463" y="5683250"/>
          <p14:tracePt t="48541" x="4086225" y="5683250"/>
          <p14:tracePt t="48551" x="4086225" y="5688013"/>
          <p14:tracePt t="48557" x="4086225" y="5694363"/>
          <p14:tracePt t="48569" x="4092575" y="5694363"/>
          <p14:tracePt t="48579" x="4092575" y="5700713"/>
          <p14:tracePt t="48593" x="4092575" y="5705475"/>
          <p14:tracePt t="48611" x="4092575" y="5711825"/>
          <p14:tracePt t="48779" x="4092575" y="5716588"/>
          <p14:tracePt t="48783" x="4092575" y="5722938"/>
          <p14:tracePt t="48789" x="4097338" y="5727700"/>
          <p14:tracePt t="48794" x="4103688" y="5745163"/>
          <p14:tracePt t="48804" x="4125913" y="5778500"/>
          <p14:tracePt t="48814" x="4159250" y="5822950"/>
          <p14:tracePt t="48824" x="4221163" y="5884863"/>
          <p14:tracePt t="48834" x="4300538" y="5946775"/>
          <p14:tracePt t="48844" x="4406900" y="6019800"/>
          <p14:tracePt t="48854" x="4548188" y="6099175"/>
          <p14:tracePt t="48864" x="4681538" y="6165850"/>
          <p14:tracePt t="48874" x="4778375" y="6216650"/>
          <p14:tracePt t="48884" x="4840288" y="6245225"/>
          <p14:tracePt t="48894" x="4862513" y="6262688"/>
          <p14:tracePt t="48904" x="4867275" y="6262688"/>
          <p14:tracePt t="48915" x="4873625" y="6262688"/>
          <p14:tracePt t="48931" x="4873625" y="6267450"/>
          <p14:tracePt t="48963" x="4878388" y="6267450"/>
          <p14:tracePt t="49003" x="4878388" y="6262688"/>
          <p14:tracePt t="49017" x="4878388" y="6256338"/>
          <p14:tracePt t="49029" x="4878388" y="6251575"/>
          <p14:tracePt t="49071" x="4878388" y="6245225"/>
          <p14:tracePt t="49577" x="4878388" y="6238875"/>
          <p14:tracePt t="49579" x="4873625" y="6234113"/>
          <p14:tracePt t="49584" x="4862513" y="6223000"/>
          <p14:tracePt t="49594" x="4811713" y="6154738"/>
          <p14:tracePt t="49604" x="4727575" y="6065838"/>
          <p14:tracePt t="49614" x="4608513" y="5975350"/>
          <p14:tracePt t="49624" x="4491038" y="5884863"/>
          <p14:tracePt t="49634" x="4395788" y="5822950"/>
          <p14:tracePt t="49644" x="4316413" y="5762625"/>
          <p14:tracePt t="49654" x="4260850" y="5711825"/>
          <p14:tracePt t="49664" x="4216400" y="5665788"/>
          <p14:tracePt t="49674" x="4165600" y="5610225"/>
          <p14:tracePt t="49684" x="4125913" y="5548313"/>
          <p14:tracePt t="49694" x="4081463" y="5457825"/>
          <p14:tracePt t="49704" x="4030663" y="5357813"/>
          <p14:tracePt t="49714" x="3979863" y="5238750"/>
          <p14:tracePt t="49724" x="3929063" y="5110163"/>
          <p14:tracePt t="49734" x="3895725" y="4968875"/>
          <p14:tracePt t="49744" x="3884613" y="4829175"/>
          <p14:tracePt t="49754" x="3878263" y="4683125"/>
          <p14:tracePt t="49764" x="3878263" y="4508500"/>
          <p14:tracePt t="49774" x="3878263" y="4232275"/>
          <p14:tracePt t="49784" x="3867150" y="3924300"/>
          <p14:tracePt t="49794" x="3844925" y="3619500"/>
          <p14:tracePt t="49804" x="3805238" y="3378200"/>
          <p14:tracePt t="49814" x="3783013" y="3198813"/>
          <p14:tracePt t="49824" x="3760788" y="3092450"/>
          <p14:tracePt t="49834" x="3749675" y="3035300"/>
          <p14:tracePt t="49844" x="3738563" y="2962275"/>
          <p14:tracePt t="49854" x="3727450" y="2884488"/>
          <p14:tracePt t="49864" x="3709988" y="2827338"/>
          <p14:tracePt t="49874" x="3703638" y="2805113"/>
          <p14:tracePt t="49884" x="3703638" y="2798763"/>
          <p14:tracePt t="49894" x="3698875" y="2798763"/>
          <p14:tracePt t="49904" x="3698875" y="2787650"/>
          <p14:tracePt t="49917" x="3692525" y="2787650"/>
          <p14:tracePt t="49925" x="3692525" y="2782888"/>
          <p14:tracePt t="49987" x="3692525" y="2776538"/>
          <p14:tracePt t="49991" x="3692525" y="2771775"/>
          <p14:tracePt t="49994" x="3692525" y="2765425"/>
          <p14:tracePt t="50004" x="3687763" y="2725738"/>
          <p14:tracePt t="50014" x="3687763" y="2681288"/>
          <p14:tracePt t="50024" x="3681413" y="2636838"/>
          <p14:tracePt t="50034" x="3692525" y="2586038"/>
          <p14:tracePt t="50044" x="3714750" y="2501900"/>
          <p14:tracePt t="50054" x="3749675" y="2417763"/>
          <p14:tracePt t="50064" x="3783013" y="2309813"/>
          <p14:tracePt t="50074" x="3805238" y="2198688"/>
          <p14:tracePt t="50084" x="3827463" y="2074863"/>
          <p14:tracePt t="50094" x="3844925" y="1962150"/>
          <p14:tracePt t="50104" x="3856038" y="1871663"/>
          <p14:tracePt t="50114" x="3873500" y="1798638"/>
          <p14:tracePt t="50124" x="3884613" y="1736725"/>
          <p14:tracePt t="50134" x="3906838" y="1703388"/>
          <p14:tracePt t="50144" x="3917950" y="1681163"/>
          <p14:tracePt t="50154" x="3922713" y="1670050"/>
          <p14:tracePt t="50205" x="3922713" y="1663700"/>
          <p14:tracePt t="50257" x="3922713" y="1658938"/>
          <p14:tracePt t="50265" x="3917950" y="1652588"/>
          <p14:tracePt t="50267" x="3911600" y="1647825"/>
          <p14:tracePt t="50274" x="3889375" y="1647825"/>
          <p14:tracePt t="50284" x="3844925" y="1635125"/>
          <p14:tracePt t="50294" x="3749675" y="1635125"/>
          <p14:tracePt t="50304" x="3654425" y="1647825"/>
          <p14:tracePt t="50314" x="3535363" y="1674813"/>
          <p14:tracePt t="50324" x="3411538" y="1714500"/>
          <p14:tracePt t="50334" x="3287713" y="1765300"/>
          <p14:tracePt t="50344" x="3192463" y="1820863"/>
          <p14:tracePt t="50354" x="3125788" y="1882775"/>
          <p14:tracePt t="50364" x="3068638" y="1962150"/>
          <p14:tracePt t="50374" x="3001963" y="2097088"/>
          <p14:tracePt t="50384" x="2928938" y="2254250"/>
          <p14:tracePt t="50394" x="2867025" y="2417763"/>
          <p14:tracePt t="50404" x="2833688" y="2574925"/>
          <p14:tracePt t="50414" x="2820988" y="2754313"/>
          <p14:tracePt t="50424" x="2827338" y="3006725"/>
          <p14:tracePt t="50434" x="2871788" y="3271838"/>
          <p14:tracePt t="50444" x="2933700" y="3575050"/>
          <p14:tracePt t="50454" x="3006725" y="3889375"/>
          <p14:tracePt t="50464" x="3068638" y="4205288"/>
          <p14:tracePt t="50474" x="3119438" y="4491038"/>
          <p14:tracePt t="50484" x="3136900" y="4760913"/>
          <p14:tracePt t="50494" x="3141663" y="5014913"/>
          <p14:tracePt t="50504" x="3136900" y="5260975"/>
          <p14:tracePt t="50514" x="3108325" y="5497513"/>
          <p14:tracePt t="50524" x="3068638" y="5734050"/>
          <p14:tracePt t="50534" x="3041650" y="5942013"/>
          <p14:tracePt t="50544" x="3035300" y="6088063"/>
          <p14:tracePt t="50554" x="3046413" y="6165850"/>
          <p14:tracePt t="50564" x="3068638" y="6205538"/>
          <p14:tracePt t="50574" x="3097213" y="6223000"/>
          <p14:tracePt t="50584" x="3108325" y="6223000"/>
          <p14:tracePt t="50594" x="3136900" y="6223000"/>
          <p14:tracePt t="50604" x="3163888" y="6216650"/>
          <p14:tracePt t="50614" x="3221038" y="6194425"/>
          <p14:tracePt t="50624" x="3316288" y="6154738"/>
          <p14:tracePt t="50634" x="3433763" y="6105525"/>
          <p14:tracePt t="50644" x="3592513" y="6030913"/>
          <p14:tracePt t="50654" x="3760788" y="5953125"/>
          <p14:tracePt t="50664" x="3922713" y="5873750"/>
          <p14:tracePt t="50674" x="4046538" y="5818188"/>
          <p14:tracePt t="50684" x="4130675" y="5778500"/>
          <p14:tracePt t="50694" x="4198938" y="5762625"/>
          <p14:tracePt t="50704" x="4243388" y="5745163"/>
          <p14:tracePt t="50714" x="4265613" y="5745163"/>
          <p14:tracePt t="50724" x="4278313" y="5745163"/>
          <p14:tracePt t="50734" x="4283075" y="5745163"/>
          <p14:tracePt t="50744" x="4289425" y="5745163"/>
          <p14:tracePt t="50755" x="4294188" y="5745163"/>
          <p14:tracePt t="50764" x="4300538" y="5745163"/>
          <p14:tracePt t="50774" x="4327525" y="5756275"/>
          <p14:tracePt t="50784" x="4367213" y="5778500"/>
          <p14:tracePt t="50794" x="4406900" y="5807075"/>
          <p14:tracePt t="50804" x="4440238" y="5829300"/>
          <p14:tracePt t="50814" x="4468813" y="5851525"/>
          <p14:tracePt t="50824" x="4497388" y="5868988"/>
          <p14:tracePt t="50834" x="4508500" y="5880100"/>
          <p14:tracePt t="50844" x="4519613" y="5891213"/>
          <p14:tracePt t="50855" x="4519613" y="5895975"/>
          <p14:tracePt t="50885" x="4524375" y="5895975"/>
          <p14:tracePt t="92453" x="4519613" y="5891213"/>
          <p14:tracePt t="92457" x="4513263" y="5884863"/>
          <p14:tracePt t="92464" x="4491038" y="5862638"/>
          <p14:tracePt t="92465" x="4479925" y="5851525"/>
          <p14:tracePt t="92474" x="4418013" y="5800725"/>
          <p14:tracePt t="92475" x="4395788" y="5789613"/>
          <p14:tracePt t="92484" x="4300538" y="5734050"/>
          <p14:tracePt t="92494" x="4148138" y="5661025"/>
          <p14:tracePt t="92504" x="3984625" y="5592763"/>
          <p14:tracePt t="92514" x="3811588" y="5530850"/>
          <p14:tracePt t="92524" x="3636963" y="5464175"/>
          <p14:tracePt t="92534" x="3462338" y="5395913"/>
          <p14:tracePt t="92544" x="3282950" y="5329238"/>
          <p14:tracePt t="92554" x="3074988" y="5256213"/>
          <p14:tracePt t="92564" x="2860675" y="5160963"/>
          <p14:tracePt t="92574" x="2630488" y="5048250"/>
          <p14:tracePt t="92584" x="2378075" y="4924425"/>
          <p14:tracePt t="92594" x="2108200" y="4772025"/>
          <p14:tracePt t="92604" x="1838325" y="4625975"/>
          <p14:tracePt t="92614" x="1590675" y="4475163"/>
          <p14:tracePt t="92624" x="1331913" y="4311650"/>
          <p14:tracePt t="92634" x="1073150" y="4143375"/>
          <p14:tracePt t="92644" x="825500" y="3962400"/>
          <p14:tracePt t="92654" x="584200" y="3783013"/>
          <p14:tracePt t="92664" x="360363" y="3603625"/>
          <p14:tracePt t="92674" x="179388" y="3446463"/>
          <p14:tracePt t="92684" x="50800" y="332740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0049-8764-C09D-DD38-8E52EC047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D97B2C-9ACC-342F-1567-FD796DE2A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457200"/>
            <a:ext cx="10360152" cy="620162"/>
          </a:xfrm>
        </p:spPr>
        <p:txBody>
          <a:bodyPr/>
          <a:lstStyle/>
          <a:p>
            <a:r>
              <a:rPr lang="en-US" dirty="0"/>
              <a:t>Legalities of Terminal Illness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7DC967-13A0-124D-7125-6AEAC9403B1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88063" y="1303699"/>
            <a:ext cx="11054282" cy="5377758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Advanced directive</a:t>
            </a:r>
            <a:r>
              <a:rPr lang="en-US" sz="2400" dirty="0"/>
              <a:t> – a legal document that outlines wishes for future health care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200" b="1" dirty="0"/>
              <a:t>Living will</a:t>
            </a:r>
            <a:r>
              <a:rPr lang="en-US" sz="2200" dirty="0"/>
              <a:t> – a type of advanced directive that dictates end-of-life care instructions (can include a </a:t>
            </a:r>
            <a:r>
              <a:rPr lang="en-US" sz="2200" b="1" dirty="0"/>
              <a:t>Do Not Resuscitate</a:t>
            </a:r>
            <a:r>
              <a:rPr lang="en-US" sz="2200" dirty="0"/>
              <a:t> [DNR] order)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200" b="1" dirty="0"/>
              <a:t>Health care proxy</a:t>
            </a:r>
            <a:r>
              <a:rPr lang="en-US" sz="2200" dirty="0"/>
              <a:t> – an individual chosen to make health care decisions for a person once they are no longer able to decide for themselves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200" b="1" dirty="0"/>
              <a:t>Power of attorney</a:t>
            </a:r>
            <a:r>
              <a:rPr lang="en-US" sz="2200" dirty="0"/>
              <a:t> – a person elected to handle legal, financial, and medical matters once a person is incapacitated or deceased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Hospice care</a:t>
            </a:r>
            <a:r>
              <a:rPr lang="en-US" sz="2400" dirty="0"/>
              <a:t> – end-of-life care provided by healthcare professionals; can be at home or in a facility, such as a nursing home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Home care</a:t>
            </a:r>
            <a:r>
              <a:rPr lang="en-US" sz="2400" dirty="0"/>
              <a:t> – end-of-life care in a patient’s home; often heavily relying on a family member as a caretaker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Curative care</a:t>
            </a:r>
            <a:r>
              <a:rPr lang="en-US" sz="2400" dirty="0"/>
              <a:t> – care designed to treat a patient’s disease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Palliative care</a:t>
            </a:r>
            <a:r>
              <a:rPr lang="en-US" sz="2400" dirty="0"/>
              <a:t> – care designed to make a patient feel comfortable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Includes pain management, psychological guidance, and spiritual care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This form of care can be extremely difficult for hospital staff. There is a balance between emotional burnout and empathy</a:t>
            </a:r>
            <a:endParaRPr lang="en-US" sz="2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Death education</a:t>
            </a:r>
            <a:r>
              <a:rPr lang="en-US" sz="2400" dirty="0"/>
              <a:t> – training on the causes and realities of death, to develop realistic expectations</a:t>
            </a:r>
            <a:endParaRPr lang="en-US" sz="2400" b="1" u="sn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B5C78-6245-25F2-19A7-61973D371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46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1814"/>
    </mc:Choice>
    <mc:Fallback xmlns="">
      <p:transition spd="slow" advTm="22181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E51C-FE19-1C13-678A-CE90EDB7A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EEF394-E9CC-4FD6-6752-D89D9240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849" y="325925"/>
            <a:ext cx="10360152" cy="914400"/>
          </a:xfrm>
        </p:spPr>
        <p:txBody>
          <a:bodyPr/>
          <a:lstStyle/>
          <a:p>
            <a:r>
              <a:rPr lang="en-US" dirty="0"/>
              <a:t>Issues in Advancing Illness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9C45E9-1775-4238-D852-1B42F90E78B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490471"/>
            <a:ext cx="11277600" cy="504160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Is there a right to die?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1990 Patient Self-Determination Act led to the requirement that Medicare and Medicaid health care facilities allow a DNR order</a:t>
            </a:r>
          </a:p>
          <a:p>
            <a:pPr lvl="2"/>
            <a:r>
              <a:rPr lang="en-US" sz="2200" dirty="0"/>
              <a:t>Concern: These DNRs are not being followed (one study found that physicians did not follow DNR in 1/3 of their patients)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Euthanasia</a:t>
            </a:r>
            <a:r>
              <a:rPr lang="en-US" sz="2400" dirty="0"/>
              <a:t> – the intentional act of a physician administering a lethal dose of a substance to a patient</a:t>
            </a:r>
          </a:p>
          <a:p>
            <a:pPr lvl="2"/>
            <a:r>
              <a:rPr lang="en-US" sz="2200" dirty="0"/>
              <a:t>Illegal in the United States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Physician-assisted death</a:t>
            </a:r>
            <a:r>
              <a:rPr lang="en-US" sz="2400" dirty="0"/>
              <a:t> – when a physician provides a lethal dose of a substance to a patient, and allows them to end their own life</a:t>
            </a:r>
          </a:p>
          <a:p>
            <a:pPr lvl="2"/>
            <a:r>
              <a:rPr lang="en-US" dirty="0"/>
              <a:t>Legal in 11 states and D.C. (17 other states are considering)</a:t>
            </a:r>
          </a:p>
          <a:p>
            <a:pPr lvl="2"/>
            <a:r>
              <a:rPr lang="en-US" dirty="0"/>
              <a:t>Began in Oregon in 1997 with the Death with Dignity Act</a:t>
            </a:r>
          </a:p>
          <a:p>
            <a:pPr lvl="3"/>
            <a:r>
              <a:rPr lang="en-US" sz="1800" dirty="0"/>
              <a:t>Patient must be mentally competent, informed of alternatives, have a terminal illness with less than 6 months to live, must request this option at least three times, and must be consulted with a second physician </a:t>
            </a:r>
          </a:p>
          <a:p>
            <a:pPr lvl="3"/>
            <a:r>
              <a:rPr lang="en-US" sz="1800" dirty="0"/>
              <a:t>Patients most often reported concerns about maintaining autonomy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61A97-5EA3-ECAA-96D6-A4151B7E8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42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004"/>
    </mc:Choice>
    <mc:Fallback xmlns="">
      <p:transition spd="slow" advTm="26700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D49AA-BF25-D893-3B6A-DFF9C112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2261DE-EF83-C1E0-BD84-65F003523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6970"/>
            <a:ext cx="10360152" cy="597529"/>
          </a:xfrm>
        </p:spPr>
        <p:txBody>
          <a:bodyPr/>
          <a:lstStyle/>
          <a:p>
            <a:r>
              <a:rPr lang="en-US" dirty="0"/>
              <a:t>Grief and Processing</a:t>
            </a:r>
          </a:p>
        </p:txBody>
      </p:sp>
      <p:pic>
        <p:nvPicPr>
          <p:cNvPr id="11" name="Content Placeholder 10" descr="a moving diagram of a blue circle in a box, where the ball randomly hits a red button on the wall. Over time, the size of the ball gets smaller">
            <a:extLst>
              <a:ext uri="{FF2B5EF4-FFF2-40B4-BE49-F238E27FC236}">
                <a16:creationId xmlns:a16="http://schemas.microsoft.com/office/drawing/2014/main" id="{F0CFA831-6A05-E44A-7E1C-9C813AFE4117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6707187" y="1451824"/>
            <a:ext cx="4464789" cy="4464789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65186-6628-E292-10D4-D0C89D45C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Picture 2" descr="a diagram of the Kubler-Ross Five-Stage Theory. Depicts 5 stages: denial, anger, bargaining, depression, and acceptance">
            <a:extLst>
              <a:ext uri="{FF2B5EF4-FFF2-40B4-BE49-F238E27FC236}">
                <a16:creationId xmlns:a16="http://schemas.microsoft.com/office/drawing/2014/main" id="{3B210C39-D9CF-4E28-09E1-CE84D00EFD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76785" y="1455879"/>
            <a:ext cx="6039534" cy="45375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4B090E-2D7F-D924-D2DB-D76FB471BE46}"/>
              </a:ext>
            </a:extLst>
          </p:cNvPr>
          <p:cNvSpPr txBox="1"/>
          <p:nvPr/>
        </p:nvSpPr>
        <p:spPr>
          <a:xfrm>
            <a:off x="624689" y="6147303"/>
            <a:ext cx="4381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Kubler-Ross Five-Stage Theory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27894B-8C3F-DA6F-4F4F-02B382B87655}"/>
              </a:ext>
            </a:extLst>
          </p:cNvPr>
          <p:cNvSpPr txBox="1"/>
          <p:nvPr/>
        </p:nvSpPr>
        <p:spPr>
          <a:xfrm>
            <a:off x="6707187" y="6120081"/>
            <a:ext cx="3550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Ball-in-the-Box Analogy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169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600"/>
    </mc:Choice>
    <mc:Fallback xmlns="">
      <p:transition spd="slow" advTm="220600"/>
    </mc:Fallback>
  </mc:AlternateContent>
  <p:extLst>
    <p:ext uri="{3A86A75C-4F4B-4683-9AE1-C65F6400EC91}">
      <p14:laserTraceLst xmlns:p14="http://schemas.microsoft.com/office/powerpoint/2010/main">
        <p14:tracePtLst>
          <p14:tracePt t="15831" x="4652963" y="6557963"/>
          <p14:tracePt t="18748" x="1528763" y="6470650"/>
          <p14:tracePt t="18768" x="1416050" y="6165850"/>
          <p14:tracePt t="18788" x="1247775" y="5734050"/>
          <p14:tracePt t="18798" x="1163638" y="5503863"/>
          <p14:tracePt t="18808" x="1068388" y="5272088"/>
          <p14:tracePt t="18818" x="1000125" y="5081588"/>
          <p14:tracePt t="18838" x="915988" y="4727575"/>
          <p14:tracePt t="18858" x="842963" y="4294188"/>
          <p14:tracePt t="18878" x="769938" y="3783013"/>
          <p14:tracePt t="18889" x="730250" y="3535363"/>
          <p14:tracePt t="18908" x="663575" y="3125788"/>
          <p14:tracePt t="18918" x="635000" y="2979738"/>
          <p14:tracePt t="18928" x="612775" y="2860675"/>
          <p14:tracePt t="18948" x="590550" y="2736850"/>
          <p14:tracePt t="18968" x="584200" y="2703513"/>
          <p14:tracePt t="18998" x="584200" y="2698750"/>
          <p14:tracePt t="20369" x="590550" y="2692400"/>
          <p14:tracePt t="20388" x="595313" y="2703513"/>
          <p14:tracePt t="20408" x="606425" y="2794000"/>
          <p14:tracePt t="20418" x="612775" y="2849563"/>
          <p14:tracePt t="20428" x="612775" y="2951163"/>
          <p14:tracePt t="20448" x="590550" y="3159125"/>
          <p14:tracePt t="20458" x="573088" y="3265488"/>
          <p14:tracePt t="20478" x="568325" y="3349625"/>
          <p14:tracePt t="20498" x="568325" y="3355975"/>
          <p14:tracePt t="20538" x="590550" y="3265488"/>
          <p14:tracePt t="20548" x="606425" y="3209925"/>
          <p14:tracePt t="20568" x="652463" y="3057525"/>
          <p14:tracePt t="20588" x="679450" y="2917825"/>
          <p14:tracePt t="20608" x="692150" y="2849563"/>
          <p14:tracePt t="20638" x="692150" y="2844800"/>
          <p14:tracePt t="20678" x="692150" y="2838450"/>
          <p14:tracePt t="21638" x="696913" y="2855913"/>
          <p14:tracePt t="21648" x="714375" y="2889250"/>
          <p14:tracePt t="21678" x="776288" y="3041650"/>
          <p14:tracePt t="21688" x="803275" y="3130550"/>
          <p14:tracePt t="21708" x="876300" y="3311525"/>
          <p14:tracePt t="21718" x="915988" y="3406775"/>
          <p14:tracePt t="21738" x="995363" y="3597275"/>
          <p14:tracePt t="21748" x="1035050" y="3676650"/>
          <p14:tracePt t="21758" x="1079500" y="3743325"/>
          <p14:tracePt t="21788" x="1331913" y="3957638"/>
          <p14:tracePt t="21798" x="1466850" y="4030663"/>
          <p14:tracePt t="21818" x="1670050" y="4081463"/>
          <p14:tracePt t="21838" x="1804988" y="4070350"/>
          <p14:tracePt t="21848" x="1854200" y="4048125"/>
          <p14:tracePt t="21868" x="1916113" y="4013200"/>
          <p14:tracePt t="21888" x="1922463" y="3986213"/>
          <p14:tracePt t="21908" x="1922463" y="3973513"/>
          <p14:tracePt t="21918" x="1922463" y="3962400"/>
          <p14:tracePt t="21938" x="1922463" y="3957638"/>
          <p14:tracePt t="21958" x="1922463" y="3951288"/>
          <p14:tracePt t="21988" x="1922463" y="3946525"/>
          <p14:tracePt t="22028" x="1922463" y="3940175"/>
          <p14:tracePt t="22309" x="1922463" y="3946525"/>
          <p14:tracePt t="22318" x="1927225" y="3951288"/>
          <p14:tracePt t="22449" x="1927225" y="3946525"/>
          <p14:tracePt t="22478" x="1927225" y="3940175"/>
          <p14:tracePt t="22528" x="2006600" y="3997325"/>
          <p14:tracePt t="22548" x="2209800" y="4108450"/>
          <p14:tracePt t="22568" x="2478088" y="4243388"/>
          <p14:tracePt t="22578" x="2613025" y="4305300"/>
          <p14:tracePt t="22598" x="2787650" y="4391025"/>
          <p14:tracePt t="22618" x="2820988" y="4406900"/>
          <p14:tracePt t="22638" x="2827338" y="4406900"/>
          <p14:tracePt t="22658" x="2827338" y="4413250"/>
          <p14:tracePt t="23278" x="2833688" y="4413250"/>
          <p14:tracePt t="23298" x="2900363" y="4413250"/>
          <p14:tracePt t="23318" x="3108325" y="4378325"/>
          <p14:tracePt t="23338" x="3371850" y="4311650"/>
          <p14:tracePt t="23348" x="3495675" y="4267200"/>
          <p14:tracePt t="23378" x="3862388" y="4121150"/>
          <p14:tracePt t="23388" x="3997325" y="4064000"/>
          <p14:tracePt t="23408" x="4254500" y="3979863"/>
          <p14:tracePt t="23418" x="4367213" y="3935413"/>
          <p14:tracePt t="23428" x="4486275" y="3884613"/>
          <p14:tracePt t="23448" x="4643438" y="3805238"/>
          <p14:tracePt t="23458" x="4681538" y="3783013"/>
          <p14:tracePt t="23478" x="4710113" y="3765550"/>
          <p14:tracePt t="23498" x="4716463" y="3760788"/>
          <p14:tracePt t="23518" x="4716463" y="3754438"/>
          <p14:tracePt t="23538" x="4721225" y="3754438"/>
          <p14:tracePt t="23958" x="4721225" y="3749675"/>
          <p14:tracePt t="23978" x="4811713" y="3619500"/>
          <p14:tracePt t="23998" x="5086350" y="3327400"/>
          <p14:tracePt t="24018" x="5329238" y="3057525"/>
          <p14:tracePt t="24038" x="5480050" y="2867025"/>
          <p14:tracePt t="24048" x="5519738" y="2809875"/>
          <p14:tracePt t="24068" x="5553075" y="2709863"/>
          <p14:tracePt t="24078" x="5559425" y="2681288"/>
          <p14:tracePt t="24098" x="5559425" y="2647950"/>
          <p14:tracePt t="24138" x="5559425" y="2641600"/>
          <p14:tracePt t="24289" x="5564188" y="2641600"/>
          <p14:tracePt t="24428" x="5559425" y="2681288"/>
          <p14:tracePt t="24448" x="5548313" y="2844800"/>
          <p14:tracePt t="24458" x="5541963" y="2962275"/>
          <p14:tracePt t="24488" x="5553075" y="3630613"/>
          <p14:tracePt t="24508" x="5553075" y="4238625"/>
          <p14:tracePt t="24518" x="5548313" y="4586288"/>
          <p14:tracePt t="24528" x="5548313" y="4975225"/>
          <p14:tracePt t="24538" x="5548313" y="5391150"/>
          <p14:tracePt t="24558" x="5541963" y="6251575"/>
          <p14:tracePt t="25629" x="0" y="0"/>
        </p14:tracePtLst>
        <p14:tracePtLst>
          <p14:tracePt t="88620" x="4662488" y="6567488"/>
          <p14:tracePt t="88840" x="6919913" y="6818313"/>
          <p14:tracePt t="88850" x="7227888" y="6802438"/>
          <p14:tracePt t="88870" x="7700963" y="6784975"/>
          <p14:tracePt t="88889" x="7886700" y="6773863"/>
          <p14:tracePt t="88908" x="7937500" y="6773863"/>
          <p14:tracePt t="88949" x="7942263" y="6773863"/>
          <p14:tracePt t="88969" x="7981950" y="6773863"/>
          <p14:tracePt t="88989" x="8037513" y="6773863"/>
          <p14:tracePt t="89009" x="8043863" y="6773863"/>
          <p14:tracePt t="89039" x="8048625" y="6773863"/>
          <p14:tracePt t="89058" x="8032750" y="6729413"/>
          <p14:tracePt t="89068" x="7986713" y="6650038"/>
          <p14:tracePt t="89089" x="7840663" y="6448425"/>
          <p14:tracePt t="89108" x="7734300" y="6227763"/>
          <p14:tracePt t="89128" x="7734300" y="6054725"/>
          <p14:tracePt t="89139" x="7756525" y="5953125"/>
          <p14:tracePt t="89148" x="7791450" y="5857875"/>
          <p14:tracePt t="89169" x="7847013" y="5705475"/>
          <p14:tracePt t="89189" x="7858125" y="5672138"/>
          <p14:tracePt t="89208" x="7864475" y="5672138"/>
          <p14:tracePt t="89219" x="7864475" y="5665788"/>
          <p14:tracePt t="89239" x="7723188" y="5610225"/>
          <p14:tracePt t="89248" x="7493000" y="5526088"/>
          <p14:tracePt t="89269" x="6964363" y="5260975"/>
          <p14:tracePt t="89289" x="6554788" y="4979988"/>
          <p14:tracePt t="89310" x="6446838" y="4621213"/>
          <p14:tracePt t="89328" x="6548438" y="3997325"/>
          <p14:tracePt t="89348" x="7065963" y="2900363"/>
          <p14:tracePt t="89358" x="7408863" y="2444750"/>
          <p14:tracePt t="89378" x="7897813" y="1916113"/>
          <p14:tracePt t="89389" x="8026400" y="1793875"/>
          <p14:tracePt t="89408" x="8083550" y="1743075"/>
          <p14:tracePt t="89429" x="8088313" y="1743075"/>
          <p14:tracePt t="89449" x="8105775" y="1754188"/>
          <p14:tracePt t="89459" x="8178800" y="1820863"/>
          <p14:tracePt t="89489" x="8780463" y="2130425"/>
          <p14:tracePt t="89498" x="9015413" y="2192338"/>
          <p14:tracePt t="89519" x="9477375" y="2220913"/>
          <p14:tracePt t="89528" x="9685338" y="2220913"/>
          <p14:tracePt t="89549" x="10044113" y="2192338"/>
          <p14:tracePt t="89568" x="10291763" y="2181225"/>
          <p14:tracePt t="89589" x="10387013" y="2192338"/>
          <p14:tracePt t="89609" x="10410825" y="2225675"/>
          <p14:tracePt t="89629" x="10556875" y="2451100"/>
          <p14:tracePt t="89649" x="10864850" y="2900363"/>
          <p14:tracePt t="89658" x="11050588" y="3187700"/>
          <p14:tracePt t="89679" x="11426825" y="3867150"/>
          <p14:tracePt t="89699" x="11607800" y="4508500"/>
          <p14:tracePt t="89719" x="11612563" y="5110163"/>
          <p14:tracePt t="89739" x="11461750" y="5649913"/>
          <p14:tracePt t="89748" x="11360150" y="5884863"/>
          <p14:tracePt t="89768" x="11118850" y="6307138"/>
          <p14:tracePt t="89779" x="10995025" y="6486525"/>
          <p14:tracePt t="89789" x="10882313" y="6656388"/>
          <p14:tracePt t="89890" x="9674225" y="6324600"/>
          <p14:tracePt t="89899" x="9269413" y="5908675"/>
          <p14:tracePt t="89919" x="8054975" y="4625975"/>
          <p14:tracePt t="89939" x="6913563" y="3333750"/>
          <p14:tracePt t="89959" x="6132513" y="2108200"/>
          <p14:tracePt t="89968" x="5913438" y="1535113"/>
          <p14:tracePt t="89989" x="5772150" y="674688"/>
          <p14:tracePt t="89998" x="5778500" y="365125"/>
          <p14:tracePt t="90230" x="9550400" y="44450"/>
          <p14:tracePt t="90249" x="9628188" y="342900"/>
          <p14:tracePt t="90269" x="9639300" y="703263"/>
          <p14:tracePt t="90289" x="9550400" y="1119188"/>
          <p14:tracePt t="90298" x="9455150" y="1360488"/>
          <p14:tracePt t="90319" x="9185275" y="1928813"/>
          <p14:tracePt t="90349" x="8689975" y="2922588"/>
          <p14:tracePt t="90358" x="8550275" y="3227388"/>
          <p14:tracePt t="90379" x="8269288" y="3771900"/>
          <p14:tracePt t="90399" x="8032750" y="4198938"/>
          <p14:tracePt t="90408" x="7926388" y="4344988"/>
          <p14:tracePt t="90418" x="7847013" y="4451350"/>
          <p14:tracePt t="90429" x="7785100" y="4508500"/>
          <p14:tracePt t="90449" x="7745413" y="4537075"/>
          <p14:tracePt t="90468" x="7740650" y="4537075"/>
          <p14:tracePt t="90489" x="7683500" y="4440238"/>
          <p14:tracePt t="90498" x="7583488" y="4278313"/>
          <p14:tracePt t="90509" x="7431088" y="4048125"/>
          <p14:tracePt t="90539" x="6862763" y="3136900"/>
          <p14:tracePt t="90558" x="6727825" y="2754313"/>
          <p14:tracePt t="90568" x="6723063" y="2647950"/>
          <p14:tracePt t="90599" x="6800850" y="2389188"/>
          <p14:tracePt t="90608" x="6858000" y="2333625"/>
          <p14:tracePt t="90628" x="7092950" y="2254250"/>
          <p14:tracePt t="90639" x="7289800" y="2220913"/>
          <p14:tracePt t="90658" x="7773988" y="2141538"/>
          <p14:tracePt t="90679" x="8307388" y="2051050"/>
          <p14:tracePt t="90689" x="8583613" y="2006600"/>
          <p14:tracePt t="90709" x="9112250" y="1916113"/>
          <p14:tracePt t="90718" x="9347200" y="1889125"/>
          <p14:tracePt t="90739" x="9685338" y="1871663"/>
          <p14:tracePt t="90748" x="9786938" y="1878013"/>
          <p14:tracePt t="90759" x="9893300" y="1911350"/>
          <p14:tracePt t="90789" x="10167938" y="2174875"/>
          <p14:tracePt t="90798" x="10252075" y="2344738"/>
          <p14:tracePt t="90818" x="10444163" y="2805113"/>
          <p14:tracePt t="90829" x="10556875" y="3092450"/>
          <p14:tracePt t="90849" x="10802938" y="3754438"/>
          <p14:tracePt t="90859" x="10904538" y="4070350"/>
          <p14:tracePt t="90878" x="10995025" y="4581525"/>
          <p14:tracePt t="90899" x="10983913" y="5048250"/>
          <p14:tracePt t="90908" x="10961688" y="5284788"/>
          <p14:tracePt t="90929" x="10875963" y="5694363"/>
          <p14:tracePt t="90939" x="10820400" y="5857875"/>
          <p14:tracePt t="90959" x="10691813" y="6099175"/>
          <p14:tracePt t="90989" x="10393363" y="6324600"/>
          <p14:tracePt t="90999" x="10247313" y="6397625"/>
          <p14:tracePt t="91019" x="9904413" y="6565900"/>
          <p14:tracePt t="91029" x="9725025" y="6661150"/>
          <p14:tracePt t="92309" x="0" y="0"/>
        </p14:tracePtLst>
        <p14:tracePtLst>
          <p14:tracePt t="162120" x="4676775" y="6515100"/>
          <p14:tracePt t="162309" x="5260975" y="6773863"/>
          <p14:tracePt t="162319" x="5699125" y="6723063"/>
          <p14:tracePt t="162349" x="7178675" y="6515100"/>
          <p14:tracePt t="162359" x="7548563" y="6413500"/>
          <p14:tracePt t="162379" x="8161338" y="6116638"/>
          <p14:tracePt t="162389" x="8415338" y="5935663"/>
          <p14:tracePt t="162409" x="8831263" y="5537200"/>
          <p14:tracePt t="162429" x="9039225" y="5227638"/>
          <p14:tracePt t="162449" x="9094788" y="5002213"/>
          <p14:tracePt t="162469" x="9050338" y="4705350"/>
          <p14:tracePt t="162492" x="8953500" y="4316413"/>
          <p14:tracePt t="162499" x="8942388" y="4243388"/>
          <p14:tracePt t="162519" x="8948738" y="4081463"/>
          <p14:tracePt t="162539" x="8977313" y="3973513"/>
          <p14:tracePt t="162549" x="8993188" y="3940175"/>
          <p14:tracePt t="162569" x="9021763" y="3895725"/>
          <p14:tracePt t="162579" x="9039225" y="3873500"/>
          <p14:tracePt t="162599" x="9061450" y="3856038"/>
          <p14:tracePt t="162609" x="9066213" y="3851275"/>
          <p14:tracePt t="162629" x="9072563" y="3851275"/>
          <p14:tracePt t="162639" x="9077325" y="3851275"/>
          <p14:tracePt t="162659" x="9077325" y="3844925"/>
          <p14:tracePt t="162679" x="9083675" y="3844925"/>
          <p14:tracePt t="162709" x="9105900" y="3838575"/>
          <p14:tracePt t="162729" x="9223375" y="3805238"/>
          <p14:tracePt t="162739" x="9313863" y="3778250"/>
          <p14:tracePt t="162759" x="9583738" y="3648075"/>
          <p14:tracePt t="162779" x="10017125" y="3462338"/>
          <p14:tracePt t="162799" x="10583863" y="3260725"/>
          <p14:tracePt t="162819" x="11096625" y="3041650"/>
          <p14:tracePt t="162829" x="11225213" y="2928938"/>
          <p14:tracePt t="162849" x="11291888" y="2787650"/>
          <p14:tracePt t="162869" x="11291888" y="2703513"/>
          <p14:tracePt t="162889" x="11236325" y="2608263"/>
          <p14:tracePt t="162909" x="11045825" y="2455863"/>
          <p14:tracePt t="162929" x="10685463" y="2243138"/>
          <p14:tracePt t="162939" x="10521950" y="2163763"/>
          <p14:tracePt t="162949" x="10375900" y="2090738"/>
          <p14:tracePt t="162959" x="10258425" y="2024063"/>
          <p14:tracePt t="162979" x="10055225" y="1882775"/>
          <p14:tracePt t="162999" x="9853613" y="1714500"/>
          <p14:tracePt t="163019" x="9663113" y="1550988"/>
          <p14:tracePt t="163039" x="9493250" y="1422400"/>
          <p14:tracePt t="163049" x="9398000" y="1365250"/>
          <p14:tracePt t="163059" x="9324975" y="1331913"/>
          <p14:tracePt t="163069" x="9263063" y="1309688"/>
          <p14:tracePt t="163099" x="9105900" y="1287463"/>
          <p14:tracePt t="163109" x="9066213" y="1287463"/>
          <p14:tracePt t="163129" x="8982075" y="1298575"/>
          <p14:tracePt t="163139" x="8937625" y="1320800"/>
          <p14:tracePt t="163159" x="8836025" y="1404938"/>
          <p14:tracePt t="163179" x="8689975" y="1585913"/>
          <p14:tracePt t="163199" x="8477250" y="1928813"/>
          <p14:tracePt t="163209" x="8364538" y="2136775"/>
          <p14:tracePt t="163229" x="8121650" y="2608263"/>
          <p14:tracePt t="163249" x="7948613" y="3092450"/>
          <p14:tracePt t="163269" x="7864475" y="3597275"/>
          <p14:tracePt t="163279" x="7840663" y="3844925"/>
          <p14:tracePt t="163299" x="7824788" y="4322763"/>
          <p14:tracePt t="163319" x="7824788" y="4806950"/>
          <p14:tracePt t="163329" x="7824788" y="5019675"/>
          <p14:tracePt t="163349" x="7869238" y="5345113"/>
          <p14:tracePt t="163359" x="7891463" y="5441950"/>
          <p14:tracePt t="163379" x="7926388" y="5519738"/>
          <p14:tracePt t="163389" x="7931150" y="5530850"/>
          <p14:tracePt t="163409" x="7959725" y="5537200"/>
          <p14:tracePt t="163429" x="8110538" y="5541963"/>
          <p14:tracePt t="163439" x="8335963" y="5530850"/>
          <p14:tracePt t="163449" x="8588375" y="5514975"/>
          <p14:tracePt t="163469" x="9021763" y="5446713"/>
          <p14:tracePt t="163489" x="9309100" y="5307013"/>
          <p14:tracePt t="163509" x="9634538" y="5081588"/>
          <p14:tracePt t="163529" x="10083800" y="4756150"/>
          <p14:tracePt t="163549" x="10494963" y="4395788"/>
          <p14:tracePt t="163569" x="10780713" y="4013200"/>
          <p14:tracePt t="163579" x="10871200" y="3811588"/>
          <p14:tracePt t="163589" x="10933113" y="3603625"/>
          <p14:tracePt t="163599" x="10961688" y="3406775"/>
          <p14:tracePt t="163619" x="10926763" y="3019425"/>
          <p14:tracePt t="163639" x="10787063" y="2663825"/>
          <p14:tracePt t="163659" x="10618788" y="2417763"/>
          <p14:tracePt t="163679" x="10448925" y="2293938"/>
          <p14:tracePt t="163689" x="10360025" y="2259013"/>
          <p14:tracePt t="163709" x="10106025" y="2209800"/>
          <p14:tracePt t="163729" x="9729788" y="2181225"/>
          <p14:tracePt t="163749" x="9263063" y="2174875"/>
          <p14:tracePt t="163769" x="8718550" y="2181225"/>
          <p14:tracePt t="163789" x="8054975" y="2198688"/>
          <p14:tracePt t="163799" x="7729538" y="2225675"/>
          <p14:tracePt t="163819" x="7223125" y="2355850"/>
          <p14:tracePt t="163849" x="6924675" y="2590800"/>
          <p14:tracePt t="163869" x="6908800" y="2743200"/>
          <p14:tracePt t="163889" x="6942138" y="2990850"/>
          <p14:tracePt t="163909" x="7019925" y="3322638"/>
          <p14:tracePt t="163919" x="7105650" y="3546475"/>
          <p14:tracePt t="163929" x="7212013" y="3749675"/>
          <p14:tracePt t="163949" x="7521575" y="4159250"/>
          <p14:tracePt t="163969" x="7785100" y="4435475"/>
          <p14:tracePt t="163989" x="7913688" y="4570413"/>
          <p14:tracePt t="163999" x="7942263" y="4610100"/>
          <p14:tracePt t="164019" x="7975600" y="4654550"/>
          <p14:tracePt t="164039" x="7999413" y="4694238"/>
          <p14:tracePt t="164049" x="8010525" y="4705350"/>
          <p14:tracePt t="164069" x="8010525" y="4716463"/>
          <p14:tracePt t="164079" x="8015288" y="4716463"/>
          <p14:tracePt t="164109" x="8032750" y="4738688"/>
          <p14:tracePt t="164129" x="8134350" y="4845050"/>
          <p14:tracePt t="164130" x="8150225" y="4856163"/>
          <p14:tracePt t="164159" x="8285163" y="5019675"/>
          <p14:tracePt t="164179" x="8335963" y="5092700"/>
          <p14:tracePt t="164189" x="8347075" y="5110163"/>
          <p14:tracePt t="164209" x="8364538" y="5143500"/>
          <p14:tracePt t="164219" x="8369300" y="5160963"/>
          <p14:tracePt t="164229" x="8369300" y="5165725"/>
          <p14:tracePt t="164239" x="8375650" y="5172075"/>
          <p14:tracePt t="164259" x="8375650" y="5176838"/>
          <p14:tracePt t="164299" x="8375650" y="5183188"/>
          <p14:tracePt t="164369" x="8391525" y="5199063"/>
          <p14:tracePt t="164379" x="8426450" y="5222875"/>
          <p14:tracePt t="164409" x="8780463" y="5384800"/>
          <p14:tracePt t="164429" x="9280525" y="5570538"/>
          <p14:tracePt t="164439" x="9578975" y="5665788"/>
          <p14:tracePt t="164449" x="9831388" y="5727700"/>
          <p14:tracePt t="164459" x="10006013" y="5762625"/>
          <p14:tracePt t="164479" x="10101263" y="5773738"/>
          <p14:tracePt t="164499" x="10106025" y="5773738"/>
          <p14:tracePt t="164529" x="10112375" y="5773738"/>
          <p14:tracePt t="166249" x="10117138" y="5795963"/>
          <p14:tracePt t="166259" x="10134600" y="5822950"/>
          <p14:tracePt t="166279" x="10145713" y="5846763"/>
          <p14:tracePt t="166289" x="10145713" y="5851525"/>
          <p14:tracePt t="166309" x="10152063" y="5862638"/>
          <p14:tracePt t="166329" x="10152063" y="5891213"/>
          <p14:tracePt t="166349" x="10145713" y="5924550"/>
          <p14:tracePt t="166359" x="10134600" y="5935663"/>
          <p14:tracePt t="166379" x="10117138" y="5957888"/>
          <p14:tracePt t="166389" x="10106025" y="5964238"/>
          <p14:tracePt t="166399" x="10094913" y="5981700"/>
          <p14:tracePt t="166419" x="10028238" y="6019800"/>
          <p14:tracePt t="166439" x="9859963" y="6037263"/>
          <p14:tracePt t="166449" x="9713913" y="6043613"/>
          <p14:tracePt t="166469" x="9236075" y="6043613"/>
          <p14:tracePt t="166489" x="8696325" y="6026150"/>
          <p14:tracePt t="166499" x="8402638" y="6008688"/>
          <p14:tracePt t="166519" x="7858125" y="5981700"/>
          <p14:tracePt t="166539" x="7510463" y="5970588"/>
          <p14:tracePt t="166549" x="7435850" y="5970588"/>
          <p14:tracePt t="166569" x="7408863" y="5970588"/>
          <p14:tracePt t="166700" x="7442200" y="5992813"/>
          <p14:tracePt t="166709" x="7453313" y="5997575"/>
          <p14:tracePt t="166729" x="7486650" y="6019800"/>
          <p14:tracePt t="166739" x="7515225" y="6043613"/>
          <p14:tracePt t="166759" x="7599363" y="6092825"/>
          <p14:tracePt t="166779" x="7718425" y="6154738"/>
          <p14:tracePt t="166799" x="7807325" y="6189663"/>
          <p14:tracePt t="166819" x="7886700" y="6227763"/>
          <p14:tracePt t="166829" x="7937500" y="6256338"/>
          <p14:tracePt t="166849" x="8083550" y="6335713"/>
          <p14:tracePt t="166859" x="8172450" y="6380163"/>
          <p14:tracePt t="166879" x="8324850" y="6442075"/>
          <p14:tracePt t="166889" x="8369300" y="6464300"/>
          <p14:tracePt t="166909" x="8397875" y="6475413"/>
          <p14:tracePt t="166929" x="8402638" y="6481763"/>
          <p14:tracePt t="176119" x="8459788" y="6448425"/>
          <p14:tracePt t="176130" x="8583613" y="6329363"/>
          <p14:tracePt t="176149" x="8869363" y="6065838"/>
          <p14:tracePt t="176169" x="9263063" y="5683250"/>
          <p14:tracePt t="176189" x="9769475" y="5210175"/>
          <p14:tracePt t="176209" x="10225088" y="4756150"/>
          <p14:tracePt t="176219" x="10426700" y="4530725"/>
          <p14:tracePt t="176239" x="10842625" y="4114800"/>
          <p14:tracePt t="176259" x="11242675" y="3794125"/>
          <p14:tracePt t="176279" x="11528425" y="3670300"/>
          <p14:tracePt t="176299" x="11685588" y="3654425"/>
          <p14:tracePt t="176319" x="11696700" y="3654425"/>
          <p14:tracePt t="176329" x="11703050" y="3654425"/>
          <p14:tracePt t="176349" x="11714163" y="3687763"/>
          <p14:tracePt t="176369" x="11720513" y="3867150"/>
          <p14:tracePt t="176389" x="11623675" y="4125913"/>
          <p14:tracePt t="176409" x="11455400" y="4530725"/>
          <p14:tracePt t="176429" x="11291888" y="4856163"/>
          <p14:tracePt t="176439" x="11231563" y="4986338"/>
          <p14:tracePt t="176449" x="11185525" y="5087938"/>
          <p14:tracePt t="176459" x="11141075" y="5165725"/>
          <p14:tracePt t="176479" x="11050588" y="5238750"/>
          <p14:tracePt t="176512" x="10848975" y="5256213"/>
          <p14:tracePt t="176529" x="10775950" y="5227638"/>
          <p14:tracePt t="176549" x="10641013" y="5132388"/>
          <p14:tracePt t="176569" x="10320338" y="4906963"/>
          <p14:tracePt t="176599" x="9802813" y="4581525"/>
          <p14:tracePt t="176609" x="9667875" y="4497388"/>
          <p14:tracePt t="176629" x="9448800" y="4329113"/>
          <p14:tracePt t="176639" x="9371013" y="4243388"/>
          <p14:tracePt t="176649" x="9331325" y="4187825"/>
          <p14:tracePt t="176669" x="9285288" y="4137025"/>
          <p14:tracePt t="176679" x="9269413" y="4114800"/>
          <p14:tracePt t="176709" x="9223375" y="4035425"/>
          <p14:tracePt t="176719" x="9201150" y="3990975"/>
          <p14:tracePt t="176739" x="9112250" y="3873500"/>
          <p14:tracePt t="176749" x="9055100" y="3816350"/>
          <p14:tracePt t="176769" x="8948738" y="3709988"/>
          <p14:tracePt t="176789" x="8842375" y="3608388"/>
          <p14:tracePt t="176799" x="8763000" y="3535363"/>
          <p14:tracePt t="176819" x="8470900" y="3300413"/>
          <p14:tracePt t="176829" x="8285163" y="3170238"/>
          <p14:tracePt t="176849" x="7937500" y="2922588"/>
          <p14:tracePt t="176869" x="7813675" y="2844800"/>
          <p14:tracePt t="176889" x="7807325" y="2833688"/>
          <p14:tracePt t="176919" x="7807325" y="2827338"/>
          <p14:tracePt t="176949" x="7858125" y="2822575"/>
          <p14:tracePt t="176969" x="8061325" y="2833688"/>
          <p14:tracePt t="176989" x="8488363" y="2962275"/>
          <p14:tracePt t="177009" x="8842375" y="3141663"/>
          <p14:tracePt t="177029" x="8966200" y="3238500"/>
          <p14:tracePt t="177049" x="9004300" y="3322638"/>
          <p14:tracePt t="177069" x="9032875" y="3446463"/>
          <p14:tracePt t="177079" x="9032875" y="3484563"/>
          <p14:tracePt t="177089" x="9032875" y="3490913"/>
          <p14:tracePt t="177099" x="9032875" y="3495675"/>
          <p14:tracePt t="177119" x="9032875" y="3502025"/>
          <p14:tracePt t="177139" x="9043988" y="3457575"/>
          <p14:tracePt t="177149" x="9055100" y="3389313"/>
          <p14:tracePt t="177169" x="9066213" y="3232150"/>
          <p14:tracePt t="177189" x="9077325" y="3074988"/>
          <p14:tracePt t="177209" x="9088438" y="2984500"/>
          <p14:tracePt t="177229" x="9094788" y="2933700"/>
          <p14:tracePt t="177249" x="9083675" y="2884488"/>
          <p14:tracePt t="177269" x="9061450" y="2844800"/>
          <p14:tracePt t="177289" x="9032875" y="2822575"/>
          <p14:tracePt t="177299" x="9015413" y="2809875"/>
          <p14:tracePt t="177340" x="9010650" y="2809875"/>
          <p14:tracePt t="177370" x="9066213" y="2809875"/>
          <p14:tracePt t="177380" x="9167813" y="2805113"/>
          <p14:tracePt t="177399" x="9398000" y="2798763"/>
          <p14:tracePt t="177419" x="9645650" y="2765425"/>
          <p14:tracePt t="177429" x="9740900" y="2743200"/>
          <p14:tracePt t="177449" x="9853613" y="2709863"/>
          <p14:tracePt t="177469" x="9859963" y="2703513"/>
          <p14:tracePt t="177489" x="9864725" y="2703513"/>
          <p14:tracePt t="177509" x="9864725" y="2714625"/>
          <p14:tracePt t="177529" x="9893300" y="2833688"/>
          <p14:tracePt t="177539" x="9909175" y="2895600"/>
          <p14:tracePt t="177559" x="9944100" y="3103563"/>
          <p14:tracePt t="177579" x="9955213" y="3316288"/>
          <p14:tracePt t="177599" x="9955213" y="3557588"/>
          <p14:tracePt t="177609" x="9955213" y="3681413"/>
          <p14:tracePt t="177629" x="9909175" y="3889375"/>
          <p14:tracePt t="177639" x="9871075" y="3968750"/>
          <p14:tracePt t="177649" x="9820275" y="4030663"/>
          <p14:tracePt t="177669" x="9701213" y="4114800"/>
          <p14:tracePt t="177689" x="9601200" y="4187825"/>
          <p14:tracePt t="177709" x="9504363" y="4300538"/>
          <p14:tracePt t="177719" x="9444038" y="4367213"/>
          <p14:tracePt t="177739" x="9296400" y="4541838"/>
          <p14:tracePt t="177749" x="9201150" y="4632325"/>
          <p14:tracePt t="177769" x="9004300" y="4845050"/>
          <p14:tracePt t="177789" x="8796338" y="5030788"/>
          <p14:tracePt t="177799" x="8701088" y="5110163"/>
          <p14:tracePt t="177819" x="8583613" y="5199063"/>
          <p14:tracePt t="177829" x="8572500" y="5205413"/>
          <p14:tracePt t="177849" x="8566150" y="5210175"/>
          <p14:tracePt t="177869" x="8550275" y="5132388"/>
          <p14:tracePt t="177889" x="8482013" y="4895850"/>
          <p14:tracePt t="177909" x="8437563" y="4637088"/>
          <p14:tracePt t="177929" x="8464550" y="4344988"/>
          <p14:tracePt t="177939" x="8504238" y="4132263"/>
          <p14:tracePt t="177949" x="8543925" y="3906838"/>
          <p14:tracePt t="177959" x="8577263" y="3687763"/>
          <p14:tracePt t="177979" x="8650288" y="3152775"/>
          <p14:tracePt t="177999" x="8672513" y="2641600"/>
          <p14:tracePt t="178019" x="8672513" y="2225675"/>
          <p14:tracePt t="178039" x="8723313" y="1866900"/>
          <p14:tracePt t="178049" x="8769350" y="1681163"/>
          <p14:tracePt t="178069" x="8858250" y="1404938"/>
          <p14:tracePt t="178099" x="9207500" y="1327150"/>
          <p14:tracePt t="178109" x="9409113" y="1389063"/>
          <p14:tracePt t="178129" x="9769475" y="1641475"/>
          <p14:tracePt t="178130" x="9798050" y="1674813"/>
          <p14:tracePt t="178149" x="10072688" y="2068513"/>
          <p14:tracePt t="178169" x="10325100" y="2590800"/>
          <p14:tracePt t="178179" x="10410825" y="2849563"/>
          <p14:tracePt t="178209" x="10382250" y="3451225"/>
          <p14:tracePt t="178219" x="10291763" y="3687763"/>
          <p14:tracePt t="178239" x="10028238" y="4210050"/>
          <p14:tracePt t="178249" x="9847263" y="4457700"/>
          <p14:tracePt t="178269" x="9415463" y="4906963"/>
          <p14:tracePt t="178289" x="8864600" y="5194300"/>
          <p14:tracePt t="178299" x="8572500" y="5278438"/>
          <p14:tracePt t="178300" x="8515350" y="5289550"/>
          <p14:tracePt t="178319" x="8105775" y="5334000"/>
          <p14:tracePt t="178329" x="7981950" y="5318125"/>
          <p14:tracePt t="178349" x="7908925" y="5222875"/>
          <p14:tracePt t="178369" x="7853363" y="5008563"/>
          <p14:tracePt t="178389" x="7802563" y="4694238"/>
          <p14:tracePt t="178409" x="7785100" y="4344988"/>
          <p14:tracePt t="178429" x="7813675" y="4008438"/>
          <p14:tracePt t="178439" x="7835900" y="3844925"/>
          <p14:tracePt t="178449" x="7858125" y="3681413"/>
          <p14:tracePt t="178469" x="7908925" y="3378200"/>
          <p14:tracePt t="178489" x="7959725" y="3148013"/>
          <p14:tracePt t="178509" x="8072438" y="3006725"/>
          <p14:tracePt t="178529" x="8269288" y="2940050"/>
          <p14:tracePt t="178549" x="8526463" y="2928938"/>
          <p14:tracePt t="178569" x="8813800" y="2973388"/>
          <p14:tracePt t="178579" x="8977313" y="3035300"/>
          <p14:tracePt t="178589" x="9139238" y="3108325"/>
          <p14:tracePt t="178599" x="9324975" y="3214688"/>
          <p14:tracePt t="178619" x="9634538" y="3490913"/>
          <p14:tracePt t="178639" x="9886950" y="3827463"/>
          <p14:tracePt t="178649" x="9999663" y="4024313"/>
          <p14:tracePt t="178669" x="10140950" y="4356100"/>
          <p14:tracePt t="178689" x="10163175" y="4519613"/>
          <p14:tracePt t="178709" x="10106025" y="4621213"/>
          <p14:tracePt t="178729" x="10021888" y="4710113"/>
          <p14:tracePt t="178749" x="9926638" y="4783138"/>
          <p14:tracePt t="178769" x="9831388" y="4794250"/>
          <p14:tracePt t="178789" x="9740900" y="4767263"/>
          <p14:tracePt t="178799" x="9652000" y="4716463"/>
          <p14:tracePt t="178809" x="9504363" y="4614863"/>
          <p14:tracePt t="178819" x="9336088" y="4491038"/>
          <p14:tracePt t="178849" x="8926513" y="4092575"/>
          <p14:tracePt t="178869" x="8875713" y="3957638"/>
          <p14:tracePt t="178889" x="8897938" y="3884613"/>
          <p14:tracePt t="178899" x="8937625" y="3862388"/>
          <p14:tracePt t="178919" x="9021763" y="3827463"/>
          <p14:tracePt t="178929" x="9061450" y="3822700"/>
          <p14:tracePt t="178949" x="9167813" y="3816350"/>
          <p14:tracePt t="178969" x="9482138" y="3889375"/>
          <p14:tracePt t="178989" x="9893300" y="3973513"/>
          <p14:tracePt t="178999" x="10067925" y="4008438"/>
          <p14:tracePt t="179019" x="10309225" y="4035425"/>
          <p14:tracePt t="179029" x="10393363" y="4035425"/>
          <p14:tracePt t="179039" x="10466388" y="4035425"/>
          <p14:tracePt t="179059" x="10561638" y="4035425"/>
          <p14:tracePt t="179079" x="10590213" y="4030663"/>
          <p14:tracePt t="179099" x="10601325" y="4024313"/>
          <p14:tracePt t="179109" x="10612438" y="4008438"/>
          <p14:tracePt t="179129" x="10634663" y="3986213"/>
          <p14:tracePt t="179149" x="10656888" y="3957638"/>
          <p14:tracePt t="179170" x="10718800" y="3913188"/>
          <p14:tracePt t="179170" x="10725150" y="3913188"/>
          <p14:tracePt t="179189" x="10842625" y="3838575"/>
          <p14:tracePt t="179209" x="10999788" y="3765550"/>
          <p14:tracePt t="179219" x="11079163" y="3732213"/>
          <p14:tracePt t="179229" x="11156950" y="3698875"/>
          <p14:tracePt t="179249" x="11291888" y="3654425"/>
          <p14:tracePt t="179269" x="11331575" y="3636963"/>
          <p14:tracePt t="179289" x="11342688" y="3636963"/>
          <p14:tracePt t="179399" x="11342688" y="3630613"/>
          <p14:tracePt t="219260" x="11371263" y="3581400"/>
          <p14:tracePt t="219278" x="11539538" y="3530600"/>
          <p14:tracePt t="219290" x="11849100" y="3586163"/>
          <p14:tracePt t="219570" x="5260975" y="5289550"/>
          <p14:tracePt t="219590" x="3630613" y="3659188"/>
          <p14:tracePt t="219609" x="2170113" y="1990725"/>
          <p14:tracePt t="219629" x="652463" y="128588"/>
        </p14:tracePtLst>
      </p14:laserTraceLst>
    </p:ext>
  </p:extLst>
</p:sld>
</file>

<file path=ppt/theme/theme1.xml><?xml version="1.0" encoding="utf-8"?>
<a:theme xmlns:a="http://schemas.openxmlformats.org/drawingml/2006/main" name="Custom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www.w3.org/XML/1998/namespace"/>
    <ds:schemaRef ds:uri="http://purl.org/dc/terms/"/>
    <ds:schemaRef ds:uri="16c05727-aa75-4e4a-9b5f-8a80a1165891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230e9df3-be65-4c73-a93b-d1236ebd677e"/>
    <ds:schemaRef ds:uri="71af3243-3dd4-4a8d-8c0d-dd76da1f02a5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{5D393DFC-1BBF-40D3-AD94-4284BE9CF5C4}TF1ed9553b-00c4-4092-846a-c8f7f2908f3beecd942f_win32-8e33096c3cfc</Template>
  <TotalTime>539</TotalTime>
  <Words>896</Words>
  <Application>Microsoft Office PowerPoint</Application>
  <PresentationFormat>Widescreen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Gill Sans Nova Light</vt:lpstr>
      <vt:lpstr>Sagona Book</vt:lpstr>
      <vt:lpstr>Custom</vt:lpstr>
      <vt:lpstr>Psychological Issues in Death &amp; Dying</vt:lpstr>
      <vt:lpstr>Important Note</vt:lpstr>
      <vt:lpstr>Death in Childhood</vt:lpstr>
      <vt:lpstr>Death in Adolescent, Young, and Middle Adults</vt:lpstr>
      <vt:lpstr>PowerPoint Presentation</vt:lpstr>
      <vt:lpstr>Death in Older Adults</vt:lpstr>
      <vt:lpstr>PowerPoint Presentation</vt:lpstr>
      <vt:lpstr>Legalities of Terminal Illness</vt:lpstr>
      <vt:lpstr>Issues in Advancing Illness</vt:lpstr>
      <vt:lpstr>Grief and Processing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12 – Psychological Issues in Death &amp; Dying</dc:title>
  <dc:creator>Scheuler, Bryanna</dc:creator>
  <cp:lastModifiedBy>Bryanna Scheuler</cp:lastModifiedBy>
  <cp:revision>15</cp:revision>
  <dcterms:created xsi:type="dcterms:W3CDTF">2025-10-29T06:28:47Z</dcterms:created>
  <dcterms:modified xsi:type="dcterms:W3CDTF">2026-08-16T23:24:35Z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