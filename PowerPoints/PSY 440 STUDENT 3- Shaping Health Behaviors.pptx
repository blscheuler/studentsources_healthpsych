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28"/>
  </p:notesMasterIdLst>
  <p:handoutMasterIdLst>
    <p:handoutMasterId r:id="rId29"/>
  </p:handoutMasterIdLst>
  <p:sldIdLst>
    <p:sldId id="325" r:id="rId5"/>
    <p:sldId id="360" r:id="rId6"/>
    <p:sldId id="344" r:id="rId7"/>
    <p:sldId id="345" r:id="rId8"/>
    <p:sldId id="343" r:id="rId9"/>
    <p:sldId id="361" r:id="rId10"/>
    <p:sldId id="346" r:id="rId11"/>
    <p:sldId id="348" r:id="rId12"/>
    <p:sldId id="351" r:id="rId13"/>
    <p:sldId id="357" r:id="rId14"/>
    <p:sldId id="347" r:id="rId15"/>
    <p:sldId id="353" r:id="rId16"/>
    <p:sldId id="356" r:id="rId17"/>
    <p:sldId id="352" r:id="rId18"/>
    <p:sldId id="354" r:id="rId19"/>
    <p:sldId id="349" r:id="rId20"/>
    <p:sldId id="358" r:id="rId21"/>
    <p:sldId id="362" r:id="rId22"/>
    <p:sldId id="355" r:id="rId23"/>
    <p:sldId id="363" r:id="rId24"/>
    <p:sldId id="359" r:id="rId25"/>
    <p:sldId id="364" r:id="rId26"/>
    <p:sldId id="34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D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6068" autoAdjust="0"/>
  </p:normalViewPr>
  <p:slideViewPr>
    <p:cSldViewPr snapToGrid="0">
      <p:cViewPr varScale="1">
        <p:scale>
          <a:sx n="110" d="100"/>
          <a:sy n="110" d="100"/>
        </p:scale>
        <p:origin x="114" y="696"/>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380155-4B53-441C-B420-10187C5CBD7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31044D8-B2DD-4EB6-BF7F-2EF9444962DD}">
      <dgm:prSet/>
      <dgm:spPr/>
      <dgm:t>
        <a:bodyPr/>
        <a:lstStyle/>
        <a:p>
          <a:r>
            <a:rPr lang="en-US" b="1"/>
            <a:t>Health behavior</a:t>
          </a:r>
          <a:r>
            <a:rPr lang="en-US"/>
            <a:t> – a behavior undertaken by people to enhance/ maintain their health</a:t>
          </a:r>
        </a:p>
      </dgm:t>
    </dgm:pt>
    <dgm:pt modelId="{D2835982-117C-4859-97A9-57EAEC13B0EB}" type="parTrans" cxnId="{E410F05C-D89E-404C-89A5-EA8615DEBC98}">
      <dgm:prSet/>
      <dgm:spPr/>
      <dgm:t>
        <a:bodyPr/>
        <a:lstStyle/>
        <a:p>
          <a:endParaRPr lang="en-US"/>
        </a:p>
      </dgm:t>
    </dgm:pt>
    <dgm:pt modelId="{5CE00257-CCDE-4721-A791-F411E6321454}" type="sibTrans" cxnId="{E410F05C-D89E-404C-89A5-EA8615DEBC98}">
      <dgm:prSet/>
      <dgm:spPr/>
      <dgm:t>
        <a:bodyPr/>
        <a:lstStyle/>
        <a:p>
          <a:endParaRPr lang="en-US"/>
        </a:p>
      </dgm:t>
    </dgm:pt>
    <dgm:pt modelId="{11F22CCC-DC0C-4549-826C-7BFE279DB935}">
      <dgm:prSet/>
      <dgm:spPr/>
      <dgm:t>
        <a:bodyPr/>
        <a:lstStyle/>
        <a:p>
          <a:r>
            <a:rPr lang="en-US" b="1"/>
            <a:t>Health habit </a:t>
          </a:r>
          <a:r>
            <a:rPr lang="en-US"/>
            <a:t>– a health behavior that is firmly established and maintained automatically</a:t>
          </a:r>
        </a:p>
      </dgm:t>
    </dgm:pt>
    <dgm:pt modelId="{F915D580-6555-4F4F-A1A1-88EED035DFF1}" type="parTrans" cxnId="{AF124EA2-F418-4DFE-9392-1B59A5CC7AB2}">
      <dgm:prSet/>
      <dgm:spPr/>
      <dgm:t>
        <a:bodyPr/>
        <a:lstStyle/>
        <a:p>
          <a:endParaRPr lang="en-US"/>
        </a:p>
      </dgm:t>
    </dgm:pt>
    <dgm:pt modelId="{243D1EF4-A15D-46DA-872E-8001C726E00F}" type="sibTrans" cxnId="{AF124EA2-F418-4DFE-9392-1B59A5CC7AB2}">
      <dgm:prSet/>
      <dgm:spPr/>
      <dgm:t>
        <a:bodyPr/>
        <a:lstStyle/>
        <a:p>
          <a:endParaRPr lang="en-US"/>
        </a:p>
      </dgm:t>
    </dgm:pt>
    <dgm:pt modelId="{CE46AA7C-AE86-4059-91BB-55A8BE024044}">
      <dgm:prSet/>
      <dgm:spPr/>
      <dgm:t>
        <a:bodyPr/>
        <a:lstStyle/>
        <a:p>
          <a:r>
            <a:rPr lang="en-US" b="1" dirty="0"/>
            <a:t>Health promotion</a:t>
          </a:r>
          <a:r>
            <a:rPr lang="en-US" dirty="0"/>
            <a:t> – a process of enabling people to increase their knowledge and control over their health</a:t>
          </a:r>
        </a:p>
      </dgm:t>
    </dgm:pt>
    <dgm:pt modelId="{BB0EA882-5856-4B65-8B1B-41E8BB803557}" type="parTrans" cxnId="{A66EA340-99B8-4B42-9A2D-A95F5DA07043}">
      <dgm:prSet/>
      <dgm:spPr/>
      <dgm:t>
        <a:bodyPr/>
        <a:lstStyle/>
        <a:p>
          <a:endParaRPr lang="en-US"/>
        </a:p>
      </dgm:t>
    </dgm:pt>
    <dgm:pt modelId="{D3674AA5-3240-4D52-AC46-00765BE97B19}" type="sibTrans" cxnId="{A66EA340-99B8-4B42-9A2D-A95F5DA07043}">
      <dgm:prSet/>
      <dgm:spPr/>
      <dgm:t>
        <a:bodyPr/>
        <a:lstStyle/>
        <a:p>
          <a:endParaRPr lang="en-US"/>
        </a:p>
      </dgm:t>
    </dgm:pt>
    <dgm:pt modelId="{62C6035D-07F2-4026-95DA-F715415CB872}">
      <dgm:prSet/>
      <dgm:spPr/>
      <dgm:t>
        <a:bodyPr/>
        <a:lstStyle/>
        <a:p>
          <a:r>
            <a:rPr lang="en-US" b="1"/>
            <a:t>Primary prevention</a:t>
          </a:r>
          <a:r>
            <a:rPr lang="en-US"/>
            <a:t> – taking measures to combat risk factors for an illness before it has a chance to develop</a:t>
          </a:r>
        </a:p>
      </dgm:t>
    </dgm:pt>
    <dgm:pt modelId="{8025FBE2-167F-4634-A206-294CF9FC8A1E}" type="parTrans" cxnId="{1D2CF41E-D4E7-4E0B-AEA5-25037956D70A}">
      <dgm:prSet/>
      <dgm:spPr/>
      <dgm:t>
        <a:bodyPr/>
        <a:lstStyle/>
        <a:p>
          <a:endParaRPr lang="en-US"/>
        </a:p>
      </dgm:t>
    </dgm:pt>
    <dgm:pt modelId="{3ED564D3-CF61-4A81-A09C-0E6EC38C4058}" type="sibTrans" cxnId="{1D2CF41E-D4E7-4E0B-AEA5-25037956D70A}">
      <dgm:prSet/>
      <dgm:spPr/>
      <dgm:t>
        <a:bodyPr/>
        <a:lstStyle/>
        <a:p>
          <a:endParaRPr lang="en-US"/>
        </a:p>
      </dgm:t>
    </dgm:pt>
    <dgm:pt modelId="{F09E09D0-76E3-443A-AC6A-D3DD0A392027}">
      <dgm:prSet/>
      <dgm:spPr/>
      <dgm:t>
        <a:bodyPr/>
        <a:lstStyle/>
        <a:p>
          <a:r>
            <a:rPr lang="en-US" b="1" dirty="0"/>
            <a:t>Self-efficacy</a:t>
          </a:r>
          <a:r>
            <a:rPr lang="en-US" dirty="0"/>
            <a:t> – the belief that one can control one’s practice of a behavior</a:t>
          </a:r>
        </a:p>
      </dgm:t>
    </dgm:pt>
    <dgm:pt modelId="{C9BAA921-2C76-46A8-8249-52A26074D974}" type="parTrans" cxnId="{D8249F00-11FD-406C-B78B-B49E9EEA30F5}">
      <dgm:prSet/>
      <dgm:spPr/>
      <dgm:t>
        <a:bodyPr/>
        <a:lstStyle/>
        <a:p>
          <a:endParaRPr lang="en-US"/>
        </a:p>
      </dgm:t>
    </dgm:pt>
    <dgm:pt modelId="{805105AE-9349-488D-8B72-C7C756AB43AB}" type="sibTrans" cxnId="{D8249F00-11FD-406C-B78B-B49E9EEA30F5}">
      <dgm:prSet/>
      <dgm:spPr/>
      <dgm:t>
        <a:bodyPr/>
        <a:lstStyle/>
        <a:p>
          <a:endParaRPr lang="en-US"/>
        </a:p>
      </dgm:t>
    </dgm:pt>
    <dgm:pt modelId="{ADA40197-A8C2-4933-85F2-87D427A31E68}">
      <dgm:prSet/>
      <dgm:spPr/>
      <dgm:t>
        <a:bodyPr/>
        <a:lstStyle/>
        <a:p>
          <a:r>
            <a:rPr lang="en-US" b="1"/>
            <a:t>Perceived barriers</a:t>
          </a:r>
          <a:r>
            <a:rPr lang="en-US"/>
            <a:t> – aspects of one’s life that interfere with practicing good health behaviors (e.g., safety of location, work requirements, insurance access, etc.)</a:t>
          </a:r>
        </a:p>
      </dgm:t>
    </dgm:pt>
    <dgm:pt modelId="{9BD10528-65E9-42B5-B650-983A0E283E0C}" type="parTrans" cxnId="{A83EE1D9-C888-46E5-B767-F3BBD2D95D55}">
      <dgm:prSet/>
      <dgm:spPr/>
      <dgm:t>
        <a:bodyPr/>
        <a:lstStyle/>
        <a:p>
          <a:endParaRPr lang="en-US"/>
        </a:p>
      </dgm:t>
    </dgm:pt>
    <dgm:pt modelId="{4ABFC2F0-1A8F-49DE-B581-0B933A615DE9}" type="sibTrans" cxnId="{A83EE1D9-C888-46E5-B767-F3BBD2D95D55}">
      <dgm:prSet/>
      <dgm:spPr/>
      <dgm:t>
        <a:bodyPr/>
        <a:lstStyle/>
        <a:p>
          <a:endParaRPr lang="en-US"/>
        </a:p>
      </dgm:t>
    </dgm:pt>
    <dgm:pt modelId="{108B51BB-200D-4EEE-97D3-5D3A20024441}" type="pres">
      <dgm:prSet presAssocID="{EA380155-4B53-441C-B420-10187C5CBD7F}" presName="vert0" presStyleCnt="0">
        <dgm:presLayoutVars>
          <dgm:dir/>
          <dgm:animOne val="branch"/>
          <dgm:animLvl val="lvl"/>
        </dgm:presLayoutVars>
      </dgm:prSet>
      <dgm:spPr/>
    </dgm:pt>
    <dgm:pt modelId="{5AF7CBE7-1CC8-4173-BB7F-6041EB92E331}" type="pres">
      <dgm:prSet presAssocID="{B31044D8-B2DD-4EB6-BF7F-2EF9444962DD}" presName="thickLine" presStyleLbl="alignNode1" presStyleIdx="0" presStyleCnt="6"/>
      <dgm:spPr/>
    </dgm:pt>
    <dgm:pt modelId="{6F8004D2-F014-4E19-90AF-88786EBDDCDB}" type="pres">
      <dgm:prSet presAssocID="{B31044D8-B2DD-4EB6-BF7F-2EF9444962DD}" presName="horz1" presStyleCnt="0"/>
      <dgm:spPr/>
    </dgm:pt>
    <dgm:pt modelId="{9737B7E1-B085-45F9-824D-703CEB3D77BA}" type="pres">
      <dgm:prSet presAssocID="{B31044D8-B2DD-4EB6-BF7F-2EF9444962DD}" presName="tx1" presStyleLbl="revTx" presStyleIdx="0" presStyleCnt="6"/>
      <dgm:spPr/>
    </dgm:pt>
    <dgm:pt modelId="{273D9F35-CF27-4EC5-B59C-6D3EBACB8679}" type="pres">
      <dgm:prSet presAssocID="{B31044D8-B2DD-4EB6-BF7F-2EF9444962DD}" presName="vert1" presStyleCnt="0"/>
      <dgm:spPr/>
    </dgm:pt>
    <dgm:pt modelId="{D1E85A95-5E52-40A2-8899-72FA7DF38A6C}" type="pres">
      <dgm:prSet presAssocID="{11F22CCC-DC0C-4549-826C-7BFE279DB935}" presName="thickLine" presStyleLbl="alignNode1" presStyleIdx="1" presStyleCnt="6"/>
      <dgm:spPr/>
    </dgm:pt>
    <dgm:pt modelId="{0C4CA857-FC8A-4999-B6D4-169D0E01ED2B}" type="pres">
      <dgm:prSet presAssocID="{11F22CCC-DC0C-4549-826C-7BFE279DB935}" presName="horz1" presStyleCnt="0"/>
      <dgm:spPr/>
    </dgm:pt>
    <dgm:pt modelId="{94D9AACF-3FAF-4CE3-95BD-D051DC12DB6A}" type="pres">
      <dgm:prSet presAssocID="{11F22CCC-DC0C-4549-826C-7BFE279DB935}" presName="tx1" presStyleLbl="revTx" presStyleIdx="1" presStyleCnt="6"/>
      <dgm:spPr/>
    </dgm:pt>
    <dgm:pt modelId="{653C2A48-E68B-449A-A843-006E758A8F87}" type="pres">
      <dgm:prSet presAssocID="{11F22CCC-DC0C-4549-826C-7BFE279DB935}" presName="vert1" presStyleCnt="0"/>
      <dgm:spPr/>
    </dgm:pt>
    <dgm:pt modelId="{D8F5266C-7CA6-41C6-BC8E-10E9BA2AB08B}" type="pres">
      <dgm:prSet presAssocID="{CE46AA7C-AE86-4059-91BB-55A8BE024044}" presName="thickLine" presStyleLbl="alignNode1" presStyleIdx="2" presStyleCnt="6"/>
      <dgm:spPr/>
    </dgm:pt>
    <dgm:pt modelId="{907841B2-1E4E-41E7-B5D1-B3B9459EA605}" type="pres">
      <dgm:prSet presAssocID="{CE46AA7C-AE86-4059-91BB-55A8BE024044}" presName="horz1" presStyleCnt="0"/>
      <dgm:spPr/>
    </dgm:pt>
    <dgm:pt modelId="{31BBB718-E5E6-4782-B94C-ACF5A2AE6BE8}" type="pres">
      <dgm:prSet presAssocID="{CE46AA7C-AE86-4059-91BB-55A8BE024044}" presName="tx1" presStyleLbl="revTx" presStyleIdx="2" presStyleCnt="6"/>
      <dgm:spPr/>
    </dgm:pt>
    <dgm:pt modelId="{F2FAB53B-52F8-4DC2-8A89-F080AE2D7A70}" type="pres">
      <dgm:prSet presAssocID="{CE46AA7C-AE86-4059-91BB-55A8BE024044}" presName="vert1" presStyleCnt="0"/>
      <dgm:spPr/>
    </dgm:pt>
    <dgm:pt modelId="{2287FB17-A8F6-4110-8308-901DDC9DF7F2}" type="pres">
      <dgm:prSet presAssocID="{62C6035D-07F2-4026-95DA-F715415CB872}" presName="thickLine" presStyleLbl="alignNode1" presStyleIdx="3" presStyleCnt="6"/>
      <dgm:spPr/>
    </dgm:pt>
    <dgm:pt modelId="{288E2FCE-9D77-4A83-A884-B495C08575EC}" type="pres">
      <dgm:prSet presAssocID="{62C6035D-07F2-4026-95DA-F715415CB872}" presName="horz1" presStyleCnt="0"/>
      <dgm:spPr/>
    </dgm:pt>
    <dgm:pt modelId="{2886AAB8-9169-4066-9391-D31515EA74E3}" type="pres">
      <dgm:prSet presAssocID="{62C6035D-07F2-4026-95DA-F715415CB872}" presName="tx1" presStyleLbl="revTx" presStyleIdx="3" presStyleCnt="6"/>
      <dgm:spPr/>
    </dgm:pt>
    <dgm:pt modelId="{8C2D329C-F075-47ED-811F-2BA075F7B739}" type="pres">
      <dgm:prSet presAssocID="{62C6035D-07F2-4026-95DA-F715415CB872}" presName="vert1" presStyleCnt="0"/>
      <dgm:spPr/>
    </dgm:pt>
    <dgm:pt modelId="{F3B19C84-77D9-43CF-A5F6-EFAEF0C51536}" type="pres">
      <dgm:prSet presAssocID="{F09E09D0-76E3-443A-AC6A-D3DD0A392027}" presName="thickLine" presStyleLbl="alignNode1" presStyleIdx="4" presStyleCnt="6"/>
      <dgm:spPr/>
    </dgm:pt>
    <dgm:pt modelId="{60A8E9FF-AAD2-4E1C-BE4F-2F323E4466CA}" type="pres">
      <dgm:prSet presAssocID="{F09E09D0-76E3-443A-AC6A-D3DD0A392027}" presName="horz1" presStyleCnt="0"/>
      <dgm:spPr/>
    </dgm:pt>
    <dgm:pt modelId="{E5594BDC-26A6-4EFE-9BAE-B0A3BB6041B2}" type="pres">
      <dgm:prSet presAssocID="{F09E09D0-76E3-443A-AC6A-D3DD0A392027}" presName="tx1" presStyleLbl="revTx" presStyleIdx="4" presStyleCnt="6"/>
      <dgm:spPr/>
    </dgm:pt>
    <dgm:pt modelId="{D49F39FA-0866-4CD4-B882-AB56E5D9C99E}" type="pres">
      <dgm:prSet presAssocID="{F09E09D0-76E3-443A-AC6A-D3DD0A392027}" presName="vert1" presStyleCnt="0"/>
      <dgm:spPr/>
    </dgm:pt>
    <dgm:pt modelId="{E164F889-ADBD-4DD5-89FE-AE5A97BA3381}" type="pres">
      <dgm:prSet presAssocID="{ADA40197-A8C2-4933-85F2-87D427A31E68}" presName="thickLine" presStyleLbl="alignNode1" presStyleIdx="5" presStyleCnt="6"/>
      <dgm:spPr/>
    </dgm:pt>
    <dgm:pt modelId="{F78E8225-3E2A-4F1F-928A-7C8C2C90F653}" type="pres">
      <dgm:prSet presAssocID="{ADA40197-A8C2-4933-85F2-87D427A31E68}" presName="horz1" presStyleCnt="0"/>
      <dgm:spPr/>
    </dgm:pt>
    <dgm:pt modelId="{E14415CF-0EB9-40DB-86DE-527F5E8A81AE}" type="pres">
      <dgm:prSet presAssocID="{ADA40197-A8C2-4933-85F2-87D427A31E68}" presName="tx1" presStyleLbl="revTx" presStyleIdx="5" presStyleCnt="6"/>
      <dgm:spPr/>
    </dgm:pt>
    <dgm:pt modelId="{DB2CDF98-984B-41A6-9D11-62F273CAE9DD}" type="pres">
      <dgm:prSet presAssocID="{ADA40197-A8C2-4933-85F2-87D427A31E68}" presName="vert1" presStyleCnt="0"/>
      <dgm:spPr/>
    </dgm:pt>
  </dgm:ptLst>
  <dgm:cxnLst>
    <dgm:cxn modelId="{D8249F00-11FD-406C-B78B-B49E9EEA30F5}" srcId="{EA380155-4B53-441C-B420-10187C5CBD7F}" destId="{F09E09D0-76E3-443A-AC6A-D3DD0A392027}" srcOrd="4" destOrd="0" parTransId="{C9BAA921-2C76-46A8-8249-52A26074D974}" sibTransId="{805105AE-9349-488D-8B72-C7C756AB43AB}"/>
    <dgm:cxn modelId="{1D2CF41E-D4E7-4E0B-AEA5-25037956D70A}" srcId="{EA380155-4B53-441C-B420-10187C5CBD7F}" destId="{62C6035D-07F2-4026-95DA-F715415CB872}" srcOrd="3" destOrd="0" parTransId="{8025FBE2-167F-4634-A206-294CF9FC8A1E}" sibTransId="{3ED564D3-CF61-4A81-A09C-0E6EC38C4058}"/>
    <dgm:cxn modelId="{AD9B4825-19D9-4386-8104-406F322758E2}" type="presOf" srcId="{62C6035D-07F2-4026-95DA-F715415CB872}" destId="{2886AAB8-9169-4066-9391-D31515EA74E3}" srcOrd="0" destOrd="0" presId="urn:microsoft.com/office/officeart/2008/layout/LinedList"/>
    <dgm:cxn modelId="{E28B7E38-AF9A-427F-B3F5-8A66D5CB434D}" type="presOf" srcId="{EA380155-4B53-441C-B420-10187C5CBD7F}" destId="{108B51BB-200D-4EEE-97D3-5D3A20024441}" srcOrd="0" destOrd="0" presId="urn:microsoft.com/office/officeart/2008/layout/LinedList"/>
    <dgm:cxn modelId="{882BAA3D-C93A-4744-BCF6-9DA0490ACBB8}" type="presOf" srcId="{B31044D8-B2DD-4EB6-BF7F-2EF9444962DD}" destId="{9737B7E1-B085-45F9-824D-703CEB3D77BA}" srcOrd="0" destOrd="0" presId="urn:microsoft.com/office/officeart/2008/layout/LinedList"/>
    <dgm:cxn modelId="{A66EA340-99B8-4B42-9A2D-A95F5DA07043}" srcId="{EA380155-4B53-441C-B420-10187C5CBD7F}" destId="{CE46AA7C-AE86-4059-91BB-55A8BE024044}" srcOrd="2" destOrd="0" parTransId="{BB0EA882-5856-4B65-8B1B-41E8BB803557}" sibTransId="{D3674AA5-3240-4D52-AC46-00765BE97B19}"/>
    <dgm:cxn modelId="{E410F05C-D89E-404C-89A5-EA8615DEBC98}" srcId="{EA380155-4B53-441C-B420-10187C5CBD7F}" destId="{B31044D8-B2DD-4EB6-BF7F-2EF9444962DD}" srcOrd="0" destOrd="0" parTransId="{D2835982-117C-4859-97A9-57EAEC13B0EB}" sibTransId="{5CE00257-CCDE-4721-A791-F411E6321454}"/>
    <dgm:cxn modelId="{DD87C248-6E12-486A-AAD6-3EC8D13E3AF5}" type="presOf" srcId="{CE46AA7C-AE86-4059-91BB-55A8BE024044}" destId="{31BBB718-E5E6-4782-B94C-ACF5A2AE6BE8}" srcOrd="0" destOrd="0" presId="urn:microsoft.com/office/officeart/2008/layout/LinedList"/>
    <dgm:cxn modelId="{AF124EA2-F418-4DFE-9392-1B59A5CC7AB2}" srcId="{EA380155-4B53-441C-B420-10187C5CBD7F}" destId="{11F22CCC-DC0C-4549-826C-7BFE279DB935}" srcOrd="1" destOrd="0" parTransId="{F915D580-6555-4F4F-A1A1-88EED035DFF1}" sibTransId="{243D1EF4-A15D-46DA-872E-8001C726E00F}"/>
    <dgm:cxn modelId="{CAD4CAB9-A4CF-4963-B939-1CF2E2C5D17E}" type="presOf" srcId="{F09E09D0-76E3-443A-AC6A-D3DD0A392027}" destId="{E5594BDC-26A6-4EFE-9BAE-B0A3BB6041B2}" srcOrd="0" destOrd="0" presId="urn:microsoft.com/office/officeart/2008/layout/LinedList"/>
    <dgm:cxn modelId="{E4927FBB-4BD4-4130-968F-51F8C433BD82}" type="presOf" srcId="{11F22CCC-DC0C-4549-826C-7BFE279DB935}" destId="{94D9AACF-3FAF-4CE3-95BD-D051DC12DB6A}" srcOrd="0" destOrd="0" presId="urn:microsoft.com/office/officeart/2008/layout/LinedList"/>
    <dgm:cxn modelId="{0E66F4D2-D09E-44D5-989D-F5A3B2E81EB9}" type="presOf" srcId="{ADA40197-A8C2-4933-85F2-87D427A31E68}" destId="{E14415CF-0EB9-40DB-86DE-527F5E8A81AE}" srcOrd="0" destOrd="0" presId="urn:microsoft.com/office/officeart/2008/layout/LinedList"/>
    <dgm:cxn modelId="{A83EE1D9-C888-46E5-B767-F3BBD2D95D55}" srcId="{EA380155-4B53-441C-B420-10187C5CBD7F}" destId="{ADA40197-A8C2-4933-85F2-87D427A31E68}" srcOrd="5" destOrd="0" parTransId="{9BD10528-65E9-42B5-B650-983A0E283E0C}" sibTransId="{4ABFC2F0-1A8F-49DE-B581-0B933A615DE9}"/>
    <dgm:cxn modelId="{61D6F681-EC37-4F0B-AFC4-8444B33B6603}" type="presParOf" srcId="{108B51BB-200D-4EEE-97D3-5D3A20024441}" destId="{5AF7CBE7-1CC8-4173-BB7F-6041EB92E331}" srcOrd="0" destOrd="0" presId="urn:microsoft.com/office/officeart/2008/layout/LinedList"/>
    <dgm:cxn modelId="{93AD36C4-B389-4AFC-A23C-3C752FCEB886}" type="presParOf" srcId="{108B51BB-200D-4EEE-97D3-5D3A20024441}" destId="{6F8004D2-F014-4E19-90AF-88786EBDDCDB}" srcOrd="1" destOrd="0" presId="urn:microsoft.com/office/officeart/2008/layout/LinedList"/>
    <dgm:cxn modelId="{2DF6335F-7C3F-4EBB-B68C-6FA6E8E04E80}" type="presParOf" srcId="{6F8004D2-F014-4E19-90AF-88786EBDDCDB}" destId="{9737B7E1-B085-45F9-824D-703CEB3D77BA}" srcOrd="0" destOrd="0" presId="urn:microsoft.com/office/officeart/2008/layout/LinedList"/>
    <dgm:cxn modelId="{9147105B-2C9E-4B41-ADAE-50A9B337E8B9}" type="presParOf" srcId="{6F8004D2-F014-4E19-90AF-88786EBDDCDB}" destId="{273D9F35-CF27-4EC5-B59C-6D3EBACB8679}" srcOrd="1" destOrd="0" presId="urn:microsoft.com/office/officeart/2008/layout/LinedList"/>
    <dgm:cxn modelId="{5CCC8810-331E-42FF-902C-3897E5FD16C8}" type="presParOf" srcId="{108B51BB-200D-4EEE-97D3-5D3A20024441}" destId="{D1E85A95-5E52-40A2-8899-72FA7DF38A6C}" srcOrd="2" destOrd="0" presId="urn:microsoft.com/office/officeart/2008/layout/LinedList"/>
    <dgm:cxn modelId="{27BE9710-02E8-4FB7-A62E-9C9A2957BE3B}" type="presParOf" srcId="{108B51BB-200D-4EEE-97D3-5D3A20024441}" destId="{0C4CA857-FC8A-4999-B6D4-169D0E01ED2B}" srcOrd="3" destOrd="0" presId="urn:microsoft.com/office/officeart/2008/layout/LinedList"/>
    <dgm:cxn modelId="{AAF26ED8-7368-4FAF-88C2-15FF67B1400B}" type="presParOf" srcId="{0C4CA857-FC8A-4999-B6D4-169D0E01ED2B}" destId="{94D9AACF-3FAF-4CE3-95BD-D051DC12DB6A}" srcOrd="0" destOrd="0" presId="urn:microsoft.com/office/officeart/2008/layout/LinedList"/>
    <dgm:cxn modelId="{44A6FC1D-5AA7-4595-9457-763CE2B84313}" type="presParOf" srcId="{0C4CA857-FC8A-4999-B6D4-169D0E01ED2B}" destId="{653C2A48-E68B-449A-A843-006E758A8F87}" srcOrd="1" destOrd="0" presId="urn:microsoft.com/office/officeart/2008/layout/LinedList"/>
    <dgm:cxn modelId="{FF40B062-8471-4C20-B518-F98E1C8BE317}" type="presParOf" srcId="{108B51BB-200D-4EEE-97D3-5D3A20024441}" destId="{D8F5266C-7CA6-41C6-BC8E-10E9BA2AB08B}" srcOrd="4" destOrd="0" presId="urn:microsoft.com/office/officeart/2008/layout/LinedList"/>
    <dgm:cxn modelId="{EF3D5193-E09F-408F-8BAA-A2C5AB2F3925}" type="presParOf" srcId="{108B51BB-200D-4EEE-97D3-5D3A20024441}" destId="{907841B2-1E4E-41E7-B5D1-B3B9459EA605}" srcOrd="5" destOrd="0" presId="urn:microsoft.com/office/officeart/2008/layout/LinedList"/>
    <dgm:cxn modelId="{4046480C-F9FB-4A93-A95A-529E437F9B4D}" type="presParOf" srcId="{907841B2-1E4E-41E7-B5D1-B3B9459EA605}" destId="{31BBB718-E5E6-4782-B94C-ACF5A2AE6BE8}" srcOrd="0" destOrd="0" presId="urn:microsoft.com/office/officeart/2008/layout/LinedList"/>
    <dgm:cxn modelId="{A013B712-49DB-4C27-9CB6-8BA92D216260}" type="presParOf" srcId="{907841B2-1E4E-41E7-B5D1-B3B9459EA605}" destId="{F2FAB53B-52F8-4DC2-8A89-F080AE2D7A70}" srcOrd="1" destOrd="0" presId="urn:microsoft.com/office/officeart/2008/layout/LinedList"/>
    <dgm:cxn modelId="{1B2E6FA4-3BDC-4B8E-B5E5-61C4D997F66E}" type="presParOf" srcId="{108B51BB-200D-4EEE-97D3-5D3A20024441}" destId="{2287FB17-A8F6-4110-8308-901DDC9DF7F2}" srcOrd="6" destOrd="0" presId="urn:microsoft.com/office/officeart/2008/layout/LinedList"/>
    <dgm:cxn modelId="{B7767452-C051-4721-B362-BF382BE84323}" type="presParOf" srcId="{108B51BB-200D-4EEE-97D3-5D3A20024441}" destId="{288E2FCE-9D77-4A83-A884-B495C08575EC}" srcOrd="7" destOrd="0" presId="urn:microsoft.com/office/officeart/2008/layout/LinedList"/>
    <dgm:cxn modelId="{ADA360F4-7C88-48AC-9B96-617719E080B9}" type="presParOf" srcId="{288E2FCE-9D77-4A83-A884-B495C08575EC}" destId="{2886AAB8-9169-4066-9391-D31515EA74E3}" srcOrd="0" destOrd="0" presId="urn:microsoft.com/office/officeart/2008/layout/LinedList"/>
    <dgm:cxn modelId="{9DF40AFB-1CEA-4CDB-B805-8BB79CD703CF}" type="presParOf" srcId="{288E2FCE-9D77-4A83-A884-B495C08575EC}" destId="{8C2D329C-F075-47ED-811F-2BA075F7B739}" srcOrd="1" destOrd="0" presId="urn:microsoft.com/office/officeart/2008/layout/LinedList"/>
    <dgm:cxn modelId="{FC4CF486-051F-470A-9988-D894F1D8A96E}" type="presParOf" srcId="{108B51BB-200D-4EEE-97D3-5D3A20024441}" destId="{F3B19C84-77D9-43CF-A5F6-EFAEF0C51536}" srcOrd="8" destOrd="0" presId="urn:microsoft.com/office/officeart/2008/layout/LinedList"/>
    <dgm:cxn modelId="{98C69359-4C13-47F7-B12E-5A360CB14502}" type="presParOf" srcId="{108B51BB-200D-4EEE-97D3-5D3A20024441}" destId="{60A8E9FF-AAD2-4E1C-BE4F-2F323E4466CA}" srcOrd="9" destOrd="0" presId="urn:microsoft.com/office/officeart/2008/layout/LinedList"/>
    <dgm:cxn modelId="{ED969D86-FFFF-4D94-81C1-3DE5B329B632}" type="presParOf" srcId="{60A8E9FF-AAD2-4E1C-BE4F-2F323E4466CA}" destId="{E5594BDC-26A6-4EFE-9BAE-B0A3BB6041B2}" srcOrd="0" destOrd="0" presId="urn:microsoft.com/office/officeart/2008/layout/LinedList"/>
    <dgm:cxn modelId="{6B8A5433-2149-4DD5-B4F4-14943B84BBB6}" type="presParOf" srcId="{60A8E9FF-AAD2-4E1C-BE4F-2F323E4466CA}" destId="{D49F39FA-0866-4CD4-B882-AB56E5D9C99E}" srcOrd="1" destOrd="0" presId="urn:microsoft.com/office/officeart/2008/layout/LinedList"/>
    <dgm:cxn modelId="{86FF17CC-82A7-4517-9623-CF9BA907513F}" type="presParOf" srcId="{108B51BB-200D-4EEE-97D3-5D3A20024441}" destId="{E164F889-ADBD-4DD5-89FE-AE5A97BA3381}" srcOrd="10" destOrd="0" presId="urn:microsoft.com/office/officeart/2008/layout/LinedList"/>
    <dgm:cxn modelId="{252AB457-8EBC-43D4-8674-B39C6D61EEB0}" type="presParOf" srcId="{108B51BB-200D-4EEE-97D3-5D3A20024441}" destId="{F78E8225-3E2A-4F1F-928A-7C8C2C90F653}" srcOrd="11" destOrd="0" presId="urn:microsoft.com/office/officeart/2008/layout/LinedList"/>
    <dgm:cxn modelId="{F7D550BF-91A4-48D1-990F-68731A95DB7C}" type="presParOf" srcId="{F78E8225-3E2A-4F1F-928A-7C8C2C90F653}" destId="{E14415CF-0EB9-40DB-86DE-527F5E8A81AE}" srcOrd="0" destOrd="0" presId="urn:microsoft.com/office/officeart/2008/layout/LinedList"/>
    <dgm:cxn modelId="{9B31B4C0-D023-4D06-B988-6D4267736BB2}" type="presParOf" srcId="{F78E8225-3E2A-4F1F-928A-7C8C2C90F653}" destId="{DB2CDF98-984B-41A6-9D11-62F273CAE9D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A1DBAB-70A5-4E21-B133-83BB7A05B9B9}" type="doc">
      <dgm:prSet loTypeId="urn:microsoft.com/office/officeart/2005/8/layout/process4" loCatId="process" qsTypeId="urn:microsoft.com/office/officeart/2005/8/quickstyle/simple3" qsCatId="simple" csTypeId="urn:microsoft.com/office/officeart/2005/8/colors/colorful2" csCatId="colorful"/>
      <dgm:spPr/>
      <dgm:t>
        <a:bodyPr/>
        <a:lstStyle/>
        <a:p>
          <a:endParaRPr lang="en-US"/>
        </a:p>
      </dgm:t>
    </dgm:pt>
    <dgm:pt modelId="{AA97A4F9-7F1B-4356-9DDF-20CEC58A056F}">
      <dgm:prSet/>
      <dgm:spPr/>
      <dgm:t>
        <a:bodyPr/>
        <a:lstStyle/>
        <a:p>
          <a:r>
            <a:rPr lang="en-US"/>
            <a:t>According to this theory, a health behavior is the direct result of a behavioral intention</a:t>
          </a:r>
        </a:p>
      </dgm:t>
    </dgm:pt>
    <dgm:pt modelId="{936397DA-F1EB-4060-B1EE-765909E28710}" type="parTrans" cxnId="{A5515A27-EC80-4C29-8596-5ABED4A93965}">
      <dgm:prSet/>
      <dgm:spPr/>
      <dgm:t>
        <a:bodyPr/>
        <a:lstStyle/>
        <a:p>
          <a:endParaRPr lang="en-US"/>
        </a:p>
      </dgm:t>
    </dgm:pt>
    <dgm:pt modelId="{ED54E7D5-8847-4614-A7B6-8AAB819FC327}" type="sibTrans" cxnId="{A5515A27-EC80-4C29-8596-5ABED4A93965}">
      <dgm:prSet/>
      <dgm:spPr/>
      <dgm:t>
        <a:bodyPr/>
        <a:lstStyle/>
        <a:p>
          <a:endParaRPr lang="en-US"/>
        </a:p>
      </dgm:t>
    </dgm:pt>
    <dgm:pt modelId="{6B53AD30-418C-4B52-8933-6F279159DA2B}">
      <dgm:prSet/>
      <dgm:spPr/>
      <dgm:t>
        <a:bodyPr/>
        <a:lstStyle/>
        <a:p>
          <a:r>
            <a:rPr lang="en-US"/>
            <a:t>Behavioral intentions are made of three components:</a:t>
          </a:r>
        </a:p>
      </dgm:t>
    </dgm:pt>
    <dgm:pt modelId="{191BFB10-3D1B-48A0-9505-DE4908DBFBC6}" type="parTrans" cxnId="{5AD2E3B0-7390-4935-91D3-D0D69304E4A7}">
      <dgm:prSet/>
      <dgm:spPr/>
      <dgm:t>
        <a:bodyPr/>
        <a:lstStyle/>
        <a:p>
          <a:endParaRPr lang="en-US"/>
        </a:p>
      </dgm:t>
    </dgm:pt>
    <dgm:pt modelId="{E8F81FD4-9A65-40FA-98CD-31313112D243}" type="sibTrans" cxnId="{5AD2E3B0-7390-4935-91D3-D0D69304E4A7}">
      <dgm:prSet/>
      <dgm:spPr/>
      <dgm:t>
        <a:bodyPr/>
        <a:lstStyle/>
        <a:p>
          <a:endParaRPr lang="en-US"/>
        </a:p>
      </dgm:t>
    </dgm:pt>
    <dgm:pt modelId="{2B608A60-21E9-4E24-8DD3-C9C9D7C27456}">
      <dgm:prSet/>
      <dgm:spPr/>
      <dgm:t>
        <a:bodyPr/>
        <a:lstStyle/>
        <a:p>
          <a:r>
            <a:rPr lang="en-US"/>
            <a:t>Attitudes toward the specific action</a:t>
          </a:r>
        </a:p>
      </dgm:t>
    </dgm:pt>
    <dgm:pt modelId="{DE61622D-E02F-4049-AE00-FEE50AE20D18}" type="parTrans" cxnId="{38123A40-7D70-49C1-8386-F28FE0B5F482}">
      <dgm:prSet/>
      <dgm:spPr/>
      <dgm:t>
        <a:bodyPr/>
        <a:lstStyle/>
        <a:p>
          <a:endParaRPr lang="en-US"/>
        </a:p>
      </dgm:t>
    </dgm:pt>
    <dgm:pt modelId="{7C8B98F5-E472-4E42-A71C-8053E0F8A37D}" type="sibTrans" cxnId="{38123A40-7D70-49C1-8386-F28FE0B5F482}">
      <dgm:prSet/>
      <dgm:spPr/>
      <dgm:t>
        <a:bodyPr/>
        <a:lstStyle/>
        <a:p>
          <a:endParaRPr lang="en-US"/>
        </a:p>
      </dgm:t>
    </dgm:pt>
    <dgm:pt modelId="{9A23C8E2-F475-48C3-8917-4231A5DECC44}">
      <dgm:prSet/>
      <dgm:spPr/>
      <dgm:t>
        <a:bodyPr/>
        <a:lstStyle/>
        <a:p>
          <a:r>
            <a:rPr lang="en-US"/>
            <a:t>Subjective norms regarding the action</a:t>
          </a:r>
        </a:p>
      </dgm:t>
    </dgm:pt>
    <dgm:pt modelId="{67FF81C3-DB72-424A-88B2-3FE421FEE2C8}" type="parTrans" cxnId="{F956EB7A-0EAE-4F5A-94FD-907F0BB2B48F}">
      <dgm:prSet/>
      <dgm:spPr/>
      <dgm:t>
        <a:bodyPr/>
        <a:lstStyle/>
        <a:p>
          <a:endParaRPr lang="en-US"/>
        </a:p>
      </dgm:t>
    </dgm:pt>
    <dgm:pt modelId="{7E038E77-3E35-4E78-A069-2BA852A2C3AA}" type="sibTrans" cxnId="{F956EB7A-0EAE-4F5A-94FD-907F0BB2B48F}">
      <dgm:prSet/>
      <dgm:spPr/>
      <dgm:t>
        <a:bodyPr/>
        <a:lstStyle/>
        <a:p>
          <a:endParaRPr lang="en-US"/>
        </a:p>
      </dgm:t>
    </dgm:pt>
    <dgm:pt modelId="{2A80D142-02C6-4F7A-BB2A-63F109869CB7}">
      <dgm:prSet/>
      <dgm:spPr/>
      <dgm:t>
        <a:bodyPr/>
        <a:lstStyle/>
        <a:p>
          <a:r>
            <a:rPr lang="en-US"/>
            <a:t>Perceived behavioral control</a:t>
          </a:r>
        </a:p>
      </dgm:t>
    </dgm:pt>
    <dgm:pt modelId="{B2002908-1CE6-43EE-B837-9BC695E82B45}" type="parTrans" cxnId="{42AEDA1A-06BC-4CCC-AB9B-15EAC6E27E18}">
      <dgm:prSet/>
      <dgm:spPr/>
      <dgm:t>
        <a:bodyPr/>
        <a:lstStyle/>
        <a:p>
          <a:endParaRPr lang="en-US"/>
        </a:p>
      </dgm:t>
    </dgm:pt>
    <dgm:pt modelId="{EBB48B58-E7F1-4456-A7E6-AAA2C2605614}" type="sibTrans" cxnId="{42AEDA1A-06BC-4CCC-AB9B-15EAC6E27E18}">
      <dgm:prSet/>
      <dgm:spPr/>
      <dgm:t>
        <a:bodyPr/>
        <a:lstStyle/>
        <a:p>
          <a:endParaRPr lang="en-US"/>
        </a:p>
      </dgm:t>
    </dgm:pt>
    <dgm:pt modelId="{C290BD58-D95C-4BAE-85FC-26143989D0F8}" type="pres">
      <dgm:prSet presAssocID="{84A1DBAB-70A5-4E21-B133-83BB7A05B9B9}" presName="Name0" presStyleCnt="0">
        <dgm:presLayoutVars>
          <dgm:dir/>
          <dgm:animLvl val="lvl"/>
          <dgm:resizeHandles val="exact"/>
        </dgm:presLayoutVars>
      </dgm:prSet>
      <dgm:spPr/>
    </dgm:pt>
    <dgm:pt modelId="{5AE4E973-9190-47E7-808C-4AC622EE6CD4}" type="pres">
      <dgm:prSet presAssocID="{6B53AD30-418C-4B52-8933-6F279159DA2B}" presName="boxAndChildren" presStyleCnt="0"/>
      <dgm:spPr/>
    </dgm:pt>
    <dgm:pt modelId="{81A1FCF2-2DD8-4C9D-B717-C26F703DE40F}" type="pres">
      <dgm:prSet presAssocID="{6B53AD30-418C-4B52-8933-6F279159DA2B}" presName="parentTextBox" presStyleLbl="node1" presStyleIdx="0" presStyleCnt="2"/>
      <dgm:spPr/>
    </dgm:pt>
    <dgm:pt modelId="{EFE63D4D-A779-410C-B44A-54C2EADA1DF2}" type="pres">
      <dgm:prSet presAssocID="{6B53AD30-418C-4B52-8933-6F279159DA2B}" presName="entireBox" presStyleLbl="node1" presStyleIdx="0" presStyleCnt="2"/>
      <dgm:spPr/>
    </dgm:pt>
    <dgm:pt modelId="{41E15EB2-2247-4C82-89F0-35435E6A48DA}" type="pres">
      <dgm:prSet presAssocID="{6B53AD30-418C-4B52-8933-6F279159DA2B}" presName="descendantBox" presStyleCnt="0"/>
      <dgm:spPr/>
    </dgm:pt>
    <dgm:pt modelId="{9FA83230-C1AC-440E-A2A5-500EE468FE99}" type="pres">
      <dgm:prSet presAssocID="{2B608A60-21E9-4E24-8DD3-C9C9D7C27456}" presName="childTextBox" presStyleLbl="fgAccFollowNode1" presStyleIdx="0" presStyleCnt="3">
        <dgm:presLayoutVars>
          <dgm:bulletEnabled val="1"/>
        </dgm:presLayoutVars>
      </dgm:prSet>
      <dgm:spPr/>
    </dgm:pt>
    <dgm:pt modelId="{437ECCB5-5CB4-4FF0-B645-CA3A5DBD54B0}" type="pres">
      <dgm:prSet presAssocID="{9A23C8E2-F475-48C3-8917-4231A5DECC44}" presName="childTextBox" presStyleLbl="fgAccFollowNode1" presStyleIdx="1" presStyleCnt="3">
        <dgm:presLayoutVars>
          <dgm:bulletEnabled val="1"/>
        </dgm:presLayoutVars>
      </dgm:prSet>
      <dgm:spPr/>
    </dgm:pt>
    <dgm:pt modelId="{A5ABA55E-0CD0-4FFA-B00B-208901426B87}" type="pres">
      <dgm:prSet presAssocID="{2A80D142-02C6-4F7A-BB2A-63F109869CB7}" presName="childTextBox" presStyleLbl="fgAccFollowNode1" presStyleIdx="2" presStyleCnt="3">
        <dgm:presLayoutVars>
          <dgm:bulletEnabled val="1"/>
        </dgm:presLayoutVars>
      </dgm:prSet>
      <dgm:spPr/>
    </dgm:pt>
    <dgm:pt modelId="{5087F997-40DE-4D09-AE39-CDC32455CF72}" type="pres">
      <dgm:prSet presAssocID="{ED54E7D5-8847-4614-A7B6-8AAB819FC327}" presName="sp" presStyleCnt="0"/>
      <dgm:spPr/>
    </dgm:pt>
    <dgm:pt modelId="{4CEC4D36-60D8-47CB-A0F3-D13CDDA7D902}" type="pres">
      <dgm:prSet presAssocID="{AA97A4F9-7F1B-4356-9DDF-20CEC58A056F}" presName="arrowAndChildren" presStyleCnt="0"/>
      <dgm:spPr/>
    </dgm:pt>
    <dgm:pt modelId="{1724A263-D5B8-48B1-A142-78D1D18C3154}" type="pres">
      <dgm:prSet presAssocID="{AA97A4F9-7F1B-4356-9DDF-20CEC58A056F}" presName="parentTextArrow" presStyleLbl="node1" presStyleIdx="1" presStyleCnt="2"/>
      <dgm:spPr/>
    </dgm:pt>
  </dgm:ptLst>
  <dgm:cxnLst>
    <dgm:cxn modelId="{E2475108-97CE-421D-A09E-150A61D95A99}" type="presOf" srcId="{2B608A60-21E9-4E24-8DD3-C9C9D7C27456}" destId="{9FA83230-C1AC-440E-A2A5-500EE468FE99}" srcOrd="0" destOrd="0" presId="urn:microsoft.com/office/officeart/2005/8/layout/process4"/>
    <dgm:cxn modelId="{D5121A15-CF57-46C4-8610-E9DCD13E2419}" type="presOf" srcId="{6B53AD30-418C-4B52-8933-6F279159DA2B}" destId="{81A1FCF2-2DD8-4C9D-B717-C26F703DE40F}" srcOrd="0" destOrd="0" presId="urn:microsoft.com/office/officeart/2005/8/layout/process4"/>
    <dgm:cxn modelId="{42AEDA1A-06BC-4CCC-AB9B-15EAC6E27E18}" srcId="{6B53AD30-418C-4B52-8933-6F279159DA2B}" destId="{2A80D142-02C6-4F7A-BB2A-63F109869CB7}" srcOrd="2" destOrd="0" parTransId="{B2002908-1CE6-43EE-B837-9BC695E82B45}" sibTransId="{EBB48B58-E7F1-4456-A7E6-AAA2C2605614}"/>
    <dgm:cxn modelId="{A5515A27-EC80-4C29-8596-5ABED4A93965}" srcId="{84A1DBAB-70A5-4E21-B133-83BB7A05B9B9}" destId="{AA97A4F9-7F1B-4356-9DDF-20CEC58A056F}" srcOrd="0" destOrd="0" parTransId="{936397DA-F1EB-4060-B1EE-765909E28710}" sibTransId="{ED54E7D5-8847-4614-A7B6-8AAB819FC327}"/>
    <dgm:cxn modelId="{DA0E3438-B43B-44A0-B8F7-5F2D1438E90F}" type="presOf" srcId="{84A1DBAB-70A5-4E21-B133-83BB7A05B9B9}" destId="{C290BD58-D95C-4BAE-85FC-26143989D0F8}" srcOrd="0" destOrd="0" presId="urn:microsoft.com/office/officeart/2005/8/layout/process4"/>
    <dgm:cxn modelId="{38123A40-7D70-49C1-8386-F28FE0B5F482}" srcId="{6B53AD30-418C-4B52-8933-6F279159DA2B}" destId="{2B608A60-21E9-4E24-8DD3-C9C9D7C27456}" srcOrd="0" destOrd="0" parTransId="{DE61622D-E02F-4049-AE00-FEE50AE20D18}" sibTransId="{7C8B98F5-E472-4E42-A71C-8053E0F8A37D}"/>
    <dgm:cxn modelId="{1C9CA658-9EA3-4046-8B65-F6E34E573CD6}" type="presOf" srcId="{9A23C8E2-F475-48C3-8917-4231A5DECC44}" destId="{437ECCB5-5CB4-4FF0-B645-CA3A5DBD54B0}" srcOrd="0" destOrd="0" presId="urn:microsoft.com/office/officeart/2005/8/layout/process4"/>
    <dgm:cxn modelId="{F956EB7A-0EAE-4F5A-94FD-907F0BB2B48F}" srcId="{6B53AD30-418C-4B52-8933-6F279159DA2B}" destId="{9A23C8E2-F475-48C3-8917-4231A5DECC44}" srcOrd="1" destOrd="0" parTransId="{67FF81C3-DB72-424A-88B2-3FE421FEE2C8}" sibTransId="{7E038E77-3E35-4E78-A069-2BA852A2C3AA}"/>
    <dgm:cxn modelId="{86655584-6468-4E99-A82A-408D56A6DF73}" type="presOf" srcId="{6B53AD30-418C-4B52-8933-6F279159DA2B}" destId="{EFE63D4D-A779-410C-B44A-54C2EADA1DF2}" srcOrd="1" destOrd="0" presId="urn:microsoft.com/office/officeart/2005/8/layout/process4"/>
    <dgm:cxn modelId="{26D436A6-6EB1-40D6-BD0E-08924C488AB2}" type="presOf" srcId="{2A80D142-02C6-4F7A-BB2A-63F109869CB7}" destId="{A5ABA55E-0CD0-4FFA-B00B-208901426B87}" srcOrd="0" destOrd="0" presId="urn:microsoft.com/office/officeart/2005/8/layout/process4"/>
    <dgm:cxn modelId="{5AD2E3B0-7390-4935-91D3-D0D69304E4A7}" srcId="{84A1DBAB-70A5-4E21-B133-83BB7A05B9B9}" destId="{6B53AD30-418C-4B52-8933-6F279159DA2B}" srcOrd="1" destOrd="0" parTransId="{191BFB10-3D1B-48A0-9505-DE4908DBFBC6}" sibTransId="{E8F81FD4-9A65-40FA-98CD-31313112D243}"/>
    <dgm:cxn modelId="{979EDFD5-C68B-4318-B610-8EDF6F4BEDD6}" type="presOf" srcId="{AA97A4F9-7F1B-4356-9DDF-20CEC58A056F}" destId="{1724A263-D5B8-48B1-A142-78D1D18C3154}" srcOrd="0" destOrd="0" presId="urn:microsoft.com/office/officeart/2005/8/layout/process4"/>
    <dgm:cxn modelId="{AE6FF702-32BA-46AD-AEBE-C55B402A5F4D}" type="presParOf" srcId="{C290BD58-D95C-4BAE-85FC-26143989D0F8}" destId="{5AE4E973-9190-47E7-808C-4AC622EE6CD4}" srcOrd="0" destOrd="0" presId="urn:microsoft.com/office/officeart/2005/8/layout/process4"/>
    <dgm:cxn modelId="{85E678C7-86E7-45C7-A0DB-6D48703E22B3}" type="presParOf" srcId="{5AE4E973-9190-47E7-808C-4AC622EE6CD4}" destId="{81A1FCF2-2DD8-4C9D-B717-C26F703DE40F}" srcOrd="0" destOrd="0" presId="urn:microsoft.com/office/officeart/2005/8/layout/process4"/>
    <dgm:cxn modelId="{D6D956A4-9C9B-4A9B-9BD9-04666C224632}" type="presParOf" srcId="{5AE4E973-9190-47E7-808C-4AC622EE6CD4}" destId="{EFE63D4D-A779-410C-B44A-54C2EADA1DF2}" srcOrd="1" destOrd="0" presId="urn:microsoft.com/office/officeart/2005/8/layout/process4"/>
    <dgm:cxn modelId="{EF9E5A74-EADB-4B7D-B449-BF549054578F}" type="presParOf" srcId="{5AE4E973-9190-47E7-808C-4AC622EE6CD4}" destId="{41E15EB2-2247-4C82-89F0-35435E6A48DA}" srcOrd="2" destOrd="0" presId="urn:microsoft.com/office/officeart/2005/8/layout/process4"/>
    <dgm:cxn modelId="{ECAD56B9-1106-44B5-8EEF-E81574190C1B}" type="presParOf" srcId="{41E15EB2-2247-4C82-89F0-35435E6A48DA}" destId="{9FA83230-C1AC-440E-A2A5-500EE468FE99}" srcOrd="0" destOrd="0" presId="urn:microsoft.com/office/officeart/2005/8/layout/process4"/>
    <dgm:cxn modelId="{5E87AD60-789F-4763-B1AA-1A7358E69F1A}" type="presParOf" srcId="{41E15EB2-2247-4C82-89F0-35435E6A48DA}" destId="{437ECCB5-5CB4-4FF0-B645-CA3A5DBD54B0}" srcOrd="1" destOrd="0" presId="urn:microsoft.com/office/officeart/2005/8/layout/process4"/>
    <dgm:cxn modelId="{47CF8EF0-D9B4-418A-A810-7409212CE4A9}" type="presParOf" srcId="{41E15EB2-2247-4C82-89F0-35435E6A48DA}" destId="{A5ABA55E-0CD0-4FFA-B00B-208901426B87}" srcOrd="2" destOrd="0" presId="urn:microsoft.com/office/officeart/2005/8/layout/process4"/>
    <dgm:cxn modelId="{860FB7A7-D656-4AF9-B42E-78E087033384}" type="presParOf" srcId="{C290BD58-D95C-4BAE-85FC-26143989D0F8}" destId="{5087F997-40DE-4D09-AE39-CDC32455CF72}" srcOrd="1" destOrd="0" presId="urn:microsoft.com/office/officeart/2005/8/layout/process4"/>
    <dgm:cxn modelId="{FB4DBC69-EFAE-463D-A098-0FA70C71E000}" type="presParOf" srcId="{C290BD58-D95C-4BAE-85FC-26143989D0F8}" destId="{4CEC4D36-60D8-47CB-A0F3-D13CDDA7D902}" srcOrd="2" destOrd="0" presId="urn:microsoft.com/office/officeart/2005/8/layout/process4"/>
    <dgm:cxn modelId="{E79BED29-4AA8-45F2-A06E-5108A7FF6233}" type="presParOf" srcId="{4CEC4D36-60D8-47CB-A0F3-D13CDDA7D902}" destId="{1724A263-D5B8-48B1-A142-78D1D18C315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4CAA19-E7F9-4BE6-9802-E45C51768DD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530239C-073B-4928-8AD6-506AE3F90B0C}">
      <dgm:prSet/>
      <dgm:spPr/>
      <dgm:t>
        <a:bodyPr/>
        <a:lstStyle/>
        <a:p>
          <a:pPr>
            <a:lnSpc>
              <a:spcPct val="100000"/>
            </a:lnSpc>
          </a:pPr>
          <a:r>
            <a:rPr lang="en-US"/>
            <a:t>Involves systematically rewarding oneself to increase or decrease the occurrence of a target behavior</a:t>
          </a:r>
        </a:p>
      </dgm:t>
    </dgm:pt>
    <dgm:pt modelId="{9D184F75-F45D-4001-BE85-7E9909AE6E53}" type="parTrans" cxnId="{76577927-A124-4BCE-8690-D7F59744C689}">
      <dgm:prSet/>
      <dgm:spPr/>
      <dgm:t>
        <a:bodyPr/>
        <a:lstStyle/>
        <a:p>
          <a:endParaRPr lang="en-US"/>
        </a:p>
      </dgm:t>
    </dgm:pt>
    <dgm:pt modelId="{6C29EB75-F8C3-40A6-A93C-9CF47E00AB95}" type="sibTrans" cxnId="{76577927-A124-4BCE-8690-D7F59744C689}">
      <dgm:prSet/>
      <dgm:spPr/>
      <dgm:t>
        <a:bodyPr/>
        <a:lstStyle/>
        <a:p>
          <a:endParaRPr lang="en-US"/>
        </a:p>
      </dgm:t>
    </dgm:pt>
    <dgm:pt modelId="{B2C42DA7-0FA9-4F43-A0A9-6DDD4C771C9E}">
      <dgm:prSet/>
      <dgm:spPr/>
      <dgm:t>
        <a:bodyPr/>
        <a:lstStyle/>
        <a:p>
          <a:pPr>
            <a:lnSpc>
              <a:spcPct val="100000"/>
            </a:lnSpc>
          </a:pPr>
          <a:r>
            <a:rPr lang="en-US" b="1"/>
            <a:t>Contingency contracting </a:t>
          </a:r>
          <a:r>
            <a:rPr lang="en-US"/>
            <a:t>– an individual forms a contract with another person (therapist) as a way to hold them accountable for rewarding/ punishing behavior</a:t>
          </a:r>
        </a:p>
      </dgm:t>
    </dgm:pt>
    <dgm:pt modelId="{7936A15B-F07A-4606-9081-5186B7FB771A}" type="parTrans" cxnId="{2C08738C-C02B-42C7-8703-F89CB1FA220F}">
      <dgm:prSet/>
      <dgm:spPr/>
      <dgm:t>
        <a:bodyPr/>
        <a:lstStyle/>
        <a:p>
          <a:endParaRPr lang="en-US"/>
        </a:p>
      </dgm:t>
    </dgm:pt>
    <dgm:pt modelId="{CE75D325-6C0B-4EA4-BACC-65672F0DC8B0}" type="sibTrans" cxnId="{2C08738C-C02B-42C7-8703-F89CB1FA220F}">
      <dgm:prSet/>
      <dgm:spPr/>
      <dgm:t>
        <a:bodyPr/>
        <a:lstStyle/>
        <a:p>
          <a:endParaRPr lang="en-US"/>
        </a:p>
      </dgm:t>
    </dgm:pt>
    <dgm:pt modelId="{35277AFA-419E-4476-AE36-AA6A43C536A0}" type="pres">
      <dgm:prSet presAssocID="{C24CAA19-E7F9-4BE6-9802-E45C51768DDC}" presName="root" presStyleCnt="0">
        <dgm:presLayoutVars>
          <dgm:dir/>
          <dgm:resizeHandles val="exact"/>
        </dgm:presLayoutVars>
      </dgm:prSet>
      <dgm:spPr/>
    </dgm:pt>
    <dgm:pt modelId="{E136F035-7594-4467-BBF8-53E157FD109F}" type="pres">
      <dgm:prSet presAssocID="{2530239C-073B-4928-8AD6-506AE3F90B0C}" presName="compNode" presStyleCnt="0"/>
      <dgm:spPr/>
    </dgm:pt>
    <dgm:pt modelId="{105A8614-7657-48A7-93F3-98D277A84194}" type="pres">
      <dgm:prSet presAssocID="{2530239C-073B-4928-8AD6-506AE3F90B0C}" presName="bgRect" presStyleLbl="bgShp" presStyleIdx="0" presStyleCnt="2"/>
      <dgm:spPr/>
    </dgm:pt>
    <dgm:pt modelId="{15742994-9B74-4F36-8781-28444A25E009}" type="pres">
      <dgm:prSet presAssocID="{2530239C-073B-4928-8AD6-506AE3F90B0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peed Bump"/>
        </a:ext>
      </dgm:extLst>
    </dgm:pt>
    <dgm:pt modelId="{E5356DE9-3489-4D85-940B-63B72325F905}" type="pres">
      <dgm:prSet presAssocID="{2530239C-073B-4928-8AD6-506AE3F90B0C}" presName="spaceRect" presStyleCnt="0"/>
      <dgm:spPr/>
    </dgm:pt>
    <dgm:pt modelId="{F3BEF70D-0D62-4A20-B950-8AF185A6CDD1}" type="pres">
      <dgm:prSet presAssocID="{2530239C-073B-4928-8AD6-506AE3F90B0C}" presName="parTx" presStyleLbl="revTx" presStyleIdx="0" presStyleCnt="2">
        <dgm:presLayoutVars>
          <dgm:chMax val="0"/>
          <dgm:chPref val="0"/>
        </dgm:presLayoutVars>
      </dgm:prSet>
      <dgm:spPr/>
    </dgm:pt>
    <dgm:pt modelId="{69ECD4FD-016A-4A1A-91E5-60C2D430A87E}" type="pres">
      <dgm:prSet presAssocID="{6C29EB75-F8C3-40A6-A93C-9CF47E00AB95}" presName="sibTrans" presStyleCnt="0"/>
      <dgm:spPr/>
    </dgm:pt>
    <dgm:pt modelId="{89001B86-637F-4B77-BA0A-6D36541C540A}" type="pres">
      <dgm:prSet presAssocID="{B2C42DA7-0FA9-4F43-A0A9-6DDD4C771C9E}" presName="compNode" presStyleCnt="0"/>
      <dgm:spPr/>
    </dgm:pt>
    <dgm:pt modelId="{F15D57CB-6D87-4E97-B576-B487E63AD3BB}" type="pres">
      <dgm:prSet presAssocID="{B2C42DA7-0FA9-4F43-A0A9-6DDD4C771C9E}" presName="bgRect" presStyleLbl="bgShp" presStyleIdx="1" presStyleCnt="2"/>
      <dgm:spPr/>
    </dgm:pt>
    <dgm:pt modelId="{F19C3AFB-B1FF-4B67-93B3-E82865D44846}" type="pres">
      <dgm:prSet presAssocID="{B2C42DA7-0FA9-4F43-A0A9-6DDD4C771C9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tract"/>
        </a:ext>
      </dgm:extLst>
    </dgm:pt>
    <dgm:pt modelId="{612B81C5-E68E-44E0-90DC-FB617455618E}" type="pres">
      <dgm:prSet presAssocID="{B2C42DA7-0FA9-4F43-A0A9-6DDD4C771C9E}" presName="spaceRect" presStyleCnt="0"/>
      <dgm:spPr/>
    </dgm:pt>
    <dgm:pt modelId="{94D917F9-B6FB-4FD2-A206-6459B6DD2AAA}" type="pres">
      <dgm:prSet presAssocID="{B2C42DA7-0FA9-4F43-A0A9-6DDD4C771C9E}" presName="parTx" presStyleLbl="revTx" presStyleIdx="1" presStyleCnt="2">
        <dgm:presLayoutVars>
          <dgm:chMax val="0"/>
          <dgm:chPref val="0"/>
        </dgm:presLayoutVars>
      </dgm:prSet>
      <dgm:spPr/>
    </dgm:pt>
  </dgm:ptLst>
  <dgm:cxnLst>
    <dgm:cxn modelId="{76577927-A124-4BCE-8690-D7F59744C689}" srcId="{C24CAA19-E7F9-4BE6-9802-E45C51768DDC}" destId="{2530239C-073B-4928-8AD6-506AE3F90B0C}" srcOrd="0" destOrd="0" parTransId="{9D184F75-F45D-4001-BE85-7E9909AE6E53}" sibTransId="{6C29EB75-F8C3-40A6-A93C-9CF47E00AB95}"/>
    <dgm:cxn modelId="{D5B3ED3A-6780-4D38-BAC5-99C7A439E2BB}" type="presOf" srcId="{B2C42DA7-0FA9-4F43-A0A9-6DDD4C771C9E}" destId="{94D917F9-B6FB-4FD2-A206-6459B6DD2AAA}" srcOrd="0" destOrd="0" presId="urn:microsoft.com/office/officeart/2018/2/layout/IconVerticalSolidList"/>
    <dgm:cxn modelId="{B3AB3F57-9F16-4218-A5A3-6F2B10028F19}" type="presOf" srcId="{2530239C-073B-4928-8AD6-506AE3F90B0C}" destId="{F3BEF70D-0D62-4A20-B950-8AF185A6CDD1}" srcOrd="0" destOrd="0" presId="urn:microsoft.com/office/officeart/2018/2/layout/IconVerticalSolidList"/>
    <dgm:cxn modelId="{2C08738C-C02B-42C7-8703-F89CB1FA220F}" srcId="{C24CAA19-E7F9-4BE6-9802-E45C51768DDC}" destId="{B2C42DA7-0FA9-4F43-A0A9-6DDD4C771C9E}" srcOrd="1" destOrd="0" parTransId="{7936A15B-F07A-4606-9081-5186B7FB771A}" sibTransId="{CE75D325-6C0B-4EA4-BACC-65672F0DC8B0}"/>
    <dgm:cxn modelId="{B7AE4AA2-E8C1-4CBC-9539-7442A1890F60}" type="presOf" srcId="{C24CAA19-E7F9-4BE6-9802-E45C51768DDC}" destId="{35277AFA-419E-4476-AE36-AA6A43C536A0}" srcOrd="0" destOrd="0" presId="urn:microsoft.com/office/officeart/2018/2/layout/IconVerticalSolidList"/>
    <dgm:cxn modelId="{6C675BA6-6D44-4208-91CB-0CA981E8CDC5}" type="presParOf" srcId="{35277AFA-419E-4476-AE36-AA6A43C536A0}" destId="{E136F035-7594-4467-BBF8-53E157FD109F}" srcOrd="0" destOrd="0" presId="urn:microsoft.com/office/officeart/2018/2/layout/IconVerticalSolidList"/>
    <dgm:cxn modelId="{D2E26A99-9ECE-4AB7-A146-57EE9DA07F20}" type="presParOf" srcId="{E136F035-7594-4467-BBF8-53E157FD109F}" destId="{105A8614-7657-48A7-93F3-98D277A84194}" srcOrd="0" destOrd="0" presId="urn:microsoft.com/office/officeart/2018/2/layout/IconVerticalSolidList"/>
    <dgm:cxn modelId="{CBBBEC32-0FFF-4D16-89CA-B56C4821B8FD}" type="presParOf" srcId="{E136F035-7594-4467-BBF8-53E157FD109F}" destId="{15742994-9B74-4F36-8781-28444A25E009}" srcOrd="1" destOrd="0" presId="urn:microsoft.com/office/officeart/2018/2/layout/IconVerticalSolidList"/>
    <dgm:cxn modelId="{861A1C90-B1D5-402F-8A5E-25C80B9DCCD4}" type="presParOf" srcId="{E136F035-7594-4467-BBF8-53E157FD109F}" destId="{E5356DE9-3489-4D85-940B-63B72325F905}" srcOrd="2" destOrd="0" presId="urn:microsoft.com/office/officeart/2018/2/layout/IconVerticalSolidList"/>
    <dgm:cxn modelId="{F7202C4F-E8B7-492C-BA22-262AA7A586C9}" type="presParOf" srcId="{E136F035-7594-4467-BBF8-53E157FD109F}" destId="{F3BEF70D-0D62-4A20-B950-8AF185A6CDD1}" srcOrd="3" destOrd="0" presId="urn:microsoft.com/office/officeart/2018/2/layout/IconVerticalSolidList"/>
    <dgm:cxn modelId="{13C31FE0-77AD-42DF-8AD6-49CFBF0417C1}" type="presParOf" srcId="{35277AFA-419E-4476-AE36-AA6A43C536A0}" destId="{69ECD4FD-016A-4A1A-91E5-60C2D430A87E}" srcOrd="1" destOrd="0" presId="urn:microsoft.com/office/officeart/2018/2/layout/IconVerticalSolidList"/>
    <dgm:cxn modelId="{ED1B532E-7093-42D7-AC7B-15AEDCC2E425}" type="presParOf" srcId="{35277AFA-419E-4476-AE36-AA6A43C536A0}" destId="{89001B86-637F-4B77-BA0A-6D36541C540A}" srcOrd="2" destOrd="0" presId="urn:microsoft.com/office/officeart/2018/2/layout/IconVerticalSolidList"/>
    <dgm:cxn modelId="{4C5BD0CF-F26F-4347-80DE-40A347D55374}" type="presParOf" srcId="{89001B86-637F-4B77-BA0A-6D36541C540A}" destId="{F15D57CB-6D87-4E97-B576-B487E63AD3BB}" srcOrd="0" destOrd="0" presId="urn:microsoft.com/office/officeart/2018/2/layout/IconVerticalSolidList"/>
    <dgm:cxn modelId="{8CB58D4A-9BDB-4CCF-91D8-814AF24BE103}" type="presParOf" srcId="{89001B86-637F-4B77-BA0A-6D36541C540A}" destId="{F19C3AFB-B1FF-4B67-93B3-E82865D44846}" srcOrd="1" destOrd="0" presId="urn:microsoft.com/office/officeart/2018/2/layout/IconVerticalSolidList"/>
    <dgm:cxn modelId="{FF19B145-4180-4531-B227-AA44F824370D}" type="presParOf" srcId="{89001B86-637F-4B77-BA0A-6D36541C540A}" destId="{612B81C5-E68E-44E0-90DC-FB617455618E}" srcOrd="2" destOrd="0" presId="urn:microsoft.com/office/officeart/2018/2/layout/IconVerticalSolidList"/>
    <dgm:cxn modelId="{3266C292-F8B1-4690-A608-6F95040717CB}" type="presParOf" srcId="{89001B86-637F-4B77-BA0A-6D36541C540A}" destId="{94D917F9-B6FB-4FD2-A206-6459B6DD2A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5558CB-F19D-4164-9EE0-B753205A4F85}"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FE8173F3-22AD-429B-9815-8D740D15F55C}">
      <dgm:prSet/>
      <dgm:spPr/>
      <dgm:t>
        <a:bodyPr/>
        <a:lstStyle/>
        <a:p>
          <a:r>
            <a:rPr lang="en-US"/>
            <a:t>What truly constitutes a “relapse?”</a:t>
          </a:r>
        </a:p>
      </dgm:t>
    </dgm:pt>
    <dgm:pt modelId="{3FAABC50-F411-4D27-93AA-81997D85C176}" type="parTrans" cxnId="{5BDFE2B4-7213-4339-A727-D791FD26A6A3}">
      <dgm:prSet/>
      <dgm:spPr/>
      <dgm:t>
        <a:bodyPr/>
        <a:lstStyle/>
        <a:p>
          <a:endParaRPr lang="en-US"/>
        </a:p>
      </dgm:t>
    </dgm:pt>
    <dgm:pt modelId="{320912DB-AB73-4EDC-BBD6-DFCB513B53C5}" type="sibTrans" cxnId="{5BDFE2B4-7213-4339-A727-D791FD26A6A3}">
      <dgm:prSet/>
      <dgm:spPr/>
      <dgm:t>
        <a:bodyPr/>
        <a:lstStyle/>
        <a:p>
          <a:endParaRPr lang="en-US"/>
        </a:p>
      </dgm:t>
    </dgm:pt>
    <dgm:pt modelId="{B391C3F0-2328-47D2-9CB0-7BE0336E3A42}">
      <dgm:prSet/>
      <dgm:spPr/>
      <dgm:t>
        <a:bodyPr/>
        <a:lstStyle/>
        <a:p>
          <a:r>
            <a:rPr lang="en-US" b="1" dirty="0"/>
            <a:t>Abstinence violation effect </a:t>
          </a:r>
          <a:r>
            <a:rPr lang="en-US" dirty="0"/>
            <a:t>– a feeling of loss of control that results when a person has violated self-imposed rules</a:t>
          </a:r>
        </a:p>
      </dgm:t>
    </dgm:pt>
    <dgm:pt modelId="{9C983F1F-F4EC-45FE-9793-73B8C6ABEFCD}" type="parTrans" cxnId="{62D89C00-4092-4AE0-BD55-C370B1F2CDE2}">
      <dgm:prSet/>
      <dgm:spPr/>
      <dgm:t>
        <a:bodyPr/>
        <a:lstStyle/>
        <a:p>
          <a:endParaRPr lang="en-US"/>
        </a:p>
      </dgm:t>
    </dgm:pt>
    <dgm:pt modelId="{F39EB637-8D32-4453-8C6D-B72D5F00D031}" type="sibTrans" cxnId="{62D89C00-4092-4AE0-BD55-C370B1F2CDE2}">
      <dgm:prSet/>
      <dgm:spPr/>
      <dgm:t>
        <a:bodyPr/>
        <a:lstStyle/>
        <a:p>
          <a:endParaRPr lang="en-US"/>
        </a:p>
      </dgm:t>
    </dgm:pt>
    <dgm:pt modelId="{50FE5365-3408-49BD-9657-E12866A7024C}">
      <dgm:prSet/>
      <dgm:spPr/>
      <dgm:t>
        <a:bodyPr/>
        <a:lstStyle/>
        <a:p>
          <a:r>
            <a:rPr lang="en-US" b="1" dirty="0"/>
            <a:t>Relapse prevention </a:t>
          </a:r>
          <a:r>
            <a:rPr lang="en-US" dirty="0"/>
            <a:t>– a series of techniques designed to find environments/scenarios that can lead to relapsing, paired with self-talk and other efficacy-promoting techniques to help individuals avoid slipping into previous behavior patterns</a:t>
          </a:r>
        </a:p>
      </dgm:t>
    </dgm:pt>
    <dgm:pt modelId="{98E373AB-8CEE-4642-98C7-5BAD286CA19C}" type="parTrans" cxnId="{ABD05855-4E48-423A-8F54-EE5243458CF3}">
      <dgm:prSet/>
      <dgm:spPr/>
      <dgm:t>
        <a:bodyPr/>
        <a:lstStyle/>
        <a:p>
          <a:endParaRPr lang="en-US"/>
        </a:p>
      </dgm:t>
    </dgm:pt>
    <dgm:pt modelId="{6D9426B1-1AB9-415C-80E3-2714FF2B5458}" type="sibTrans" cxnId="{ABD05855-4E48-423A-8F54-EE5243458CF3}">
      <dgm:prSet/>
      <dgm:spPr/>
      <dgm:t>
        <a:bodyPr/>
        <a:lstStyle/>
        <a:p>
          <a:endParaRPr lang="en-US"/>
        </a:p>
      </dgm:t>
    </dgm:pt>
    <dgm:pt modelId="{955067F0-040B-46FC-A2F1-ED21B91FE062}">
      <dgm:prSet/>
      <dgm:spPr/>
      <dgm:t>
        <a:bodyPr/>
        <a:lstStyle/>
        <a:p>
          <a:r>
            <a:rPr lang="en-US" b="1"/>
            <a:t>Lifestyle rebalancing </a:t>
          </a:r>
          <a:r>
            <a:rPr lang="en-US"/>
            <a:t>– adding permanent changes to one’s daily (or weekly) routine to facilitate long-term changes</a:t>
          </a:r>
        </a:p>
      </dgm:t>
    </dgm:pt>
    <dgm:pt modelId="{495C8C8E-B7DE-44EB-906D-03C139B44495}" type="parTrans" cxnId="{56FF4BAF-1A0A-4035-AD7D-CB301184CF26}">
      <dgm:prSet/>
      <dgm:spPr/>
      <dgm:t>
        <a:bodyPr/>
        <a:lstStyle/>
        <a:p>
          <a:endParaRPr lang="en-US"/>
        </a:p>
      </dgm:t>
    </dgm:pt>
    <dgm:pt modelId="{E8E5F9CF-7277-4825-8A66-45003D5D118B}" type="sibTrans" cxnId="{56FF4BAF-1A0A-4035-AD7D-CB301184CF26}">
      <dgm:prSet/>
      <dgm:spPr/>
      <dgm:t>
        <a:bodyPr/>
        <a:lstStyle/>
        <a:p>
          <a:endParaRPr lang="en-US"/>
        </a:p>
      </dgm:t>
    </dgm:pt>
    <dgm:pt modelId="{CC63C41D-1635-4DBE-AF8C-A9B0C7C05E8F}" type="pres">
      <dgm:prSet presAssocID="{445558CB-F19D-4164-9EE0-B753205A4F85}" presName="vert0" presStyleCnt="0">
        <dgm:presLayoutVars>
          <dgm:dir/>
          <dgm:animOne val="branch"/>
          <dgm:animLvl val="lvl"/>
        </dgm:presLayoutVars>
      </dgm:prSet>
      <dgm:spPr/>
    </dgm:pt>
    <dgm:pt modelId="{A67DB083-2615-4CDC-AA9C-0ECBBF5A9570}" type="pres">
      <dgm:prSet presAssocID="{FE8173F3-22AD-429B-9815-8D740D15F55C}" presName="thickLine" presStyleLbl="alignNode1" presStyleIdx="0" presStyleCnt="4"/>
      <dgm:spPr/>
    </dgm:pt>
    <dgm:pt modelId="{20F6908A-7769-4436-8FF7-972BD2D06617}" type="pres">
      <dgm:prSet presAssocID="{FE8173F3-22AD-429B-9815-8D740D15F55C}" presName="horz1" presStyleCnt="0"/>
      <dgm:spPr/>
    </dgm:pt>
    <dgm:pt modelId="{C3C518DB-9798-4244-993F-32BD9534E4A2}" type="pres">
      <dgm:prSet presAssocID="{FE8173F3-22AD-429B-9815-8D740D15F55C}" presName="tx1" presStyleLbl="revTx" presStyleIdx="0" presStyleCnt="4"/>
      <dgm:spPr/>
    </dgm:pt>
    <dgm:pt modelId="{6892543C-DFDF-4AEE-91B4-90DE635901CB}" type="pres">
      <dgm:prSet presAssocID="{FE8173F3-22AD-429B-9815-8D740D15F55C}" presName="vert1" presStyleCnt="0"/>
      <dgm:spPr/>
    </dgm:pt>
    <dgm:pt modelId="{BBA2EE64-CF56-4AD4-A1E8-426EB6248BF2}" type="pres">
      <dgm:prSet presAssocID="{B391C3F0-2328-47D2-9CB0-7BE0336E3A42}" presName="thickLine" presStyleLbl="alignNode1" presStyleIdx="1" presStyleCnt="4" custLinFactNeighborX="-1258" custLinFactNeighborY="-23674"/>
      <dgm:spPr/>
    </dgm:pt>
    <dgm:pt modelId="{75911643-D194-413F-8D23-5A549F6309DC}" type="pres">
      <dgm:prSet presAssocID="{B391C3F0-2328-47D2-9CB0-7BE0336E3A42}" presName="horz1" presStyleCnt="0"/>
      <dgm:spPr/>
    </dgm:pt>
    <dgm:pt modelId="{0238DFF3-7CFE-48C9-AF4C-BAFF8DBF0A9A}" type="pres">
      <dgm:prSet presAssocID="{B391C3F0-2328-47D2-9CB0-7BE0336E3A42}" presName="tx1" presStyleLbl="revTx" presStyleIdx="1" presStyleCnt="4" custLinFactNeighborX="488" custLinFactNeighborY="-18055"/>
      <dgm:spPr/>
    </dgm:pt>
    <dgm:pt modelId="{A512718E-37EB-498D-B33A-E11B28E14EB0}" type="pres">
      <dgm:prSet presAssocID="{B391C3F0-2328-47D2-9CB0-7BE0336E3A42}" presName="vert1" presStyleCnt="0"/>
      <dgm:spPr/>
    </dgm:pt>
    <dgm:pt modelId="{273F060C-3F0A-4B99-B4FC-769B72AE25AA}" type="pres">
      <dgm:prSet presAssocID="{50FE5365-3408-49BD-9657-E12866A7024C}" presName="thickLine" presStyleLbl="alignNode1" presStyleIdx="2" presStyleCnt="4" custLinFactNeighborX="0" custLinFactNeighborY="-30547"/>
      <dgm:spPr/>
    </dgm:pt>
    <dgm:pt modelId="{5F0E898C-03B6-4805-A1B0-9D617E070A01}" type="pres">
      <dgm:prSet presAssocID="{50FE5365-3408-49BD-9657-E12866A7024C}" presName="horz1" presStyleCnt="0"/>
      <dgm:spPr/>
    </dgm:pt>
    <dgm:pt modelId="{223E4F18-6E5B-4240-B3A3-CF6D3080BDDA}" type="pres">
      <dgm:prSet presAssocID="{50FE5365-3408-49BD-9657-E12866A7024C}" presName="tx1" presStyleLbl="revTx" presStyleIdx="2" presStyleCnt="4" custScaleY="119666" custLinFactNeighborX="636" custLinFactNeighborY="-20395"/>
      <dgm:spPr/>
    </dgm:pt>
    <dgm:pt modelId="{4B8F77C5-96C1-4F04-8826-C7243F156718}" type="pres">
      <dgm:prSet presAssocID="{50FE5365-3408-49BD-9657-E12866A7024C}" presName="vert1" presStyleCnt="0"/>
      <dgm:spPr/>
    </dgm:pt>
    <dgm:pt modelId="{3DAA5F97-857B-44F7-B191-66001F64BF30}" type="pres">
      <dgm:prSet presAssocID="{955067F0-040B-46FC-A2F1-ED21B91FE062}" presName="thickLine" presStyleLbl="alignNode1" presStyleIdx="3" presStyleCnt="4"/>
      <dgm:spPr/>
    </dgm:pt>
    <dgm:pt modelId="{67D737CA-CCB4-461F-B135-774494223C58}" type="pres">
      <dgm:prSet presAssocID="{955067F0-040B-46FC-A2F1-ED21B91FE062}" presName="horz1" presStyleCnt="0"/>
      <dgm:spPr/>
    </dgm:pt>
    <dgm:pt modelId="{CC9E3C80-6472-4855-9891-3693B1E3ECC7}" type="pres">
      <dgm:prSet presAssocID="{955067F0-040B-46FC-A2F1-ED21B91FE062}" presName="tx1" presStyleLbl="revTx" presStyleIdx="3" presStyleCnt="4"/>
      <dgm:spPr/>
    </dgm:pt>
    <dgm:pt modelId="{C6EDF31C-8C77-41A6-911D-5AB13D95C6C0}" type="pres">
      <dgm:prSet presAssocID="{955067F0-040B-46FC-A2F1-ED21B91FE062}" presName="vert1" presStyleCnt="0"/>
      <dgm:spPr/>
    </dgm:pt>
  </dgm:ptLst>
  <dgm:cxnLst>
    <dgm:cxn modelId="{62D89C00-4092-4AE0-BD55-C370B1F2CDE2}" srcId="{445558CB-F19D-4164-9EE0-B753205A4F85}" destId="{B391C3F0-2328-47D2-9CB0-7BE0336E3A42}" srcOrd="1" destOrd="0" parTransId="{9C983F1F-F4EC-45FE-9793-73B8C6ABEFCD}" sibTransId="{F39EB637-8D32-4453-8C6D-B72D5F00D031}"/>
    <dgm:cxn modelId="{2D299C08-8F1D-4A21-BA44-100A849B8127}" type="presOf" srcId="{955067F0-040B-46FC-A2F1-ED21B91FE062}" destId="{CC9E3C80-6472-4855-9891-3693B1E3ECC7}" srcOrd="0" destOrd="0" presId="urn:microsoft.com/office/officeart/2008/layout/LinedList"/>
    <dgm:cxn modelId="{ABD05855-4E48-423A-8F54-EE5243458CF3}" srcId="{445558CB-F19D-4164-9EE0-B753205A4F85}" destId="{50FE5365-3408-49BD-9657-E12866A7024C}" srcOrd="2" destOrd="0" parTransId="{98E373AB-8CEE-4642-98C7-5BAD286CA19C}" sibTransId="{6D9426B1-1AB9-415C-80E3-2714FF2B5458}"/>
    <dgm:cxn modelId="{00E2F89F-969D-4135-9A5C-D0D57C5FB4B2}" type="presOf" srcId="{FE8173F3-22AD-429B-9815-8D740D15F55C}" destId="{C3C518DB-9798-4244-993F-32BD9534E4A2}" srcOrd="0" destOrd="0" presId="urn:microsoft.com/office/officeart/2008/layout/LinedList"/>
    <dgm:cxn modelId="{56FF4BAF-1A0A-4035-AD7D-CB301184CF26}" srcId="{445558CB-F19D-4164-9EE0-B753205A4F85}" destId="{955067F0-040B-46FC-A2F1-ED21B91FE062}" srcOrd="3" destOrd="0" parTransId="{495C8C8E-B7DE-44EB-906D-03C139B44495}" sibTransId="{E8E5F9CF-7277-4825-8A66-45003D5D118B}"/>
    <dgm:cxn modelId="{5BDFE2B4-7213-4339-A727-D791FD26A6A3}" srcId="{445558CB-F19D-4164-9EE0-B753205A4F85}" destId="{FE8173F3-22AD-429B-9815-8D740D15F55C}" srcOrd="0" destOrd="0" parTransId="{3FAABC50-F411-4D27-93AA-81997D85C176}" sibTransId="{320912DB-AB73-4EDC-BBD6-DFCB513B53C5}"/>
    <dgm:cxn modelId="{57F385BC-8FEE-4623-8E09-3BB2570DB26D}" type="presOf" srcId="{50FE5365-3408-49BD-9657-E12866A7024C}" destId="{223E4F18-6E5B-4240-B3A3-CF6D3080BDDA}" srcOrd="0" destOrd="0" presId="urn:microsoft.com/office/officeart/2008/layout/LinedList"/>
    <dgm:cxn modelId="{D2FD66D3-104D-447F-9FB4-A58A6DC34D67}" type="presOf" srcId="{B391C3F0-2328-47D2-9CB0-7BE0336E3A42}" destId="{0238DFF3-7CFE-48C9-AF4C-BAFF8DBF0A9A}" srcOrd="0" destOrd="0" presId="urn:microsoft.com/office/officeart/2008/layout/LinedList"/>
    <dgm:cxn modelId="{739D44D4-B19A-4D79-8D00-E9EE2A212A75}" type="presOf" srcId="{445558CB-F19D-4164-9EE0-B753205A4F85}" destId="{CC63C41D-1635-4DBE-AF8C-A9B0C7C05E8F}" srcOrd="0" destOrd="0" presId="urn:microsoft.com/office/officeart/2008/layout/LinedList"/>
    <dgm:cxn modelId="{A9D1581D-63C7-41E3-B758-5DE71DC028D9}" type="presParOf" srcId="{CC63C41D-1635-4DBE-AF8C-A9B0C7C05E8F}" destId="{A67DB083-2615-4CDC-AA9C-0ECBBF5A9570}" srcOrd="0" destOrd="0" presId="urn:microsoft.com/office/officeart/2008/layout/LinedList"/>
    <dgm:cxn modelId="{B24B743D-877C-4B4C-8AC3-FD008EC10FF8}" type="presParOf" srcId="{CC63C41D-1635-4DBE-AF8C-A9B0C7C05E8F}" destId="{20F6908A-7769-4436-8FF7-972BD2D06617}" srcOrd="1" destOrd="0" presId="urn:microsoft.com/office/officeart/2008/layout/LinedList"/>
    <dgm:cxn modelId="{388296CC-EB13-4DBF-B45B-CAD132C1C1BD}" type="presParOf" srcId="{20F6908A-7769-4436-8FF7-972BD2D06617}" destId="{C3C518DB-9798-4244-993F-32BD9534E4A2}" srcOrd="0" destOrd="0" presId="urn:microsoft.com/office/officeart/2008/layout/LinedList"/>
    <dgm:cxn modelId="{5E6A07D8-2DA3-4D22-8B2A-A34B478E42C8}" type="presParOf" srcId="{20F6908A-7769-4436-8FF7-972BD2D06617}" destId="{6892543C-DFDF-4AEE-91B4-90DE635901CB}" srcOrd="1" destOrd="0" presId="urn:microsoft.com/office/officeart/2008/layout/LinedList"/>
    <dgm:cxn modelId="{67FA4BA0-8CB0-4D56-93F9-86DFA1737683}" type="presParOf" srcId="{CC63C41D-1635-4DBE-AF8C-A9B0C7C05E8F}" destId="{BBA2EE64-CF56-4AD4-A1E8-426EB6248BF2}" srcOrd="2" destOrd="0" presId="urn:microsoft.com/office/officeart/2008/layout/LinedList"/>
    <dgm:cxn modelId="{6B028F40-F596-4501-A934-8E4698DA93C5}" type="presParOf" srcId="{CC63C41D-1635-4DBE-AF8C-A9B0C7C05E8F}" destId="{75911643-D194-413F-8D23-5A549F6309DC}" srcOrd="3" destOrd="0" presId="urn:microsoft.com/office/officeart/2008/layout/LinedList"/>
    <dgm:cxn modelId="{60D9A21F-90C9-4980-AA97-322EDC7DA9AF}" type="presParOf" srcId="{75911643-D194-413F-8D23-5A549F6309DC}" destId="{0238DFF3-7CFE-48C9-AF4C-BAFF8DBF0A9A}" srcOrd="0" destOrd="0" presId="urn:microsoft.com/office/officeart/2008/layout/LinedList"/>
    <dgm:cxn modelId="{3DFABFCF-FD48-47C9-907F-8168ECB1F9B9}" type="presParOf" srcId="{75911643-D194-413F-8D23-5A549F6309DC}" destId="{A512718E-37EB-498D-B33A-E11B28E14EB0}" srcOrd="1" destOrd="0" presId="urn:microsoft.com/office/officeart/2008/layout/LinedList"/>
    <dgm:cxn modelId="{1AD020B7-0C19-4324-8EA7-DCDDBE0D3975}" type="presParOf" srcId="{CC63C41D-1635-4DBE-AF8C-A9B0C7C05E8F}" destId="{273F060C-3F0A-4B99-B4FC-769B72AE25AA}" srcOrd="4" destOrd="0" presId="urn:microsoft.com/office/officeart/2008/layout/LinedList"/>
    <dgm:cxn modelId="{22D15F98-4BFE-4A55-8094-FFDF97126403}" type="presParOf" srcId="{CC63C41D-1635-4DBE-AF8C-A9B0C7C05E8F}" destId="{5F0E898C-03B6-4805-A1B0-9D617E070A01}" srcOrd="5" destOrd="0" presId="urn:microsoft.com/office/officeart/2008/layout/LinedList"/>
    <dgm:cxn modelId="{598A4CC0-1F0C-44FD-B83B-BC5BC8A6E197}" type="presParOf" srcId="{5F0E898C-03B6-4805-A1B0-9D617E070A01}" destId="{223E4F18-6E5B-4240-B3A3-CF6D3080BDDA}" srcOrd="0" destOrd="0" presId="urn:microsoft.com/office/officeart/2008/layout/LinedList"/>
    <dgm:cxn modelId="{6C065B30-B32B-4CFF-B1F8-33DE865C9C17}" type="presParOf" srcId="{5F0E898C-03B6-4805-A1B0-9D617E070A01}" destId="{4B8F77C5-96C1-4F04-8826-C7243F156718}" srcOrd="1" destOrd="0" presId="urn:microsoft.com/office/officeart/2008/layout/LinedList"/>
    <dgm:cxn modelId="{89101B5B-B1E6-4909-9A2C-C8CAC712A40E}" type="presParOf" srcId="{CC63C41D-1635-4DBE-AF8C-A9B0C7C05E8F}" destId="{3DAA5F97-857B-44F7-B191-66001F64BF30}" srcOrd="6" destOrd="0" presId="urn:microsoft.com/office/officeart/2008/layout/LinedList"/>
    <dgm:cxn modelId="{7A1A312C-5F3F-48E2-8BF1-981BE357FB42}" type="presParOf" srcId="{CC63C41D-1635-4DBE-AF8C-A9B0C7C05E8F}" destId="{67D737CA-CCB4-461F-B135-774494223C58}" srcOrd="7" destOrd="0" presId="urn:microsoft.com/office/officeart/2008/layout/LinedList"/>
    <dgm:cxn modelId="{8270AABB-73F0-4745-8949-F1E87A5666E7}" type="presParOf" srcId="{67D737CA-CCB4-461F-B135-774494223C58}" destId="{CC9E3C80-6472-4855-9891-3693B1E3ECC7}" srcOrd="0" destOrd="0" presId="urn:microsoft.com/office/officeart/2008/layout/LinedList"/>
    <dgm:cxn modelId="{8A4B99E6-99B3-443A-A562-C39B36F7435A}" type="presParOf" srcId="{67D737CA-CCB4-461F-B135-774494223C58}" destId="{C6EDF31C-8C77-41A6-911D-5AB13D95C6C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877D99-19F4-40E6-986C-ABCA5E7CFA20}"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FDEE64FA-D9EA-45C7-8E47-E7EE3B601393}">
      <dgm:prSet/>
      <dgm:spPr/>
      <dgm:t>
        <a:bodyPr/>
        <a:lstStyle/>
        <a:p>
          <a:r>
            <a:rPr lang="en-US"/>
            <a:t>Practitioner’s office</a:t>
          </a:r>
        </a:p>
      </dgm:t>
    </dgm:pt>
    <dgm:pt modelId="{54EC6194-B905-47EF-BBB3-B3EFF22F35CF}" type="parTrans" cxnId="{BFCC476D-7FDE-40FF-8F8C-329F91FED045}">
      <dgm:prSet/>
      <dgm:spPr/>
      <dgm:t>
        <a:bodyPr/>
        <a:lstStyle/>
        <a:p>
          <a:endParaRPr lang="en-US"/>
        </a:p>
      </dgm:t>
    </dgm:pt>
    <dgm:pt modelId="{1DF78A96-BB15-4031-A776-DAAD37707C13}" type="sibTrans" cxnId="{BFCC476D-7FDE-40FF-8F8C-329F91FED045}">
      <dgm:prSet/>
      <dgm:spPr/>
      <dgm:t>
        <a:bodyPr/>
        <a:lstStyle/>
        <a:p>
          <a:endParaRPr lang="en-US"/>
        </a:p>
      </dgm:t>
    </dgm:pt>
    <dgm:pt modelId="{F7FC276E-A652-4ECB-A53E-628B0FAA3C7B}">
      <dgm:prSet/>
      <dgm:spPr/>
      <dgm:t>
        <a:bodyPr/>
        <a:lstStyle/>
        <a:p>
          <a:r>
            <a:rPr lang="en-US"/>
            <a:t>The family</a:t>
          </a:r>
        </a:p>
      </dgm:t>
    </dgm:pt>
    <dgm:pt modelId="{4FE97F9D-91B7-47A5-90A7-4B14D3B142AB}" type="parTrans" cxnId="{8FCA3FEE-09A8-419B-8597-DC0BB4A43D2D}">
      <dgm:prSet/>
      <dgm:spPr/>
      <dgm:t>
        <a:bodyPr/>
        <a:lstStyle/>
        <a:p>
          <a:endParaRPr lang="en-US"/>
        </a:p>
      </dgm:t>
    </dgm:pt>
    <dgm:pt modelId="{8E2FA8B1-754E-49CA-BA96-6EB8CB9C8163}" type="sibTrans" cxnId="{8FCA3FEE-09A8-419B-8597-DC0BB4A43D2D}">
      <dgm:prSet/>
      <dgm:spPr/>
      <dgm:t>
        <a:bodyPr/>
        <a:lstStyle/>
        <a:p>
          <a:endParaRPr lang="en-US"/>
        </a:p>
      </dgm:t>
    </dgm:pt>
    <dgm:pt modelId="{9B1304AE-3934-4466-9AE8-7E442CBE391E}">
      <dgm:prSet/>
      <dgm:spPr/>
      <dgm:t>
        <a:bodyPr/>
        <a:lstStyle/>
        <a:p>
          <a:r>
            <a:rPr lang="en-US"/>
            <a:t>Self-help groups</a:t>
          </a:r>
        </a:p>
      </dgm:t>
    </dgm:pt>
    <dgm:pt modelId="{7F8EBD13-91A0-4338-BF06-3043D1FFCCCE}" type="parTrans" cxnId="{F3E0A476-4BCF-4941-B88B-6F390783BE51}">
      <dgm:prSet/>
      <dgm:spPr/>
      <dgm:t>
        <a:bodyPr/>
        <a:lstStyle/>
        <a:p>
          <a:endParaRPr lang="en-US"/>
        </a:p>
      </dgm:t>
    </dgm:pt>
    <dgm:pt modelId="{C579B315-9705-4FB8-9D6A-128985170F5E}" type="sibTrans" cxnId="{F3E0A476-4BCF-4941-B88B-6F390783BE51}">
      <dgm:prSet/>
      <dgm:spPr/>
      <dgm:t>
        <a:bodyPr/>
        <a:lstStyle/>
        <a:p>
          <a:endParaRPr lang="en-US"/>
        </a:p>
      </dgm:t>
    </dgm:pt>
    <dgm:pt modelId="{50DEE18D-EDAE-4252-A506-7C20DA42140C}">
      <dgm:prSet/>
      <dgm:spPr/>
      <dgm:t>
        <a:bodyPr/>
        <a:lstStyle/>
        <a:p>
          <a:r>
            <a:rPr lang="en-US"/>
            <a:t>Schools</a:t>
          </a:r>
        </a:p>
      </dgm:t>
    </dgm:pt>
    <dgm:pt modelId="{9DF28D8E-0337-4E0D-A0EE-FEAF39629915}" type="parTrans" cxnId="{0CFFCB35-3233-485E-BAF3-66A5E3C22687}">
      <dgm:prSet/>
      <dgm:spPr/>
      <dgm:t>
        <a:bodyPr/>
        <a:lstStyle/>
        <a:p>
          <a:endParaRPr lang="en-US"/>
        </a:p>
      </dgm:t>
    </dgm:pt>
    <dgm:pt modelId="{2850AFA2-D512-4081-BC6B-6377444B6B74}" type="sibTrans" cxnId="{0CFFCB35-3233-485E-BAF3-66A5E3C22687}">
      <dgm:prSet/>
      <dgm:spPr/>
      <dgm:t>
        <a:bodyPr/>
        <a:lstStyle/>
        <a:p>
          <a:endParaRPr lang="en-US"/>
        </a:p>
      </dgm:t>
    </dgm:pt>
    <dgm:pt modelId="{FF236B73-FE0F-4FE5-84A8-1EFB768E62CD}">
      <dgm:prSet/>
      <dgm:spPr/>
      <dgm:t>
        <a:bodyPr/>
        <a:lstStyle/>
        <a:p>
          <a:r>
            <a:rPr lang="en-US"/>
            <a:t>Workplace</a:t>
          </a:r>
        </a:p>
      </dgm:t>
    </dgm:pt>
    <dgm:pt modelId="{424037F8-746F-46A8-AEEF-533233E79A45}" type="parTrans" cxnId="{67EFEBAE-F2EC-452A-8148-506A2D8F184A}">
      <dgm:prSet/>
      <dgm:spPr/>
      <dgm:t>
        <a:bodyPr/>
        <a:lstStyle/>
        <a:p>
          <a:endParaRPr lang="en-US"/>
        </a:p>
      </dgm:t>
    </dgm:pt>
    <dgm:pt modelId="{5D8A1526-4CB3-4313-914A-5B05585AE859}" type="sibTrans" cxnId="{67EFEBAE-F2EC-452A-8148-506A2D8F184A}">
      <dgm:prSet/>
      <dgm:spPr/>
      <dgm:t>
        <a:bodyPr/>
        <a:lstStyle/>
        <a:p>
          <a:endParaRPr lang="en-US"/>
        </a:p>
      </dgm:t>
    </dgm:pt>
    <dgm:pt modelId="{517B552C-7706-4EA5-88FC-49BB6185FE56}">
      <dgm:prSet/>
      <dgm:spPr/>
      <dgm:t>
        <a:bodyPr/>
        <a:lstStyle/>
        <a:p>
          <a:r>
            <a:rPr lang="en-US"/>
            <a:t>Community</a:t>
          </a:r>
        </a:p>
      </dgm:t>
    </dgm:pt>
    <dgm:pt modelId="{D8C1BCD7-B240-4A5C-98F5-B67A6F953F5E}" type="parTrans" cxnId="{B9D6CA66-B120-4D4F-B205-D53A346E56ED}">
      <dgm:prSet/>
      <dgm:spPr/>
      <dgm:t>
        <a:bodyPr/>
        <a:lstStyle/>
        <a:p>
          <a:endParaRPr lang="en-US"/>
        </a:p>
      </dgm:t>
    </dgm:pt>
    <dgm:pt modelId="{4562943F-CC9B-466F-8D06-C4F157F30735}" type="sibTrans" cxnId="{B9D6CA66-B120-4D4F-B205-D53A346E56ED}">
      <dgm:prSet/>
      <dgm:spPr/>
      <dgm:t>
        <a:bodyPr/>
        <a:lstStyle/>
        <a:p>
          <a:endParaRPr lang="en-US"/>
        </a:p>
      </dgm:t>
    </dgm:pt>
    <dgm:pt modelId="{F8AEC29D-AE2B-4625-986C-B61A975E95DE}">
      <dgm:prSet/>
      <dgm:spPr/>
      <dgm:t>
        <a:bodyPr/>
        <a:lstStyle/>
        <a:p>
          <a:r>
            <a:rPr lang="en-US"/>
            <a:t>Media/ online</a:t>
          </a:r>
        </a:p>
      </dgm:t>
    </dgm:pt>
    <dgm:pt modelId="{3E78EE5C-E9BF-4A6A-AEFA-5F6029698979}" type="parTrans" cxnId="{CA262882-6245-47C1-9CE8-F182730C6D3B}">
      <dgm:prSet/>
      <dgm:spPr/>
      <dgm:t>
        <a:bodyPr/>
        <a:lstStyle/>
        <a:p>
          <a:endParaRPr lang="en-US"/>
        </a:p>
      </dgm:t>
    </dgm:pt>
    <dgm:pt modelId="{AF74B0C3-9017-4DAD-BD2A-2134701DBDF0}" type="sibTrans" cxnId="{CA262882-6245-47C1-9CE8-F182730C6D3B}">
      <dgm:prSet/>
      <dgm:spPr/>
      <dgm:t>
        <a:bodyPr/>
        <a:lstStyle/>
        <a:p>
          <a:endParaRPr lang="en-US"/>
        </a:p>
      </dgm:t>
    </dgm:pt>
    <dgm:pt modelId="{7A34FE14-9E8C-49F9-8F79-A82564CF9E08}" type="pres">
      <dgm:prSet presAssocID="{4B877D99-19F4-40E6-986C-ABCA5E7CFA20}" presName="vert0" presStyleCnt="0">
        <dgm:presLayoutVars>
          <dgm:dir/>
          <dgm:animOne val="branch"/>
          <dgm:animLvl val="lvl"/>
        </dgm:presLayoutVars>
      </dgm:prSet>
      <dgm:spPr/>
    </dgm:pt>
    <dgm:pt modelId="{C7AB3B18-A232-4652-9146-1F2C726A1607}" type="pres">
      <dgm:prSet presAssocID="{FDEE64FA-D9EA-45C7-8E47-E7EE3B601393}" presName="thickLine" presStyleLbl="alignNode1" presStyleIdx="0" presStyleCnt="7"/>
      <dgm:spPr/>
    </dgm:pt>
    <dgm:pt modelId="{B224DCA5-116F-4299-8C9B-535C682F0C16}" type="pres">
      <dgm:prSet presAssocID="{FDEE64FA-D9EA-45C7-8E47-E7EE3B601393}" presName="horz1" presStyleCnt="0"/>
      <dgm:spPr/>
    </dgm:pt>
    <dgm:pt modelId="{2565ECFC-5F93-451A-A4D6-56D4F3A81531}" type="pres">
      <dgm:prSet presAssocID="{FDEE64FA-D9EA-45C7-8E47-E7EE3B601393}" presName="tx1" presStyleLbl="revTx" presStyleIdx="0" presStyleCnt="7"/>
      <dgm:spPr/>
    </dgm:pt>
    <dgm:pt modelId="{76C772A2-C021-4CA5-8C9F-01B0C9CFE6E1}" type="pres">
      <dgm:prSet presAssocID="{FDEE64FA-D9EA-45C7-8E47-E7EE3B601393}" presName="vert1" presStyleCnt="0"/>
      <dgm:spPr/>
    </dgm:pt>
    <dgm:pt modelId="{8A632629-8765-4AAE-B514-99E42F723EF4}" type="pres">
      <dgm:prSet presAssocID="{F7FC276E-A652-4ECB-A53E-628B0FAA3C7B}" presName="thickLine" presStyleLbl="alignNode1" presStyleIdx="1" presStyleCnt="7"/>
      <dgm:spPr/>
    </dgm:pt>
    <dgm:pt modelId="{44217BA8-EB52-45A6-A137-5C9EE585054E}" type="pres">
      <dgm:prSet presAssocID="{F7FC276E-A652-4ECB-A53E-628B0FAA3C7B}" presName="horz1" presStyleCnt="0"/>
      <dgm:spPr/>
    </dgm:pt>
    <dgm:pt modelId="{5049EC66-4DF2-45A6-8CC0-8E1ABD72F4D5}" type="pres">
      <dgm:prSet presAssocID="{F7FC276E-A652-4ECB-A53E-628B0FAA3C7B}" presName="tx1" presStyleLbl="revTx" presStyleIdx="1" presStyleCnt="7"/>
      <dgm:spPr/>
    </dgm:pt>
    <dgm:pt modelId="{ACF90E60-850C-49F9-A63A-053618EDC8A7}" type="pres">
      <dgm:prSet presAssocID="{F7FC276E-A652-4ECB-A53E-628B0FAA3C7B}" presName="vert1" presStyleCnt="0"/>
      <dgm:spPr/>
    </dgm:pt>
    <dgm:pt modelId="{15157213-F365-4ED4-994B-4807F469107A}" type="pres">
      <dgm:prSet presAssocID="{9B1304AE-3934-4466-9AE8-7E442CBE391E}" presName="thickLine" presStyleLbl="alignNode1" presStyleIdx="2" presStyleCnt="7"/>
      <dgm:spPr/>
    </dgm:pt>
    <dgm:pt modelId="{93FF3605-C426-4588-8618-50C1A6AF0D90}" type="pres">
      <dgm:prSet presAssocID="{9B1304AE-3934-4466-9AE8-7E442CBE391E}" presName="horz1" presStyleCnt="0"/>
      <dgm:spPr/>
    </dgm:pt>
    <dgm:pt modelId="{24BF22E1-CD86-4C3A-8CDC-0DCC8F9ACDE4}" type="pres">
      <dgm:prSet presAssocID="{9B1304AE-3934-4466-9AE8-7E442CBE391E}" presName="tx1" presStyleLbl="revTx" presStyleIdx="2" presStyleCnt="7"/>
      <dgm:spPr/>
    </dgm:pt>
    <dgm:pt modelId="{7F5DA541-4C84-429A-BCE9-7A84A5CF612F}" type="pres">
      <dgm:prSet presAssocID="{9B1304AE-3934-4466-9AE8-7E442CBE391E}" presName="vert1" presStyleCnt="0"/>
      <dgm:spPr/>
    </dgm:pt>
    <dgm:pt modelId="{7277C179-E858-4965-8545-635BB0CE6EF8}" type="pres">
      <dgm:prSet presAssocID="{50DEE18D-EDAE-4252-A506-7C20DA42140C}" presName="thickLine" presStyleLbl="alignNode1" presStyleIdx="3" presStyleCnt="7"/>
      <dgm:spPr/>
    </dgm:pt>
    <dgm:pt modelId="{29ED05E6-C63E-462E-9FE5-8575AD9DEEE7}" type="pres">
      <dgm:prSet presAssocID="{50DEE18D-EDAE-4252-A506-7C20DA42140C}" presName="horz1" presStyleCnt="0"/>
      <dgm:spPr/>
    </dgm:pt>
    <dgm:pt modelId="{F8A27285-7C3D-422F-A871-BCE6D173928E}" type="pres">
      <dgm:prSet presAssocID="{50DEE18D-EDAE-4252-A506-7C20DA42140C}" presName="tx1" presStyleLbl="revTx" presStyleIdx="3" presStyleCnt="7"/>
      <dgm:spPr/>
    </dgm:pt>
    <dgm:pt modelId="{46B4C4F9-9264-41AF-B9C6-9544EBEBB99F}" type="pres">
      <dgm:prSet presAssocID="{50DEE18D-EDAE-4252-A506-7C20DA42140C}" presName="vert1" presStyleCnt="0"/>
      <dgm:spPr/>
    </dgm:pt>
    <dgm:pt modelId="{5C41EAD1-2EC2-4254-8DA8-368399EF9BFC}" type="pres">
      <dgm:prSet presAssocID="{FF236B73-FE0F-4FE5-84A8-1EFB768E62CD}" presName="thickLine" presStyleLbl="alignNode1" presStyleIdx="4" presStyleCnt="7"/>
      <dgm:spPr/>
    </dgm:pt>
    <dgm:pt modelId="{C1E23414-6629-4390-9CDB-22687E912CAE}" type="pres">
      <dgm:prSet presAssocID="{FF236B73-FE0F-4FE5-84A8-1EFB768E62CD}" presName="horz1" presStyleCnt="0"/>
      <dgm:spPr/>
    </dgm:pt>
    <dgm:pt modelId="{0A6E8E3B-1E41-4B55-81B2-427226323E13}" type="pres">
      <dgm:prSet presAssocID="{FF236B73-FE0F-4FE5-84A8-1EFB768E62CD}" presName="tx1" presStyleLbl="revTx" presStyleIdx="4" presStyleCnt="7"/>
      <dgm:spPr/>
    </dgm:pt>
    <dgm:pt modelId="{3385362F-85E5-4A70-83F3-44629211F6D1}" type="pres">
      <dgm:prSet presAssocID="{FF236B73-FE0F-4FE5-84A8-1EFB768E62CD}" presName="vert1" presStyleCnt="0"/>
      <dgm:spPr/>
    </dgm:pt>
    <dgm:pt modelId="{9E5DC62E-7C7F-403D-93AD-4C7936A5A705}" type="pres">
      <dgm:prSet presAssocID="{517B552C-7706-4EA5-88FC-49BB6185FE56}" presName="thickLine" presStyleLbl="alignNode1" presStyleIdx="5" presStyleCnt="7"/>
      <dgm:spPr/>
    </dgm:pt>
    <dgm:pt modelId="{BFCACA46-7758-48C8-BA19-17D4586583C9}" type="pres">
      <dgm:prSet presAssocID="{517B552C-7706-4EA5-88FC-49BB6185FE56}" presName="horz1" presStyleCnt="0"/>
      <dgm:spPr/>
    </dgm:pt>
    <dgm:pt modelId="{6849C775-0530-42E8-839E-55C836509E95}" type="pres">
      <dgm:prSet presAssocID="{517B552C-7706-4EA5-88FC-49BB6185FE56}" presName="tx1" presStyleLbl="revTx" presStyleIdx="5" presStyleCnt="7"/>
      <dgm:spPr/>
    </dgm:pt>
    <dgm:pt modelId="{82796747-D046-47B9-9B09-8D5EC23A1113}" type="pres">
      <dgm:prSet presAssocID="{517B552C-7706-4EA5-88FC-49BB6185FE56}" presName="vert1" presStyleCnt="0"/>
      <dgm:spPr/>
    </dgm:pt>
    <dgm:pt modelId="{E06386B6-0FE7-483D-B178-20F36529EE55}" type="pres">
      <dgm:prSet presAssocID="{F8AEC29D-AE2B-4625-986C-B61A975E95DE}" presName="thickLine" presStyleLbl="alignNode1" presStyleIdx="6" presStyleCnt="7"/>
      <dgm:spPr/>
    </dgm:pt>
    <dgm:pt modelId="{2637FA61-2244-4DA8-9C8F-EDB446FE21FB}" type="pres">
      <dgm:prSet presAssocID="{F8AEC29D-AE2B-4625-986C-B61A975E95DE}" presName="horz1" presStyleCnt="0"/>
      <dgm:spPr/>
    </dgm:pt>
    <dgm:pt modelId="{4A06041C-D6B0-4C98-BD7C-87DE09F5DAE4}" type="pres">
      <dgm:prSet presAssocID="{F8AEC29D-AE2B-4625-986C-B61A975E95DE}" presName="tx1" presStyleLbl="revTx" presStyleIdx="6" presStyleCnt="7"/>
      <dgm:spPr/>
    </dgm:pt>
    <dgm:pt modelId="{DCE3779F-4714-442B-9571-1390B65464BA}" type="pres">
      <dgm:prSet presAssocID="{F8AEC29D-AE2B-4625-986C-B61A975E95DE}" presName="vert1" presStyleCnt="0"/>
      <dgm:spPr/>
    </dgm:pt>
  </dgm:ptLst>
  <dgm:cxnLst>
    <dgm:cxn modelId="{DB1F7F18-2780-41F9-A803-CAA48CF25F57}" type="presOf" srcId="{517B552C-7706-4EA5-88FC-49BB6185FE56}" destId="{6849C775-0530-42E8-839E-55C836509E95}" srcOrd="0" destOrd="0" presId="urn:microsoft.com/office/officeart/2008/layout/LinedList"/>
    <dgm:cxn modelId="{9190142E-21FF-4580-95E0-308872185241}" type="presOf" srcId="{4B877D99-19F4-40E6-986C-ABCA5E7CFA20}" destId="{7A34FE14-9E8C-49F9-8F79-A82564CF9E08}" srcOrd="0" destOrd="0" presId="urn:microsoft.com/office/officeart/2008/layout/LinedList"/>
    <dgm:cxn modelId="{0CFFCB35-3233-485E-BAF3-66A5E3C22687}" srcId="{4B877D99-19F4-40E6-986C-ABCA5E7CFA20}" destId="{50DEE18D-EDAE-4252-A506-7C20DA42140C}" srcOrd="3" destOrd="0" parTransId="{9DF28D8E-0337-4E0D-A0EE-FEAF39629915}" sibTransId="{2850AFA2-D512-4081-BC6B-6377444B6B74}"/>
    <dgm:cxn modelId="{F359CD39-5B12-4E20-8DC6-5DF2E8F403AF}" type="presOf" srcId="{9B1304AE-3934-4466-9AE8-7E442CBE391E}" destId="{24BF22E1-CD86-4C3A-8CDC-0DCC8F9ACDE4}" srcOrd="0" destOrd="0" presId="urn:microsoft.com/office/officeart/2008/layout/LinedList"/>
    <dgm:cxn modelId="{7818C362-F021-46E3-AC74-BE8A9AEE14AA}" type="presOf" srcId="{F8AEC29D-AE2B-4625-986C-B61A975E95DE}" destId="{4A06041C-D6B0-4C98-BD7C-87DE09F5DAE4}" srcOrd="0" destOrd="0" presId="urn:microsoft.com/office/officeart/2008/layout/LinedList"/>
    <dgm:cxn modelId="{B9D6CA66-B120-4D4F-B205-D53A346E56ED}" srcId="{4B877D99-19F4-40E6-986C-ABCA5E7CFA20}" destId="{517B552C-7706-4EA5-88FC-49BB6185FE56}" srcOrd="5" destOrd="0" parTransId="{D8C1BCD7-B240-4A5C-98F5-B67A6F953F5E}" sibTransId="{4562943F-CC9B-466F-8D06-C4F157F30735}"/>
    <dgm:cxn modelId="{3B151F6C-FCC3-4CB4-94A0-E9D28A8FA6C6}" type="presOf" srcId="{F7FC276E-A652-4ECB-A53E-628B0FAA3C7B}" destId="{5049EC66-4DF2-45A6-8CC0-8E1ABD72F4D5}" srcOrd="0" destOrd="0" presId="urn:microsoft.com/office/officeart/2008/layout/LinedList"/>
    <dgm:cxn modelId="{BFCC476D-7FDE-40FF-8F8C-329F91FED045}" srcId="{4B877D99-19F4-40E6-986C-ABCA5E7CFA20}" destId="{FDEE64FA-D9EA-45C7-8E47-E7EE3B601393}" srcOrd="0" destOrd="0" parTransId="{54EC6194-B905-47EF-BBB3-B3EFF22F35CF}" sibTransId="{1DF78A96-BB15-4031-A776-DAAD37707C13}"/>
    <dgm:cxn modelId="{F3E0A476-4BCF-4941-B88B-6F390783BE51}" srcId="{4B877D99-19F4-40E6-986C-ABCA5E7CFA20}" destId="{9B1304AE-3934-4466-9AE8-7E442CBE391E}" srcOrd="2" destOrd="0" parTransId="{7F8EBD13-91A0-4338-BF06-3043D1FFCCCE}" sibTransId="{C579B315-9705-4FB8-9D6A-128985170F5E}"/>
    <dgm:cxn modelId="{CA262882-6245-47C1-9CE8-F182730C6D3B}" srcId="{4B877D99-19F4-40E6-986C-ABCA5E7CFA20}" destId="{F8AEC29D-AE2B-4625-986C-B61A975E95DE}" srcOrd="6" destOrd="0" parTransId="{3E78EE5C-E9BF-4A6A-AEFA-5F6029698979}" sibTransId="{AF74B0C3-9017-4DAD-BD2A-2134701DBDF0}"/>
    <dgm:cxn modelId="{67EFEBAE-F2EC-452A-8148-506A2D8F184A}" srcId="{4B877D99-19F4-40E6-986C-ABCA5E7CFA20}" destId="{FF236B73-FE0F-4FE5-84A8-1EFB768E62CD}" srcOrd="4" destOrd="0" parTransId="{424037F8-746F-46A8-AEEF-533233E79A45}" sibTransId="{5D8A1526-4CB3-4313-914A-5B05585AE859}"/>
    <dgm:cxn modelId="{3F6397D5-608D-4719-969D-4EE03CD037FA}" type="presOf" srcId="{FF236B73-FE0F-4FE5-84A8-1EFB768E62CD}" destId="{0A6E8E3B-1E41-4B55-81B2-427226323E13}" srcOrd="0" destOrd="0" presId="urn:microsoft.com/office/officeart/2008/layout/LinedList"/>
    <dgm:cxn modelId="{8FCA3FEE-09A8-419B-8597-DC0BB4A43D2D}" srcId="{4B877D99-19F4-40E6-986C-ABCA5E7CFA20}" destId="{F7FC276E-A652-4ECB-A53E-628B0FAA3C7B}" srcOrd="1" destOrd="0" parTransId="{4FE97F9D-91B7-47A5-90A7-4B14D3B142AB}" sibTransId="{8E2FA8B1-754E-49CA-BA96-6EB8CB9C8163}"/>
    <dgm:cxn modelId="{F762D5EE-8130-46F9-8058-5945D1C2F42D}" type="presOf" srcId="{50DEE18D-EDAE-4252-A506-7C20DA42140C}" destId="{F8A27285-7C3D-422F-A871-BCE6D173928E}" srcOrd="0" destOrd="0" presId="urn:microsoft.com/office/officeart/2008/layout/LinedList"/>
    <dgm:cxn modelId="{C8359AF9-D029-4F1A-95CC-70D4B3B72CA8}" type="presOf" srcId="{FDEE64FA-D9EA-45C7-8E47-E7EE3B601393}" destId="{2565ECFC-5F93-451A-A4D6-56D4F3A81531}" srcOrd="0" destOrd="0" presId="urn:microsoft.com/office/officeart/2008/layout/LinedList"/>
    <dgm:cxn modelId="{BEF1969F-216B-4A5B-BCD1-965A4A578DB5}" type="presParOf" srcId="{7A34FE14-9E8C-49F9-8F79-A82564CF9E08}" destId="{C7AB3B18-A232-4652-9146-1F2C726A1607}" srcOrd="0" destOrd="0" presId="urn:microsoft.com/office/officeart/2008/layout/LinedList"/>
    <dgm:cxn modelId="{1CD9EC2B-F560-4714-B7FC-B996308959A7}" type="presParOf" srcId="{7A34FE14-9E8C-49F9-8F79-A82564CF9E08}" destId="{B224DCA5-116F-4299-8C9B-535C682F0C16}" srcOrd="1" destOrd="0" presId="urn:microsoft.com/office/officeart/2008/layout/LinedList"/>
    <dgm:cxn modelId="{12689797-087C-47D4-B545-E2A9B216B0D2}" type="presParOf" srcId="{B224DCA5-116F-4299-8C9B-535C682F0C16}" destId="{2565ECFC-5F93-451A-A4D6-56D4F3A81531}" srcOrd="0" destOrd="0" presId="urn:microsoft.com/office/officeart/2008/layout/LinedList"/>
    <dgm:cxn modelId="{2DFC67D7-73A3-479A-8F51-0CFE48E68B0E}" type="presParOf" srcId="{B224DCA5-116F-4299-8C9B-535C682F0C16}" destId="{76C772A2-C021-4CA5-8C9F-01B0C9CFE6E1}" srcOrd="1" destOrd="0" presId="urn:microsoft.com/office/officeart/2008/layout/LinedList"/>
    <dgm:cxn modelId="{07AFEE45-0414-4661-AB63-76FF9D646F29}" type="presParOf" srcId="{7A34FE14-9E8C-49F9-8F79-A82564CF9E08}" destId="{8A632629-8765-4AAE-B514-99E42F723EF4}" srcOrd="2" destOrd="0" presId="urn:microsoft.com/office/officeart/2008/layout/LinedList"/>
    <dgm:cxn modelId="{615DADD1-BD88-4AA1-82AE-2B4F74B51103}" type="presParOf" srcId="{7A34FE14-9E8C-49F9-8F79-A82564CF9E08}" destId="{44217BA8-EB52-45A6-A137-5C9EE585054E}" srcOrd="3" destOrd="0" presId="urn:microsoft.com/office/officeart/2008/layout/LinedList"/>
    <dgm:cxn modelId="{3E37ADF3-6632-4A1A-9916-CD3601840675}" type="presParOf" srcId="{44217BA8-EB52-45A6-A137-5C9EE585054E}" destId="{5049EC66-4DF2-45A6-8CC0-8E1ABD72F4D5}" srcOrd="0" destOrd="0" presId="urn:microsoft.com/office/officeart/2008/layout/LinedList"/>
    <dgm:cxn modelId="{7040C567-D557-4CBB-8C2D-696B828555F2}" type="presParOf" srcId="{44217BA8-EB52-45A6-A137-5C9EE585054E}" destId="{ACF90E60-850C-49F9-A63A-053618EDC8A7}" srcOrd="1" destOrd="0" presId="urn:microsoft.com/office/officeart/2008/layout/LinedList"/>
    <dgm:cxn modelId="{9D23D814-78B0-4BF3-B725-9906BCFA693B}" type="presParOf" srcId="{7A34FE14-9E8C-49F9-8F79-A82564CF9E08}" destId="{15157213-F365-4ED4-994B-4807F469107A}" srcOrd="4" destOrd="0" presId="urn:microsoft.com/office/officeart/2008/layout/LinedList"/>
    <dgm:cxn modelId="{4D6B38D3-B82F-4D5E-846A-2AC81B401E99}" type="presParOf" srcId="{7A34FE14-9E8C-49F9-8F79-A82564CF9E08}" destId="{93FF3605-C426-4588-8618-50C1A6AF0D90}" srcOrd="5" destOrd="0" presId="urn:microsoft.com/office/officeart/2008/layout/LinedList"/>
    <dgm:cxn modelId="{058B25C3-56F2-45EE-88EA-40BDC7C98B44}" type="presParOf" srcId="{93FF3605-C426-4588-8618-50C1A6AF0D90}" destId="{24BF22E1-CD86-4C3A-8CDC-0DCC8F9ACDE4}" srcOrd="0" destOrd="0" presId="urn:microsoft.com/office/officeart/2008/layout/LinedList"/>
    <dgm:cxn modelId="{28627AB9-B195-4577-A2C1-0955624A0F58}" type="presParOf" srcId="{93FF3605-C426-4588-8618-50C1A6AF0D90}" destId="{7F5DA541-4C84-429A-BCE9-7A84A5CF612F}" srcOrd="1" destOrd="0" presId="urn:microsoft.com/office/officeart/2008/layout/LinedList"/>
    <dgm:cxn modelId="{7ADE8B79-3A3C-4916-97E6-4674AB881D73}" type="presParOf" srcId="{7A34FE14-9E8C-49F9-8F79-A82564CF9E08}" destId="{7277C179-E858-4965-8545-635BB0CE6EF8}" srcOrd="6" destOrd="0" presId="urn:microsoft.com/office/officeart/2008/layout/LinedList"/>
    <dgm:cxn modelId="{1BE49E18-32B8-4B43-AC38-FB208C93C6EF}" type="presParOf" srcId="{7A34FE14-9E8C-49F9-8F79-A82564CF9E08}" destId="{29ED05E6-C63E-462E-9FE5-8575AD9DEEE7}" srcOrd="7" destOrd="0" presId="urn:microsoft.com/office/officeart/2008/layout/LinedList"/>
    <dgm:cxn modelId="{3C1207D2-C497-45C7-989F-A4E7132828B1}" type="presParOf" srcId="{29ED05E6-C63E-462E-9FE5-8575AD9DEEE7}" destId="{F8A27285-7C3D-422F-A871-BCE6D173928E}" srcOrd="0" destOrd="0" presId="urn:microsoft.com/office/officeart/2008/layout/LinedList"/>
    <dgm:cxn modelId="{A9ED0874-9638-4100-A3C7-A173A586CA5F}" type="presParOf" srcId="{29ED05E6-C63E-462E-9FE5-8575AD9DEEE7}" destId="{46B4C4F9-9264-41AF-B9C6-9544EBEBB99F}" srcOrd="1" destOrd="0" presId="urn:microsoft.com/office/officeart/2008/layout/LinedList"/>
    <dgm:cxn modelId="{EA697EDC-7046-4A01-952E-796F2E739BFE}" type="presParOf" srcId="{7A34FE14-9E8C-49F9-8F79-A82564CF9E08}" destId="{5C41EAD1-2EC2-4254-8DA8-368399EF9BFC}" srcOrd="8" destOrd="0" presId="urn:microsoft.com/office/officeart/2008/layout/LinedList"/>
    <dgm:cxn modelId="{8ADA31C7-2DC9-453F-BC59-370790E9D8EE}" type="presParOf" srcId="{7A34FE14-9E8C-49F9-8F79-A82564CF9E08}" destId="{C1E23414-6629-4390-9CDB-22687E912CAE}" srcOrd="9" destOrd="0" presId="urn:microsoft.com/office/officeart/2008/layout/LinedList"/>
    <dgm:cxn modelId="{4D969A73-C631-47A3-BED0-B069FAAF119C}" type="presParOf" srcId="{C1E23414-6629-4390-9CDB-22687E912CAE}" destId="{0A6E8E3B-1E41-4B55-81B2-427226323E13}" srcOrd="0" destOrd="0" presId="urn:microsoft.com/office/officeart/2008/layout/LinedList"/>
    <dgm:cxn modelId="{E8431753-98CF-4F5B-8D3A-A2DCBDB7EA32}" type="presParOf" srcId="{C1E23414-6629-4390-9CDB-22687E912CAE}" destId="{3385362F-85E5-4A70-83F3-44629211F6D1}" srcOrd="1" destOrd="0" presId="urn:microsoft.com/office/officeart/2008/layout/LinedList"/>
    <dgm:cxn modelId="{F11F145D-15F7-4662-A03D-072462E9255E}" type="presParOf" srcId="{7A34FE14-9E8C-49F9-8F79-A82564CF9E08}" destId="{9E5DC62E-7C7F-403D-93AD-4C7936A5A705}" srcOrd="10" destOrd="0" presId="urn:microsoft.com/office/officeart/2008/layout/LinedList"/>
    <dgm:cxn modelId="{75D5815A-5DEF-4C76-9548-A71FBB64E6F6}" type="presParOf" srcId="{7A34FE14-9E8C-49F9-8F79-A82564CF9E08}" destId="{BFCACA46-7758-48C8-BA19-17D4586583C9}" srcOrd="11" destOrd="0" presId="urn:microsoft.com/office/officeart/2008/layout/LinedList"/>
    <dgm:cxn modelId="{5607F09D-C21B-4E71-BF6A-533FAC94846C}" type="presParOf" srcId="{BFCACA46-7758-48C8-BA19-17D4586583C9}" destId="{6849C775-0530-42E8-839E-55C836509E95}" srcOrd="0" destOrd="0" presId="urn:microsoft.com/office/officeart/2008/layout/LinedList"/>
    <dgm:cxn modelId="{5369473B-3BD9-4E66-B651-43D09C7F029D}" type="presParOf" srcId="{BFCACA46-7758-48C8-BA19-17D4586583C9}" destId="{82796747-D046-47B9-9B09-8D5EC23A1113}" srcOrd="1" destOrd="0" presId="urn:microsoft.com/office/officeart/2008/layout/LinedList"/>
    <dgm:cxn modelId="{0941E26B-51C1-4C04-A5C3-4A18076EF85E}" type="presParOf" srcId="{7A34FE14-9E8C-49F9-8F79-A82564CF9E08}" destId="{E06386B6-0FE7-483D-B178-20F36529EE55}" srcOrd="12" destOrd="0" presId="urn:microsoft.com/office/officeart/2008/layout/LinedList"/>
    <dgm:cxn modelId="{AF39BCA0-D0C1-4A7A-A305-2F83EBE71D9D}" type="presParOf" srcId="{7A34FE14-9E8C-49F9-8F79-A82564CF9E08}" destId="{2637FA61-2244-4DA8-9C8F-EDB446FE21FB}" srcOrd="13" destOrd="0" presId="urn:microsoft.com/office/officeart/2008/layout/LinedList"/>
    <dgm:cxn modelId="{3AE632D8-AD32-41B4-9D6C-828C05A26784}" type="presParOf" srcId="{2637FA61-2244-4DA8-9C8F-EDB446FE21FB}" destId="{4A06041C-D6B0-4C98-BD7C-87DE09F5DAE4}" srcOrd="0" destOrd="0" presId="urn:microsoft.com/office/officeart/2008/layout/LinedList"/>
    <dgm:cxn modelId="{AA9452E9-B804-4B86-BE83-9256267D5EFD}" type="presParOf" srcId="{2637FA61-2244-4DA8-9C8F-EDB446FE21FB}" destId="{DCE3779F-4714-442B-9571-1390B65464B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7CBE7-1CC8-4173-BB7F-6041EB92E331}">
      <dsp:nvSpPr>
        <dsp:cNvPr id="0" name=""/>
        <dsp:cNvSpPr/>
      </dsp:nvSpPr>
      <dsp:spPr>
        <a:xfrm>
          <a:off x="0" y="2678"/>
          <a:ext cx="62406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37B7E1-B085-45F9-824D-703CEB3D77BA}">
      <dsp:nvSpPr>
        <dsp:cNvPr id="0" name=""/>
        <dsp:cNvSpPr/>
      </dsp:nvSpPr>
      <dsp:spPr>
        <a:xfrm>
          <a:off x="0" y="2678"/>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Health behavior</a:t>
          </a:r>
          <a:r>
            <a:rPr lang="en-US" sz="1800" kern="1200"/>
            <a:t> – a behavior undertaken by people to enhance/ maintain their health</a:t>
          </a:r>
        </a:p>
      </dsp:txBody>
      <dsp:txXfrm>
        <a:off x="0" y="2678"/>
        <a:ext cx="6240668" cy="913507"/>
      </dsp:txXfrm>
    </dsp:sp>
    <dsp:sp modelId="{D1E85A95-5E52-40A2-8899-72FA7DF38A6C}">
      <dsp:nvSpPr>
        <dsp:cNvPr id="0" name=""/>
        <dsp:cNvSpPr/>
      </dsp:nvSpPr>
      <dsp:spPr>
        <a:xfrm>
          <a:off x="0" y="916185"/>
          <a:ext cx="6240668" cy="0"/>
        </a:xfrm>
        <a:prstGeom prst="line">
          <a:avLst/>
        </a:prstGeom>
        <a:solidFill>
          <a:schemeClr val="accent2">
            <a:hueOff val="-191998"/>
            <a:satOff val="-4155"/>
            <a:lumOff val="-588"/>
            <a:alphaOff val="0"/>
          </a:schemeClr>
        </a:solidFill>
        <a:ln w="12700" cap="flat" cmpd="sng" algn="ctr">
          <a:solidFill>
            <a:schemeClr val="accent2">
              <a:hueOff val="-191998"/>
              <a:satOff val="-4155"/>
              <a:lumOff val="-58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D9AACF-3FAF-4CE3-95BD-D051DC12DB6A}">
      <dsp:nvSpPr>
        <dsp:cNvPr id="0" name=""/>
        <dsp:cNvSpPr/>
      </dsp:nvSpPr>
      <dsp:spPr>
        <a:xfrm>
          <a:off x="0" y="916185"/>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Health habit </a:t>
          </a:r>
          <a:r>
            <a:rPr lang="en-US" sz="1800" kern="1200"/>
            <a:t>– a health behavior that is firmly established and maintained automatically</a:t>
          </a:r>
        </a:p>
      </dsp:txBody>
      <dsp:txXfrm>
        <a:off x="0" y="916185"/>
        <a:ext cx="6240668" cy="913507"/>
      </dsp:txXfrm>
    </dsp:sp>
    <dsp:sp modelId="{D8F5266C-7CA6-41C6-BC8E-10E9BA2AB08B}">
      <dsp:nvSpPr>
        <dsp:cNvPr id="0" name=""/>
        <dsp:cNvSpPr/>
      </dsp:nvSpPr>
      <dsp:spPr>
        <a:xfrm>
          <a:off x="0" y="1829692"/>
          <a:ext cx="6240668" cy="0"/>
        </a:xfrm>
        <a:prstGeom prst="line">
          <a:avLst/>
        </a:prstGeom>
        <a:solidFill>
          <a:schemeClr val="accent2">
            <a:hueOff val="-383996"/>
            <a:satOff val="-8310"/>
            <a:lumOff val="-1177"/>
            <a:alphaOff val="0"/>
          </a:schemeClr>
        </a:solidFill>
        <a:ln w="12700" cap="flat" cmpd="sng" algn="ctr">
          <a:solidFill>
            <a:schemeClr val="accent2">
              <a:hueOff val="-383996"/>
              <a:satOff val="-8310"/>
              <a:lumOff val="-1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BBB718-E5E6-4782-B94C-ACF5A2AE6BE8}">
      <dsp:nvSpPr>
        <dsp:cNvPr id="0" name=""/>
        <dsp:cNvSpPr/>
      </dsp:nvSpPr>
      <dsp:spPr>
        <a:xfrm>
          <a:off x="0" y="1829692"/>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Health promotion</a:t>
          </a:r>
          <a:r>
            <a:rPr lang="en-US" sz="1800" kern="1200" dirty="0"/>
            <a:t> – a process of enabling people to increase their knowledge and control over their health</a:t>
          </a:r>
        </a:p>
      </dsp:txBody>
      <dsp:txXfrm>
        <a:off x="0" y="1829692"/>
        <a:ext cx="6240668" cy="913507"/>
      </dsp:txXfrm>
    </dsp:sp>
    <dsp:sp modelId="{2287FB17-A8F6-4110-8308-901DDC9DF7F2}">
      <dsp:nvSpPr>
        <dsp:cNvPr id="0" name=""/>
        <dsp:cNvSpPr/>
      </dsp:nvSpPr>
      <dsp:spPr>
        <a:xfrm>
          <a:off x="0" y="2743200"/>
          <a:ext cx="6240668" cy="0"/>
        </a:xfrm>
        <a:prstGeom prst="line">
          <a:avLst/>
        </a:prstGeom>
        <a:solidFill>
          <a:schemeClr val="accent2">
            <a:hueOff val="-575993"/>
            <a:satOff val="-12464"/>
            <a:lumOff val="-1765"/>
            <a:alphaOff val="0"/>
          </a:schemeClr>
        </a:solidFill>
        <a:ln w="12700" cap="flat" cmpd="sng" algn="ctr">
          <a:solidFill>
            <a:schemeClr val="accent2">
              <a:hueOff val="-575993"/>
              <a:satOff val="-12464"/>
              <a:lumOff val="-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86AAB8-9169-4066-9391-D31515EA74E3}">
      <dsp:nvSpPr>
        <dsp:cNvPr id="0" name=""/>
        <dsp:cNvSpPr/>
      </dsp:nvSpPr>
      <dsp:spPr>
        <a:xfrm>
          <a:off x="0" y="2743200"/>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Primary prevention</a:t>
          </a:r>
          <a:r>
            <a:rPr lang="en-US" sz="1800" kern="1200"/>
            <a:t> – taking measures to combat risk factors for an illness before it has a chance to develop</a:t>
          </a:r>
        </a:p>
      </dsp:txBody>
      <dsp:txXfrm>
        <a:off x="0" y="2743200"/>
        <a:ext cx="6240668" cy="913507"/>
      </dsp:txXfrm>
    </dsp:sp>
    <dsp:sp modelId="{F3B19C84-77D9-43CF-A5F6-EFAEF0C51536}">
      <dsp:nvSpPr>
        <dsp:cNvPr id="0" name=""/>
        <dsp:cNvSpPr/>
      </dsp:nvSpPr>
      <dsp:spPr>
        <a:xfrm>
          <a:off x="0" y="3656707"/>
          <a:ext cx="6240668" cy="0"/>
        </a:xfrm>
        <a:prstGeom prst="line">
          <a:avLst/>
        </a:prstGeom>
        <a:solidFill>
          <a:schemeClr val="accent2">
            <a:hueOff val="-767991"/>
            <a:satOff val="-16619"/>
            <a:lumOff val="-2354"/>
            <a:alphaOff val="0"/>
          </a:schemeClr>
        </a:solidFill>
        <a:ln w="12700" cap="flat" cmpd="sng" algn="ctr">
          <a:solidFill>
            <a:schemeClr val="accent2">
              <a:hueOff val="-767991"/>
              <a:satOff val="-16619"/>
              <a:lumOff val="-23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594BDC-26A6-4EFE-9BAE-B0A3BB6041B2}">
      <dsp:nvSpPr>
        <dsp:cNvPr id="0" name=""/>
        <dsp:cNvSpPr/>
      </dsp:nvSpPr>
      <dsp:spPr>
        <a:xfrm>
          <a:off x="0" y="3656707"/>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Self-efficacy</a:t>
          </a:r>
          <a:r>
            <a:rPr lang="en-US" sz="1800" kern="1200" dirty="0"/>
            <a:t> – the belief that one can control one’s practice of a behavior</a:t>
          </a:r>
        </a:p>
      </dsp:txBody>
      <dsp:txXfrm>
        <a:off x="0" y="3656707"/>
        <a:ext cx="6240668" cy="913507"/>
      </dsp:txXfrm>
    </dsp:sp>
    <dsp:sp modelId="{E164F889-ADBD-4DD5-89FE-AE5A97BA3381}">
      <dsp:nvSpPr>
        <dsp:cNvPr id="0" name=""/>
        <dsp:cNvSpPr/>
      </dsp:nvSpPr>
      <dsp:spPr>
        <a:xfrm>
          <a:off x="0" y="4570214"/>
          <a:ext cx="6240668" cy="0"/>
        </a:xfrm>
        <a:prstGeom prst="line">
          <a:avLst/>
        </a:prstGeom>
        <a:solidFill>
          <a:schemeClr val="accent2">
            <a:hueOff val="-959989"/>
            <a:satOff val="-20774"/>
            <a:lumOff val="-2942"/>
            <a:alphaOff val="0"/>
          </a:schemeClr>
        </a:solidFill>
        <a:ln w="12700" cap="flat" cmpd="sng" algn="ctr">
          <a:solidFill>
            <a:schemeClr val="accent2">
              <a:hueOff val="-959989"/>
              <a:satOff val="-20774"/>
              <a:lumOff val="-29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415CF-0EB9-40DB-86DE-527F5E8A81AE}">
      <dsp:nvSpPr>
        <dsp:cNvPr id="0" name=""/>
        <dsp:cNvSpPr/>
      </dsp:nvSpPr>
      <dsp:spPr>
        <a:xfrm>
          <a:off x="0" y="4570214"/>
          <a:ext cx="6240668" cy="91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Perceived barriers</a:t>
          </a:r>
          <a:r>
            <a:rPr lang="en-US" sz="1800" kern="1200"/>
            <a:t> – aspects of one’s life that interfere with practicing good health behaviors (e.g., safety of location, work requirements, insurance access, etc.)</a:t>
          </a:r>
        </a:p>
      </dsp:txBody>
      <dsp:txXfrm>
        <a:off x="0" y="4570214"/>
        <a:ext cx="6240668" cy="913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E63D4D-A779-410C-B44A-54C2EADA1DF2}">
      <dsp:nvSpPr>
        <dsp:cNvPr id="0" name=""/>
        <dsp:cNvSpPr/>
      </dsp:nvSpPr>
      <dsp:spPr>
        <a:xfrm>
          <a:off x="0" y="3311333"/>
          <a:ext cx="6240668" cy="2172592"/>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Behavioral intentions are made of three components:</a:t>
          </a:r>
        </a:p>
      </dsp:txBody>
      <dsp:txXfrm>
        <a:off x="0" y="3311333"/>
        <a:ext cx="6240668" cy="1173200"/>
      </dsp:txXfrm>
    </dsp:sp>
    <dsp:sp modelId="{9FA83230-C1AC-440E-A2A5-500EE468FE99}">
      <dsp:nvSpPr>
        <dsp:cNvPr id="0" name=""/>
        <dsp:cNvSpPr/>
      </dsp:nvSpPr>
      <dsp:spPr>
        <a:xfrm>
          <a:off x="3047" y="4441081"/>
          <a:ext cx="2078191" cy="999392"/>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Attitudes toward the specific action</a:t>
          </a:r>
        </a:p>
      </dsp:txBody>
      <dsp:txXfrm>
        <a:off x="3047" y="4441081"/>
        <a:ext cx="2078191" cy="999392"/>
      </dsp:txXfrm>
    </dsp:sp>
    <dsp:sp modelId="{437ECCB5-5CB4-4FF0-B645-CA3A5DBD54B0}">
      <dsp:nvSpPr>
        <dsp:cNvPr id="0" name=""/>
        <dsp:cNvSpPr/>
      </dsp:nvSpPr>
      <dsp:spPr>
        <a:xfrm>
          <a:off x="2081238" y="4441081"/>
          <a:ext cx="2078191" cy="999392"/>
        </a:xfrm>
        <a:prstGeom prst="rect">
          <a:avLst/>
        </a:prstGeom>
        <a:solidFill>
          <a:schemeClr val="accent2">
            <a:tint val="40000"/>
            <a:alpha val="90000"/>
            <a:hueOff val="-382982"/>
            <a:satOff val="-9652"/>
            <a:lumOff val="-578"/>
            <a:alphaOff val="0"/>
          </a:schemeClr>
        </a:solidFill>
        <a:ln w="6350" cap="flat" cmpd="sng" algn="ctr">
          <a:solidFill>
            <a:schemeClr val="accent2">
              <a:tint val="40000"/>
              <a:alpha val="90000"/>
              <a:hueOff val="-382982"/>
              <a:satOff val="-9652"/>
              <a:lumOff val="-57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Subjective norms regarding the action</a:t>
          </a:r>
        </a:p>
      </dsp:txBody>
      <dsp:txXfrm>
        <a:off x="2081238" y="4441081"/>
        <a:ext cx="2078191" cy="999392"/>
      </dsp:txXfrm>
    </dsp:sp>
    <dsp:sp modelId="{A5ABA55E-0CD0-4FFA-B00B-208901426B87}">
      <dsp:nvSpPr>
        <dsp:cNvPr id="0" name=""/>
        <dsp:cNvSpPr/>
      </dsp:nvSpPr>
      <dsp:spPr>
        <a:xfrm>
          <a:off x="4159430" y="4441081"/>
          <a:ext cx="2078191" cy="999392"/>
        </a:xfrm>
        <a:prstGeom prst="rect">
          <a:avLst/>
        </a:prstGeom>
        <a:solidFill>
          <a:schemeClr val="accent2">
            <a:tint val="40000"/>
            <a:alpha val="90000"/>
            <a:hueOff val="-765964"/>
            <a:satOff val="-19304"/>
            <a:lumOff val="-1156"/>
            <a:alphaOff val="0"/>
          </a:schemeClr>
        </a:solidFill>
        <a:ln w="6350" cap="flat" cmpd="sng" algn="ctr">
          <a:solidFill>
            <a:schemeClr val="accent2">
              <a:tint val="40000"/>
              <a:alpha val="90000"/>
              <a:hueOff val="-765964"/>
              <a:satOff val="-19304"/>
              <a:lumOff val="-1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Perceived behavioral control</a:t>
          </a:r>
        </a:p>
      </dsp:txBody>
      <dsp:txXfrm>
        <a:off x="4159430" y="4441081"/>
        <a:ext cx="2078191" cy="999392"/>
      </dsp:txXfrm>
    </dsp:sp>
    <dsp:sp modelId="{1724A263-D5B8-48B1-A142-78D1D18C3154}">
      <dsp:nvSpPr>
        <dsp:cNvPr id="0" name=""/>
        <dsp:cNvSpPr/>
      </dsp:nvSpPr>
      <dsp:spPr>
        <a:xfrm rot="10800000">
          <a:off x="0" y="2473"/>
          <a:ext cx="6240668" cy="3341447"/>
        </a:xfrm>
        <a:prstGeom prst="upArrowCallout">
          <a:avLst/>
        </a:prstGeom>
        <a:gradFill rotWithShape="0">
          <a:gsLst>
            <a:gs pos="0">
              <a:schemeClr val="accent2">
                <a:hueOff val="-959989"/>
                <a:satOff val="-20774"/>
                <a:lumOff val="-2942"/>
                <a:alphaOff val="0"/>
                <a:lumMod val="110000"/>
                <a:satMod val="105000"/>
                <a:tint val="67000"/>
              </a:schemeClr>
            </a:gs>
            <a:gs pos="50000">
              <a:schemeClr val="accent2">
                <a:hueOff val="-959989"/>
                <a:satOff val="-20774"/>
                <a:lumOff val="-2942"/>
                <a:alphaOff val="0"/>
                <a:lumMod val="105000"/>
                <a:satMod val="103000"/>
                <a:tint val="73000"/>
              </a:schemeClr>
            </a:gs>
            <a:gs pos="100000">
              <a:schemeClr val="accent2">
                <a:hueOff val="-959989"/>
                <a:satOff val="-20774"/>
                <a:lumOff val="-294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According to this theory, a health behavior is the direct result of a behavioral intention</a:t>
          </a:r>
        </a:p>
      </dsp:txBody>
      <dsp:txXfrm rot="10800000">
        <a:off x="0" y="2473"/>
        <a:ext cx="6240668" cy="21711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A8614-7657-48A7-93F3-98D277A84194}">
      <dsp:nvSpPr>
        <dsp:cNvPr id="0" name=""/>
        <dsp:cNvSpPr/>
      </dsp:nvSpPr>
      <dsp:spPr>
        <a:xfrm>
          <a:off x="0" y="874470"/>
          <a:ext cx="6635260" cy="1614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742994-9B74-4F36-8781-28444A25E009}">
      <dsp:nvSpPr>
        <dsp:cNvPr id="0" name=""/>
        <dsp:cNvSpPr/>
      </dsp:nvSpPr>
      <dsp:spPr>
        <a:xfrm>
          <a:off x="488357" y="1237711"/>
          <a:ext cx="887923" cy="8879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BEF70D-0D62-4A20-B950-8AF185A6CDD1}">
      <dsp:nvSpPr>
        <dsp:cNvPr id="0" name=""/>
        <dsp:cNvSpPr/>
      </dsp:nvSpPr>
      <dsp:spPr>
        <a:xfrm>
          <a:off x="1864639" y="874470"/>
          <a:ext cx="4770620" cy="16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58" tIns="170858" rIns="170858" bIns="170858" numCol="1" spcCol="1270" anchor="ctr" anchorCtr="0">
          <a:noAutofit/>
        </a:bodyPr>
        <a:lstStyle/>
        <a:p>
          <a:pPr marL="0" lvl="0" indent="0" algn="l" defTabSz="844550">
            <a:lnSpc>
              <a:spcPct val="100000"/>
            </a:lnSpc>
            <a:spcBef>
              <a:spcPct val="0"/>
            </a:spcBef>
            <a:spcAft>
              <a:spcPct val="35000"/>
            </a:spcAft>
            <a:buNone/>
          </a:pPr>
          <a:r>
            <a:rPr lang="en-US" sz="1900" kern="1200"/>
            <a:t>Involves systematically rewarding oneself to increase or decrease the occurrence of a target behavior</a:t>
          </a:r>
        </a:p>
      </dsp:txBody>
      <dsp:txXfrm>
        <a:off x="1864639" y="874470"/>
        <a:ext cx="4770620" cy="1614406"/>
      </dsp:txXfrm>
    </dsp:sp>
    <dsp:sp modelId="{F15D57CB-6D87-4E97-B576-B487E63AD3BB}">
      <dsp:nvSpPr>
        <dsp:cNvPr id="0" name=""/>
        <dsp:cNvSpPr/>
      </dsp:nvSpPr>
      <dsp:spPr>
        <a:xfrm>
          <a:off x="0" y="2892478"/>
          <a:ext cx="6635260" cy="1614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9C3AFB-B1FF-4B67-93B3-E82865D44846}">
      <dsp:nvSpPr>
        <dsp:cNvPr id="0" name=""/>
        <dsp:cNvSpPr/>
      </dsp:nvSpPr>
      <dsp:spPr>
        <a:xfrm>
          <a:off x="488357" y="3255719"/>
          <a:ext cx="887923" cy="8879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D917F9-B6FB-4FD2-A206-6459B6DD2AAA}">
      <dsp:nvSpPr>
        <dsp:cNvPr id="0" name=""/>
        <dsp:cNvSpPr/>
      </dsp:nvSpPr>
      <dsp:spPr>
        <a:xfrm>
          <a:off x="1864639" y="2892478"/>
          <a:ext cx="4770620" cy="16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58" tIns="170858" rIns="170858" bIns="170858" numCol="1" spcCol="1270" anchor="ctr" anchorCtr="0">
          <a:noAutofit/>
        </a:bodyPr>
        <a:lstStyle/>
        <a:p>
          <a:pPr marL="0" lvl="0" indent="0" algn="l" defTabSz="844550">
            <a:lnSpc>
              <a:spcPct val="100000"/>
            </a:lnSpc>
            <a:spcBef>
              <a:spcPct val="0"/>
            </a:spcBef>
            <a:spcAft>
              <a:spcPct val="35000"/>
            </a:spcAft>
            <a:buNone/>
          </a:pPr>
          <a:r>
            <a:rPr lang="en-US" sz="1900" b="1" kern="1200"/>
            <a:t>Contingency contracting </a:t>
          </a:r>
          <a:r>
            <a:rPr lang="en-US" sz="1900" kern="1200"/>
            <a:t>– an individual forms a contract with another person (therapist) as a way to hold them accountable for rewarding/ punishing behavior</a:t>
          </a:r>
        </a:p>
      </dsp:txBody>
      <dsp:txXfrm>
        <a:off x="1864639" y="2892478"/>
        <a:ext cx="4770620" cy="16144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7DB083-2615-4CDC-AA9C-0ECBBF5A9570}">
      <dsp:nvSpPr>
        <dsp:cNvPr id="0" name=""/>
        <dsp:cNvSpPr/>
      </dsp:nvSpPr>
      <dsp:spPr>
        <a:xfrm>
          <a:off x="0" y="39"/>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C518DB-9798-4244-993F-32BD9534E4A2}">
      <dsp:nvSpPr>
        <dsp:cNvPr id="0" name=""/>
        <dsp:cNvSpPr/>
      </dsp:nvSpPr>
      <dsp:spPr>
        <a:xfrm>
          <a:off x="0" y="39"/>
          <a:ext cx="8166395" cy="1282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What truly constitutes a “relapse?”</a:t>
          </a:r>
        </a:p>
      </dsp:txBody>
      <dsp:txXfrm>
        <a:off x="0" y="39"/>
        <a:ext cx="8166395" cy="1282275"/>
      </dsp:txXfrm>
    </dsp:sp>
    <dsp:sp modelId="{BBA2EE64-CF56-4AD4-A1E8-426EB6248BF2}">
      <dsp:nvSpPr>
        <dsp:cNvPr id="0" name=""/>
        <dsp:cNvSpPr/>
      </dsp:nvSpPr>
      <dsp:spPr>
        <a:xfrm>
          <a:off x="0" y="978749"/>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8DFF3-7CFE-48C9-AF4C-BAFF8DBF0A9A}">
      <dsp:nvSpPr>
        <dsp:cNvPr id="0" name=""/>
        <dsp:cNvSpPr/>
      </dsp:nvSpPr>
      <dsp:spPr>
        <a:xfrm>
          <a:off x="0" y="1050800"/>
          <a:ext cx="8166395" cy="1282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Abstinence violation effect </a:t>
          </a:r>
          <a:r>
            <a:rPr lang="en-US" sz="2400" kern="1200" dirty="0"/>
            <a:t>– a feeling of loss of control that results when a person has violated self-imposed rules</a:t>
          </a:r>
        </a:p>
      </dsp:txBody>
      <dsp:txXfrm>
        <a:off x="0" y="1050800"/>
        <a:ext cx="8166395" cy="1282275"/>
      </dsp:txXfrm>
    </dsp:sp>
    <dsp:sp modelId="{273F060C-3F0A-4B99-B4FC-769B72AE25AA}">
      <dsp:nvSpPr>
        <dsp:cNvPr id="0" name=""/>
        <dsp:cNvSpPr/>
      </dsp:nvSpPr>
      <dsp:spPr>
        <a:xfrm>
          <a:off x="0" y="2095863"/>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3E4F18-6E5B-4240-B3A3-CF6D3080BDDA}">
      <dsp:nvSpPr>
        <dsp:cNvPr id="0" name=""/>
        <dsp:cNvSpPr/>
      </dsp:nvSpPr>
      <dsp:spPr>
        <a:xfrm>
          <a:off x="7974" y="2303071"/>
          <a:ext cx="8158420" cy="15344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Relapse prevention </a:t>
          </a:r>
          <a:r>
            <a:rPr lang="en-US" sz="2400" kern="1200" dirty="0"/>
            <a:t>– a series of techniques designed to find environments/scenarios that can lead to relapsing, paired with self-talk and other efficacy-promoting techniques to help individuals avoid slipping into previous behavior patterns</a:t>
          </a:r>
        </a:p>
      </dsp:txBody>
      <dsp:txXfrm>
        <a:off x="7974" y="2303071"/>
        <a:ext cx="8158420" cy="1534448"/>
      </dsp:txXfrm>
    </dsp:sp>
    <dsp:sp modelId="{3DAA5F97-857B-44F7-B191-66001F64BF30}">
      <dsp:nvSpPr>
        <dsp:cNvPr id="0" name=""/>
        <dsp:cNvSpPr/>
      </dsp:nvSpPr>
      <dsp:spPr>
        <a:xfrm>
          <a:off x="0" y="4099039"/>
          <a:ext cx="816639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9E3C80-6472-4855-9891-3693B1E3ECC7}">
      <dsp:nvSpPr>
        <dsp:cNvPr id="0" name=""/>
        <dsp:cNvSpPr/>
      </dsp:nvSpPr>
      <dsp:spPr>
        <a:xfrm>
          <a:off x="0" y="4099039"/>
          <a:ext cx="8166395" cy="1282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Lifestyle rebalancing </a:t>
          </a:r>
          <a:r>
            <a:rPr lang="en-US" sz="2400" kern="1200"/>
            <a:t>– adding permanent changes to one’s daily (or weekly) routine to facilitate long-term changes</a:t>
          </a:r>
        </a:p>
      </dsp:txBody>
      <dsp:txXfrm>
        <a:off x="0" y="4099039"/>
        <a:ext cx="8166395" cy="12822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AB3B18-A232-4652-9146-1F2C726A1607}">
      <dsp:nvSpPr>
        <dsp:cNvPr id="0" name=""/>
        <dsp:cNvSpPr/>
      </dsp:nvSpPr>
      <dsp:spPr>
        <a:xfrm>
          <a:off x="0" y="650"/>
          <a:ext cx="57104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65ECFC-5F93-451A-A4D6-56D4F3A81531}">
      <dsp:nvSpPr>
        <dsp:cNvPr id="0" name=""/>
        <dsp:cNvSpPr/>
      </dsp:nvSpPr>
      <dsp:spPr>
        <a:xfrm>
          <a:off x="0" y="650"/>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Practitioner’s office</a:t>
          </a:r>
        </a:p>
      </dsp:txBody>
      <dsp:txXfrm>
        <a:off x="0" y="650"/>
        <a:ext cx="5710450" cy="761123"/>
      </dsp:txXfrm>
    </dsp:sp>
    <dsp:sp modelId="{8A632629-8765-4AAE-B514-99E42F723EF4}">
      <dsp:nvSpPr>
        <dsp:cNvPr id="0" name=""/>
        <dsp:cNvSpPr/>
      </dsp:nvSpPr>
      <dsp:spPr>
        <a:xfrm>
          <a:off x="0" y="761773"/>
          <a:ext cx="571045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49EC66-4DF2-45A6-8CC0-8E1ABD72F4D5}">
      <dsp:nvSpPr>
        <dsp:cNvPr id="0" name=""/>
        <dsp:cNvSpPr/>
      </dsp:nvSpPr>
      <dsp:spPr>
        <a:xfrm>
          <a:off x="0" y="761773"/>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The family</a:t>
          </a:r>
        </a:p>
      </dsp:txBody>
      <dsp:txXfrm>
        <a:off x="0" y="761773"/>
        <a:ext cx="5710450" cy="761123"/>
      </dsp:txXfrm>
    </dsp:sp>
    <dsp:sp modelId="{15157213-F365-4ED4-994B-4807F469107A}">
      <dsp:nvSpPr>
        <dsp:cNvPr id="0" name=""/>
        <dsp:cNvSpPr/>
      </dsp:nvSpPr>
      <dsp:spPr>
        <a:xfrm>
          <a:off x="0" y="1522896"/>
          <a:ext cx="571045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BF22E1-CD86-4C3A-8CDC-0DCC8F9ACDE4}">
      <dsp:nvSpPr>
        <dsp:cNvPr id="0" name=""/>
        <dsp:cNvSpPr/>
      </dsp:nvSpPr>
      <dsp:spPr>
        <a:xfrm>
          <a:off x="0" y="1522896"/>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Self-help groups</a:t>
          </a:r>
        </a:p>
      </dsp:txBody>
      <dsp:txXfrm>
        <a:off x="0" y="1522896"/>
        <a:ext cx="5710450" cy="761123"/>
      </dsp:txXfrm>
    </dsp:sp>
    <dsp:sp modelId="{7277C179-E858-4965-8545-635BB0CE6EF8}">
      <dsp:nvSpPr>
        <dsp:cNvPr id="0" name=""/>
        <dsp:cNvSpPr/>
      </dsp:nvSpPr>
      <dsp:spPr>
        <a:xfrm>
          <a:off x="0" y="2284019"/>
          <a:ext cx="571045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A27285-7C3D-422F-A871-BCE6D173928E}">
      <dsp:nvSpPr>
        <dsp:cNvPr id="0" name=""/>
        <dsp:cNvSpPr/>
      </dsp:nvSpPr>
      <dsp:spPr>
        <a:xfrm>
          <a:off x="0" y="2284019"/>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Schools</a:t>
          </a:r>
        </a:p>
      </dsp:txBody>
      <dsp:txXfrm>
        <a:off x="0" y="2284019"/>
        <a:ext cx="5710450" cy="761123"/>
      </dsp:txXfrm>
    </dsp:sp>
    <dsp:sp modelId="{5C41EAD1-2EC2-4254-8DA8-368399EF9BFC}">
      <dsp:nvSpPr>
        <dsp:cNvPr id="0" name=""/>
        <dsp:cNvSpPr/>
      </dsp:nvSpPr>
      <dsp:spPr>
        <a:xfrm>
          <a:off x="0" y="3045143"/>
          <a:ext cx="571045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6E8E3B-1E41-4B55-81B2-427226323E13}">
      <dsp:nvSpPr>
        <dsp:cNvPr id="0" name=""/>
        <dsp:cNvSpPr/>
      </dsp:nvSpPr>
      <dsp:spPr>
        <a:xfrm>
          <a:off x="0" y="3045143"/>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Workplace</a:t>
          </a:r>
        </a:p>
      </dsp:txBody>
      <dsp:txXfrm>
        <a:off x="0" y="3045143"/>
        <a:ext cx="5710450" cy="761123"/>
      </dsp:txXfrm>
    </dsp:sp>
    <dsp:sp modelId="{9E5DC62E-7C7F-403D-93AD-4C7936A5A705}">
      <dsp:nvSpPr>
        <dsp:cNvPr id="0" name=""/>
        <dsp:cNvSpPr/>
      </dsp:nvSpPr>
      <dsp:spPr>
        <a:xfrm>
          <a:off x="0" y="3806266"/>
          <a:ext cx="57104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49C775-0530-42E8-839E-55C836509E95}">
      <dsp:nvSpPr>
        <dsp:cNvPr id="0" name=""/>
        <dsp:cNvSpPr/>
      </dsp:nvSpPr>
      <dsp:spPr>
        <a:xfrm>
          <a:off x="0" y="3806266"/>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Community</a:t>
          </a:r>
        </a:p>
      </dsp:txBody>
      <dsp:txXfrm>
        <a:off x="0" y="3806266"/>
        <a:ext cx="5710450" cy="761123"/>
      </dsp:txXfrm>
    </dsp:sp>
    <dsp:sp modelId="{E06386B6-0FE7-483D-B178-20F36529EE55}">
      <dsp:nvSpPr>
        <dsp:cNvPr id="0" name=""/>
        <dsp:cNvSpPr/>
      </dsp:nvSpPr>
      <dsp:spPr>
        <a:xfrm>
          <a:off x="0" y="4567389"/>
          <a:ext cx="571045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06041C-D6B0-4C98-BD7C-87DE09F5DAE4}">
      <dsp:nvSpPr>
        <dsp:cNvPr id="0" name=""/>
        <dsp:cNvSpPr/>
      </dsp:nvSpPr>
      <dsp:spPr>
        <a:xfrm>
          <a:off x="0" y="4567389"/>
          <a:ext cx="5710450" cy="76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Media/ online</a:t>
          </a:r>
        </a:p>
      </dsp:txBody>
      <dsp:txXfrm>
        <a:off x="0" y="4567389"/>
        <a:ext cx="5710450" cy="76112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1/28/2026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1/28/2026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48033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86648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57447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24722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7EDD5-74E9-101D-6C1F-2A62F07F9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ACD84-2F4A-43FE-9018-D6F10D202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F1C49-18EE-BD97-6726-884876FBFC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CBB5E-44AF-9C6F-2217-CF45357F8532}"/>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2043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86912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87695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615656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59171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20449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832842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836425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77163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69786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94001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65198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BA94B-0FA7-238F-6D1C-8BC63C3B7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920F8-17D3-34D4-BE5A-6851C9883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384B9-140E-075F-7D7E-10EDD13EF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02A699-E80D-F60E-64F7-A6A9B98AF27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80033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296452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678D-1591-E978-B2B0-C5B7C136B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BBEA-98D7-0952-0FD3-02AC1A130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8366D-A244-94CD-732F-6FCA676A31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540560-FB31-200B-EC2D-A7E5EF9690A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33570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63267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62742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6292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Chapter 3- Health Behaviors</a:t>
            </a:r>
          </a:p>
        </p:txBody>
      </p:sp>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4B38DC-14C7-1586-C962-5043E0D2819E}"/>
              </a:ext>
            </a:extLst>
          </p:cNvPr>
          <p:cNvSpPr>
            <a:spLocks noGrp="1"/>
          </p:cNvSpPr>
          <p:nvPr>
            <p:ph type="title"/>
          </p:nvPr>
        </p:nvSpPr>
        <p:spPr/>
        <p:txBody>
          <a:bodyPr/>
          <a:lstStyle/>
          <a:p>
            <a:r>
              <a:rPr lang="en-US" dirty="0"/>
              <a:t>Agenda</a:t>
            </a:r>
          </a:p>
        </p:txBody>
      </p:sp>
      <p:sp>
        <p:nvSpPr>
          <p:cNvPr id="4" name="Content Placeholder 3">
            <a:extLst>
              <a:ext uri="{FF2B5EF4-FFF2-40B4-BE49-F238E27FC236}">
                <a16:creationId xmlns:a16="http://schemas.microsoft.com/office/drawing/2014/main" id="{1446CD46-A6C4-380F-4397-168869BC86CD}"/>
              </a:ext>
            </a:extLst>
          </p:cNvPr>
          <p:cNvSpPr>
            <a:spLocks noGrp="1"/>
          </p:cNvSpPr>
          <p:nvPr>
            <p:ph idx="1"/>
          </p:nvPr>
        </p:nvSpPr>
        <p:spPr/>
        <p:txBody>
          <a:bodyPr/>
          <a:lstStyle/>
          <a:p>
            <a:pPr marL="342900" indent="-342900">
              <a:buFont typeface="Arial" panose="020B0604020202020204" pitchFamily="34" charset="0"/>
              <a:buChar char="•"/>
            </a:pPr>
            <a:r>
              <a:rPr lang="en-US" dirty="0"/>
              <a:t>Introductory Terminology</a:t>
            </a:r>
          </a:p>
          <a:p>
            <a:pPr marL="342900" indent="-342900">
              <a:buFont typeface="Arial" panose="020B0604020202020204" pitchFamily="34" charset="0"/>
              <a:buChar char="•"/>
            </a:pPr>
            <a:r>
              <a:rPr lang="en-US" dirty="0"/>
              <a:t>Factors Impacting Health</a:t>
            </a:r>
          </a:p>
          <a:p>
            <a:pPr marL="342900" indent="-342900">
              <a:buFont typeface="Arial" panose="020B0604020202020204" pitchFamily="34" charset="0"/>
              <a:buChar char="•"/>
            </a:pPr>
            <a:r>
              <a:rPr lang="en-US" dirty="0"/>
              <a:t>Theories of Behavior Change</a:t>
            </a:r>
          </a:p>
          <a:p>
            <a:pPr marL="342900" indent="-342900">
              <a:buFont typeface="Arial" panose="020B0604020202020204" pitchFamily="34" charset="0"/>
              <a:buChar char="•"/>
            </a:pPr>
            <a:r>
              <a:rPr lang="en-US" dirty="0"/>
              <a:t>Approaches to Behavior Change</a:t>
            </a:r>
          </a:p>
          <a:p>
            <a:pPr marL="342900" indent="-342900">
              <a:buFont typeface="Arial" panose="020B0604020202020204" pitchFamily="34" charset="0"/>
              <a:buChar char="•"/>
            </a:pPr>
            <a:r>
              <a:rPr lang="en-US" dirty="0"/>
              <a:t>Relapse</a:t>
            </a:r>
          </a:p>
          <a:p>
            <a:pPr marL="342900" indent="-342900">
              <a:buFont typeface="Arial" panose="020B0604020202020204" pitchFamily="34" charset="0"/>
              <a:buChar char="•"/>
            </a:pPr>
            <a:r>
              <a:rPr lang="en-US" dirty="0"/>
              <a:t>Venues for Change</a:t>
            </a:r>
          </a:p>
        </p:txBody>
      </p:sp>
    </p:spTree>
    <p:extLst>
      <p:ext uri="{BB962C8B-B14F-4D97-AF65-F5344CB8AC3E}">
        <p14:creationId xmlns:p14="http://schemas.microsoft.com/office/powerpoint/2010/main" val="1236777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D337824-2FBD-5077-280E-B06DA4C85CAD}"/>
              </a:ext>
            </a:extLst>
          </p:cNvPr>
          <p:cNvSpPr>
            <a:spLocks noGrp="1"/>
          </p:cNvSpPr>
          <p:nvPr>
            <p:ph type="title"/>
          </p:nvPr>
        </p:nvSpPr>
        <p:spPr>
          <a:xfrm>
            <a:off x="422145" y="940910"/>
            <a:ext cx="4471588" cy="4976179"/>
          </a:xfrm>
        </p:spPr>
        <p:txBody>
          <a:bodyPr>
            <a:normAutofit/>
          </a:bodyPr>
          <a:lstStyle/>
          <a:p>
            <a:r>
              <a:rPr lang="en-US" dirty="0"/>
              <a:t>Introductory  Terminology</a:t>
            </a:r>
          </a:p>
        </p:txBody>
      </p:sp>
      <p:sp>
        <p:nvSpPr>
          <p:cNvPr id="4" name="Slide Number Placeholder 3">
            <a:extLst>
              <a:ext uri="{FF2B5EF4-FFF2-40B4-BE49-F238E27FC236}">
                <a16:creationId xmlns:a16="http://schemas.microsoft.com/office/drawing/2014/main" id="{B66FE98A-0324-0137-1E95-A46DF5FD358B}"/>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3</a:t>
            </a:fld>
            <a:endParaRPr lang="en-US"/>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5">
            <a:extLst>
              <a:ext uri="{FF2B5EF4-FFF2-40B4-BE49-F238E27FC236}">
                <a16:creationId xmlns:a16="http://schemas.microsoft.com/office/drawing/2014/main" id="{439B7575-A746-7348-3D3D-BA3E319804E8}"/>
              </a:ext>
            </a:extLst>
          </p:cNvPr>
          <p:cNvGraphicFramePr>
            <a:graphicFrameLocks noGrp="1"/>
          </p:cNvGraphicFramePr>
          <p:nvPr>
            <p:ph idx="1"/>
            <p:extLst>
              <p:ext uri="{D42A27DB-BD31-4B8C-83A1-F6EECF244321}">
                <p14:modId xmlns:p14="http://schemas.microsoft.com/office/powerpoint/2010/main" val="2670671621"/>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74479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8D36-8CCB-1244-9E77-B3183B7FA5FB}"/>
              </a:ext>
            </a:extLst>
          </p:cNvPr>
          <p:cNvSpPr>
            <a:spLocks noGrp="1"/>
          </p:cNvSpPr>
          <p:nvPr>
            <p:ph type="title"/>
          </p:nvPr>
        </p:nvSpPr>
        <p:spPr/>
        <p:txBody>
          <a:bodyPr/>
          <a:lstStyle/>
          <a:p>
            <a:r>
              <a:rPr lang="en-US" dirty="0"/>
              <a:t>Factors Impacting Health</a:t>
            </a:r>
          </a:p>
        </p:txBody>
      </p:sp>
      <p:sp>
        <p:nvSpPr>
          <p:cNvPr id="3" name="Content Placeholder 2">
            <a:extLst>
              <a:ext uri="{FF2B5EF4-FFF2-40B4-BE49-F238E27FC236}">
                <a16:creationId xmlns:a16="http://schemas.microsoft.com/office/drawing/2014/main" id="{C04AEB13-5E14-8738-7BC4-A246F399B17E}"/>
              </a:ext>
            </a:extLst>
          </p:cNvPr>
          <p:cNvSpPr>
            <a:spLocks noGrp="1"/>
          </p:cNvSpPr>
          <p:nvPr>
            <p:ph idx="1"/>
          </p:nvPr>
        </p:nvSpPr>
        <p:spPr/>
        <p:txBody>
          <a:bodyPr>
            <a:normAutofit fontScale="77500" lnSpcReduction="20000"/>
          </a:bodyPr>
          <a:lstStyle/>
          <a:p>
            <a:r>
              <a:rPr lang="en-US" dirty="0"/>
              <a:t>Demographic factors</a:t>
            </a:r>
          </a:p>
          <a:p>
            <a:r>
              <a:rPr lang="en-US" dirty="0"/>
              <a:t>Age</a:t>
            </a:r>
          </a:p>
          <a:p>
            <a:r>
              <a:rPr lang="en-US" dirty="0"/>
              <a:t>Cultural values</a:t>
            </a:r>
          </a:p>
          <a:p>
            <a:r>
              <a:rPr lang="en-US" dirty="0"/>
              <a:t>Health locus of control</a:t>
            </a:r>
          </a:p>
          <a:p>
            <a:r>
              <a:rPr lang="en-US" dirty="0"/>
              <a:t>Social influence</a:t>
            </a:r>
          </a:p>
          <a:p>
            <a:pPr lvl="1"/>
            <a:r>
              <a:rPr lang="en-US" dirty="0"/>
              <a:t>Early socialization – The habits introduced during childhood and adolescence have a much stronger impact</a:t>
            </a:r>
          </a:p>
          <a:p>
            <a:r>
              <a:rPr lang="en-US" dirty="0"/>
              <a:t>Personal goals &amp; values</a:t>
            </a:r>
          </a:p>
          <a:p>
            <a:r>
              <a:rPr lang="en-US" dirty="0"/>
              <a:t>Symptom awareness</a:t>
            </a:r>
          </a:p>
          <a:p>
            <a:r>
              <a:rPr lang="en-US" dirty="0"/>
              <a:t>Access to health care</a:t>
            </a:r>
          </a:p>
          <a:p>
            <a:r>
              <a:rPr lang="en-US" dirty="0"/>
              <a:t>Knowledge &amp; cognition</a:t>
            </a:r>
          </a:p>
          <a:p>
            <a:r>
              <a:rPr lang="en-US" dirty="0"/>
              <a:t>Emotional factors</a:t>
            </a:r>
          </a:p>
          <a:p>
            <a:endParaRPr lang="en-US" dirty="0"/>
          </a:p>
        </p:txBody>
      </p:sp>
      <p:sp>
        <p:nvSpPr>
          <p:cNvPr id="4" name="Slide Number Placeholder 3">
            <a:extLst>
              <a:ext uri="{FF2B5EF4-FFF2-40B4-BE49-F238E27FC236}">
                <a16:creationId xmlns:a16="http://schemas.microsoft.com/office/drawing/2014/main" id="{3596232A-279F-A2FE-F816-9E2C435DA530}"/>
              </a:ext>
            </a:extLst>
          </p:cNvPr>
          <p:cNvSpPr>
            <a:spLocks noGrp="1"/>
          </p:cNvSpPr>
          <p:nvPr>
            <p:ph type="sldNum" sz="quarter" idx="12"/>
          </p:nvPr>
        </p:nvSpPr>
        <p:spPr/>
        <p:txBody>
          <a:bodyPr/>
          <a:lstStyle/>
          <a:p>
            <a:fld id="{3A4F6043-7A67-491B-98BC-F933DED7226D}" type="slidenum">
              <a:rPr lang="en-US" smtClean="0"/>
              <a:pPr/>
              <a:t>4</a:t>
            </a:fld>
            <a:endParaRPr lang="en-US" dirty="0"/>
          </a:p>
        </p:txBody>
      </p:sp>
    </p:spTree>
    <p:extLst>
      <p:ext uri="{BB962C8B-B14F-4D97-AF65-F5344CB8AC3E}">
        <p14:creationId xmlns:p14="http://schemas.microsoft.com/office/powerpoint/2010/main" val="54318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C549326-5B8B-28E9-3D48-F628AE24FE36}"/>
              </a:ext>
            </a:extLst>
          </p:cNvPr>
          <p:cNvSpPr>
            <a:spLocks noGrp="1"/>
          </p:cNvSpPr>
          <p:nvPr>
            <p:ph type="title"/>
          </p:nvPr>
        </p:nvSpPr>
        <p:spPr>
          <a:xfrm>
            <a:off x="420624" y="1081941"/>
            <a:ext cx="10515600" cy="2852737"/>
          </a:xfrm>
        </p:spPr>
        <p:txBody>
          <a:bodyPr/>
          <a:lstStyle/>
          <a:p>
            <a:r>
              <a:rPr lang="en-US" dirty="0"/>
              <a:t>What could make health behaviors change (for better or for worse) over time?</a:t>
            </a:r>
          </a:p>
        </p:txBody>
      </p:sp>
      <p:sp>
        <p:nvSpPr>
          <p:cNvPr id="4" name="Slide Number Placeholder 3">
            <a:extLst>
              <a:ext uri="{FF2B5EF4-FFF2-40B4-BE49-F238E27FC236}">
                <a16:creationId xmlns:a16="http://schemas.microsoft.com/office/drawing/2014/main" id="{DCBB2E08-2BFC-590C-B51C-1C1484C2FEDA}"/>
              </a:ext>
            </a:extLst>
          </p:cNvPr>
          <p:cNvSpPr>
            <a:spLocks noGrp="1"/>
          </p:cNvSpPr>
          <p:nvPr>
            <p:ph type="sldNum" sz="quarter" idx="12"/>
          </p:nvPr>
        </p:nvSpPr>
        <p:spPr>
          <a:xfrm>
            <a:off x="11503152" y="-18288"/>
            <a:ext cx="685800" cy="685800"/>
          </a:xfrm>
        </p:spPr>
        <p:txBody>
          <a:bodyPr/>
          <a:lstStyle/>
          <a:p>
            <a:fld id="{3A4F6043-7A67-491B-98BC-F933DED7226D}" type="slidenum">
              <a:rPr lang="en-US" smtClean="0"/>
              <a:pPr/>
              <a:t>5</a:t>
            </a:fld>
            <a:endParaRPr lang="en-US" dirty="0"/>
          </a:p>
        </p:txBody>
      </p:sp>
    </p:spTree>
    <p:extLst>
      <p:ext uri="{BB962C8B-B14F-4D97-AF65-F5344CB8AC3E}">
        <p14:creationId xmlns:p14="http://schemas.microsoft.com/office/powerpoint/2010/main" val="19184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A7120-C104-FEB5-86D0-6E23E4CB2F18}"/>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FCF8E4F-740D-93A9-5E3C-CEE4C767F4F3}"/>
              </a:ext>
            </a:extLst>
          </p:cNvPr>
          <p:cNvSpPr>
            <a:spLocks noGrp="1"/>
          </p:cNvSpPr>
          <p:nvPr>
            <p:ph idx="1"/>
          </p:nvPr>
        </p:nvSpPr>
        <p:spPr/>
        <p:txBody>
          <a:bodyPr>
            <a:normAutofit/>
          </a:bodyPr>
          <a:lstStyle/>
          <a:p>
            <a:pPr>
              <a:spcBef>
                <a:spcPts val="0"/>
              </a:spcBef>
            </a:pPr>
            <a:r>
              <a:rPr lang="en-US" sz="6600" dirty="0"/>
              <a:t>Theories of Behavior Change</a:t>
            </a:r>
          </a:p>
        </p:txBody>
      </p:sp>
      <p:sp>
        <p:nvSpPr>
          <p:cNvPr id="7" name="Slide Number Placeholder 6">
            <a:extLst>
              <a:ext uri="{FF2B5EF4-FFF2-40B4-BE49-F238E27FC236}">
                <a16:creationId xmlns:a16="http://schemas.microsoft.com/office/drawing/2014/main" id="{931FED4E-1D63-B53F-AEDD-E0BC5FBD9682}"/>
              </a:ext>
            </a:extLst>
          </p:cNvPr>
          <p:cNvSpPr>
            <a:spLocks noGrp="1"/>
          </p:cNvSpPr>
          <p:nvPr>
            <p:ph type="sldNum" sz="quarter" idx="4"/>
          </p:nvPr>
        </p:nvSpPr>
        <p:spPr/>
        <p:txBody>
          <a:bodyPr/>
          <a:lstStyle/>
          <a:p>
            <a:fld id="{3A4F6043-7A67-491B-98BC-F933DED7226D}" type="slidenum">
              <a:rPr lang="en-US" smtClean="0"/>
              <a:pPr/>
              <a:t>6</a:t>
            </a:fld>
            <a:endParaRPr lang="en-US" dirty="0"/>
          </a:p>
        </p:txBody>
      </p:sp>
    </p:spTree>
    <p:extLst>
      <p:ext uri="{BB962C8B-B14F-4D97-AF65-F5344CB8AC3E}">
        <p14:creationId xmlns:p14="http://schemas.microsoft.com/office/powerpoint/2010/main" val="3828212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ACE89-4B4E-B6B6-D322-1D754266F89D}"/>
              </a:ext>
            </a:extLst>
          </p:cNvPr>
          <p:cNvSpPr>
            <a:spLocks noGrp="1"/>
          </p:cNvSpPr>
          <p:nvPr>
            <p:ph type="title"/>
          </p:nvPr>
        </p:nvSpPr>
        <p:spPr/>
        <p:txBody>
          <a:bodyPr/>
          <a:lstStyle/>
          <a:p>
            <a:r>
              <a:rPr lang="en-US" dirty="0"/>
              <a:t>Health Belief Model</a:t>
            </a:r>
          </a:p>
        </p:txBody>
      </p:sp>
      <p:sp>
        <p:nvSpPr>
          <p:cNvPr id="3" name="Content Placeholder 2">
            <a:extLst>
              <a:ext uri="{FF2B5EF4-FFF2-40B4-BE49-F238E27FC236}">
                <a16:creationId xmlns:a16="http://schemas.microsoft.com/office/drawing/2014/main" id="{0D1028C3-E8DF-647A-ED62-72684B6BA0B7}"/>
              </a:ext>
            </a:extLst>
          </p:cNvPr>
          <p:cNvSpPr>
            <a:spLocks noGrp="1"/>
          </p:cNvSpPr>
          <p:nvPr>
            <p:ph idx="1"/>
          </p:nvPr>
        </p:nvSpPr>
        <p:spPr/>
        <p:txBody>
          <a:bodyPr>
            <a:normAutofit lnSpcReduction="10000"/>
          </a:bodyPr>
          <a:lstStyle/>
          <a:p>
            <a:pPr marL="0" indent="0">
              <a:buNone/>
            </a:pPr>
            <a:r>
              <a:rPr lang="en-US" dirty="0"/>
              <a:t>According to this model, whether a person practices a health behavior depends on two factors:</a:t>
            </a:r>
          </a:p>
          <a:p>
            <a:r>
              <a:rPr lang="en-US" dirty="0"/>
              <a:t>Whether the person perceives a personal health threat</a:t>
            </a:r>
          </a:p>
          <a:p>
            <a:pPr lvl="1"/>
            <a:r>
              <a:rPr lang="en-US" dirty="0"/>
              <a:t>General health values</a:t>
            </a:r>
          </a:p>
          <a:p>
            <a:pPr lvl="1"/>
            <a:r>
              <a:rPr lang="en-US" dirty="0"/>
              <a:t>Specific beliefs about personal vulnerability </a:t>
            </a:r>
          </a:p>
          <a:p>
            <a:pPr lvl="1"/>
            <a:r>
              <a:rPr lang="en-US" dirty="0"/>
              <a:t>Beliefs about consequences of the disorder</a:t>
            </a:r>
          </a:p>
          <a:p>
            <a:r>
              <a:rPr lang="en-US" dirty="0"/>
              <a:t>Whether the person believes a particular health practice will be effective in reducing that threat</a:t>
            </a:r>
          </a:p>
          <a:p>
            <a:pPr lvl="1"/>
            <a:r>
              <a:rPr lang="en-US" dirty="0"/>
              <a:t>Do they think the health practice will be effective?</a:t>
            </a:r>
          </a:p>
          <a:p>
            <a:pPr lvl="1"/>
            <a:r>
              <a:rPr lang="en-US" dirty="0"/>
              <a:t>Do they think the benefit of the behavior is worth the cost?</a:t>
            </a:r>
          </a:p>
          <a:p>
            <a:pPr marL="914400" lvl="2" indent="0">
              <a:buNone/>
            </a:pPr>
            <a:endParaRPr lang="en-US" dirty="0"/>
          </a:p>
        </p:txBody>
      </p:sp>
      <p:sp>
        <p:nvSpPr>
          <p:cNvPr id="4" name="Slide Number Placeholder 3">
            <a:extLst>
              <a:ext uri="{FF2B5EF4-FFF2-40B4-BE49-F238E27FC236}">
                <a16:creationId xmlns:a16="http://schemas.microsoft.com/office/drawing/2014/main" id="{A71ACAC8-5C44-4011-97EC-1D3641D30D98}"/>
              </a:ext>
            </a:extLst>
          </p:cNvPr>
          <p:cNvSpPr>
            <a:spLocks noGrp="1"/>
          </p:cNvSpPr>
          <p:nvPr>
            <p:ph type="sldNum" sz="quarter" idx="12"/>
          </p:nvPr>
        </p:nvSpPr>
        <p:spPr/>
        <p:txBody>
          <a:bodyPr/>
          <a:lstStyle/>
          <a:p>
            <a:fld id="{3A4F6043-7A67-491B-98BC-F933DED7226D}" type="slidenum">
              <a:rPr lang="en-US" smtClean="0"/>
              <a:pPr/>
              <a:t>7</a:t>
            </a:fld>
            <a:endParaRPr lang="en-US" dirty="0"/>
          </a:p>
        </p:txBody>
      </p:sp>
    </p:spTree>
    <p:extLst>
      <p:ext uri="{BB962C8B-B14F-4D97-AF65-F5344CB8AC3E}">
        <p14:creationId xmlns:p14="http://schemas.microsoft.com/office/powerpoint/2010/main" val="1413090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EC0899-EEAC-5D93-F410-84997FD3B125}"/>
              </a:ext>
            </a:extLst>
          </p:cNvPr>
          <p:cNvSpPr>
            <a:spLocks noGrp="1"/>
          </p:cNvSpPr>
          <p:nvPr>
            <p:ph type="title"/>
          </p:nvPr>
        </p:nvSpPr>
        <p:spPr>
          <a:xfrm>
            <a:off x="422145" y="940910"/>
            <a:ext cx="4471588" cy="4976179"/>
          </a:xfrm>
        </p:spPr>
        <p:txBody>
          <a:bodyPr>
            <a:normAutofit/>
          </a:bodyPr>
          <a:lstStyle/>
          <a:p>
            <a:r>
              <a:rPr lang="en-US" dirty="0"/>
              <a:t>Theory of Planned Behavior</a:t>
            </a:r>
          </a:p>
        </p:txBody>
      </p:sp>
      <p:sp>
        <p:nvSpPr>
          <p:cNvPr id="4" name="Slide Number Placeholder 3">
            <a:extLst>
              <a:ext uri="{FF2B5EF4-FFF2-40B4-BE49-F238E27FC236}">
                <a16:creationId xmlns:a16="http://schemas.microsoft.com/office/drawing/2014/main" id="{331E6473-C1A0-2D66-61FD-9756C1C0492A}"/>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8</a:t>
            </a:fld>
            <a:endParaRPr lang="en-US"/>
          </a:p>
        </p:txBody>
      </p:sp>
      <p:cxnSp>
        <p:nvCxnSpPr>
          <p:cNvPr id="16"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1C413D9C-89F6-4609-01A1-2D0BAE44B45D}"/>
              </a:ext>
            </a:extLst>
          </p:cNvPr>
          <p:cNvGraphicFramePr>
            <a:graphicFrameLocks noGrp="1"/>
          </p:cNvGraphicFramePr>
          <p:nvPr>
            <p:ph idx="1"/>
            <p:extLst>
              <p:ext uri="{D42A27DB-BD31-4B8C-83A1-F6EECF244321}">
                <p14:modId xmlns:p14="http://schemas.microsoft.com/office/powerpoint/2010/main" val="2155880479"/>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9717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CFE2C-D08C-4598-82AF-A9DE3F01EDC0}"/>
              </a:ext>
            </a:extLst>
          </p:cNvPr>
          <p:cNvSpPr>
            <a:spLocks noGrp="1"/>
          </p:cNvSpPr>
          <p:nvPr>
            <p:ph type="title"/>
          </p:nvPr>
        </p:nvSpPr>
        <p:spPr/>
        <p:txBody>
          <a:bodyPr/>
          <a:lstStyle/>
          <a:p>
            <a:r>
              <a:rPr lang="en-US" dirty="0"/>
              <a:t>Self-Determination Theory</a:t>
            </a:r>
          </a:p>
        </p:txBody>
      </p:sp>
      <p:sp>
        <p:nvSpPr>
          <p:cNvPr id="3" name="Content Placeholder 2">
            <a:extLst>
              <a:ext uri="{FF2B5EF4-FFF2-40B4-BE49-F238E27FC236}">
                <a16:creationId xmlns:a16="http://schemas.microsoft.com/office/drawing/2014/main" id="{B7682AF3-E4BB-4385-7BEB-D2D004798E0A}"/>
              </a:ext>
            </a:extLst>
          </p:cNvPr>
          <p:cNvSpPr>
            <a:spLocks noGrp="1"/>
          </p:cNvSpPr>
          <p:nvPr>
            <p:ph idx="1"/>
          </p:nvPr>
        </p:nvSpPr>
        <p:spPr/>
        <p:txBody>
          <a:bodyPr/>
          <a:lstStyle/>
          <a:p>
            <a:r>
              <a:rPr lang="en-US" b="1" dirty="0"/>
              <a:t>Self regulation</a:t>
            </a:r>
            <a:r>
              <a:rPr lang="en-US" dirty="0"/>
              <a:t> – the fact that people control their own actions, emotions, and thoughts. Self-regulation can be automatic or intentional.</a:t>
            </a:r>
          </a:p>
          <a:p>
            <a:r>
              <a:rPr lang="en-US" dirty="0"/>
              <a:t>Centered on the idea that people are actively motivated to pursue their goals</a:t>
            </a:r>
          </a:p>
          <a:p>
            <a:r>
              <a:rPr lang="en-US" dirty="0"/>
              <a:t>Targets two components:</a:t>
            </a:r>
          </a:p>
          <a:p>
            <a:pPr lvl="1"/>
            <a:r>
              <a:rPr lang="en-US" dirty="0"/>
              <a:t>Autonomous motivation</a:t>
            </a:r>
          </a:p>
          <a:p>
            <a:pPr lvl="1"/>
            <a:r>
              <a:rPr lang="en-US" dirty="0"/>
              <a:t>Perceived competence</a:t>
            </a:r>
          </a:p>
          <a:p>
            <a:endParaRPr lang="en-US" dirty="0"/>
          </a:p>
        </p:txBody>
      </p:sp>
      <p:sp>
        <p:nvSpPr>
          <p:cNvPr id="4" name="Slide Number Placeholder 3">
            <a:extLst>
              <a:ext uri="{FF2B5EF4-FFF2-40B4-BE49-F238E27FC236}">
                <a16:creationId xmlns:a16="http://schemas.microsoft.com/office/drawing/2014/main" id="{6FA5238E-52F2-D07D-21E2-983C0B079746}"/>
              </a:ext>
            </a:extLst>
          </p:cNvPr>
          <p:cNvSpPr>
            <a:spLocks noGrp="1"/>
          </p:cNvSpPr>
          <p:nvPr>
            <p:ph type="sldNum" sz="quarter" idx="12"/>
          </p:nvPr>
        </p:nvSpPr>
        <p:spPr/>
        <p:txBody>
          <a:bodyPr/>
          <a:lstStyle/>
          <a:p>
            <a:fld id="{3A4F6043-7A67-491B-98BC-F933DED7226D}" type="slidenum">
              <a:rPr lang="en-US" smtClean="0"/>
              <a:pPr/>
              <a:t>9</a:t>
            </a:fld>
            <a:endParaRPr lang="en-US" dirty="0"/>
          </a:p>
        </p:txBody>
      </p:sp>
    </p:spTree>
    <p:extLst>
      <p:ext uri="{BB962C8B-B14F-4D97-AF65-F5344CB8AC3E}">
        <p14:creationId xmlns:p14="http://schemas.microsoft.com/office/powerpoint/2010/main" val="2466904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BCE2D-D335-4F8A-15A5-BC24BD127493}"/>
              </a:ext>
            </a:extLst>
          </p:cNvPr>
          <p:cNvSpPr>
            <a:spLocks noGrp="1"/>
          </p:cNvSpPr>
          <p:nvPr>
            <p:ph type="title"/>
          </p:nvPr>
        </p:nvSpPr>
        <p:spPr/>
        <p:txBody>
          <a:bodyPr>
            <a:normAutofit fontScale="90000"/>
          </a:bodyPr>
          <a:lstStyle/>
          <a:p>
            <a:r>
              <a:rPr lang="en-US" dirty="0"/>
              <a:t>Transtheoretical Model of Behavior Change</a:t>
            </a:r>
          </a:p>
        </p:txBody>
      </p:sp>
      <p:sp>
        <p:nvSpPr>
          <p:cNvPr id="4" name="Slide Number Placeholder 3">
            <a:extLst>
              <a:ext uri="{FF2B5EF4-FFF2-40B4-BE49-F238E27FC236}">
                <a16:creationId xmlns:a16="http://schemas.microsoft.com/office/drawing/2014/main" id="{9652B5DC-FFE4-D5BC-18EA-C51B57144011}"/>
              </a:ext>
            </a:extLst>
          </p:cNvPr>
          <p:cNvSpPr>
            <a:spLocks noGrp="1"/>
          </p:cNvSpPr>
          <p:nvPr>
            <p:ph type="sldNum" sz="quarter" idx="12"/>
          </p:nvPr>
        </p:nvSpPr>
        <p:spPr/>
        <p:txBody>
          <a:bodyPr/>
          <a:lstStyle/>
          <a:p>
            <a:fld id="{3A4F6043-7A67-491B-98BC-F933DED7226D}" type="slidenum">
              <a:rPr lang="en-US" smtClean="0"/>
              <a:pPr/>
              <a:t>10</a:t>
            </a:fld>
            <a:endParaRPr lang="en-US" dirty="0"/>
          </a:p>
        </p:txBody>
      </p:sp>
      <p:pic>
        <p:nvPicPr>
          <p:cNvPr id="5" name="Picture Placeholder 12" descr="Stages include precontemplation (contemplation, preparation, action); maintenance; precontemplation; and termination.">
            <a:extLst>
              <a:ext uri="{FF2B5EF4-FFF2-40B4-BE49-F238E27FC236}">
                <a16:creationId xmlns:a16="http://schemas.microsoft.com/office/drawing/2014/main" id="{76C5D6F8-066D-1AE8-C73B-D9C8D8E23401}"/>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312" b="-258"/>
          <a:stretch/>
        </p:blipFill>
        <p:spPr>
          <a:xfrm>
            <a:off x="1916107" y="1825625"/>
            <a:ext cx="7524762" cy="4206875"/>
          </a:xfrm>
        </p:spPr>
      </p:pic>
      <p:sp>
        <p:nvSpPr>
          <p:cNvPr id="7" name="Text Placeholder 8">
            <a:extLst>
              <a:ext uri="{FF2B5EF4-FFF2-40B4-BE49-F238E27FC236}">
                <a16:creationId xmlns:a16="http://schemas.microsoft.com/office/drawing/2014/main" id="{43207F1F-888E-31C2-C582-A180D08B4FB9}"/>
              </a:ext>
            </a:extLst>
          </p:cNvPr>
          <p:cNvSpPr txBox="1">
            <a:spLocks/>
          </p:cNvSpPr>
          <p:nvPr/>
        </p:nvSpPr>
        <p:spPr>
          <a:xfrm>
            <a:off x="4115752" y="6492875"/>
            <a:ext cx="7496175" cy="27373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800" kern="1200" dirty="0">
                <a:solidFill>
                  <a:schemeClr val="tx1">
                    <a:lumMod val="65000"/>
                    <a:lumOff val="35000"/>
                  </a:schemeClr>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715963" indent="-352425"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1073150" indent="-357188"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rPr>
              <a:t>Source: Prochaska, James O, Carlo C. DiClemente, and John C. Norcross. “In search of how people change: Applications to addictive behaviors.” American Psychologist 47, no. 9 (September 1992): 1102–1114.</a:t>
            </a:r>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10061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6CA88-8272-8A6C-4E88-044C95A1D935}"/>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109124C-5093-AA45-D7ED-93C628534EE4}"/>
              </a:ext>
            </a:extLst>
          </p:cNvPr>
          <p:cNvSpPr>
            <a:spLocks noGrp="1"/>
          </p:cNvSpPr>
          <p:nvPr>
            <p:ph idx="1"/>
          </p:nvPr>
        </p:nvSpPr>
        <p:spPr/>
        <p:txBody>
          <a:bodyPr>
            <a:normAutofit/>
          </a:bodyPr>
          <a:lstStyle/>
          <a:p>
            <a:pPr>
              <a:spcBef>
                <a:spcPts val="0"/>
              </a:spcBef>
            </a:pPr>
            <a:r>
              <a:rPr lang="en-US" sz="6600" dirty="0"/>
              <a:t>Approaches to Behavior Change</a:t>
            </a:r>
          </a:p>
        </p:txBody>
      </p:sp>
      <p:sp>
        <p:nvSpPr>
          <p:cNvPr id="7" name="Slide Number Placeholder 6">
            <a:extLst>
              <a:ext uri="{FF2B5EF4-FFF2-40B4-BE49-F238E27FC236}">
                <a16:creationId xmlns:a16="http://schemas.microsoft.com/office/drawing/2014/main" id="{9072A3CA-9AFF-5D3D-4923-5975E70A6EF5}"/>
              </a:ext>
            </a:extLst>
          </p:cNvPr>
          <p:cNvSpPr>
            <a:spLocks noGrp="1"/>
          </p:cNvSpPr>
          <p:nvPr>
            <p:ph type="sldNum" sz="quarter" idx="4"/>
          </p:nvPr>
        </p:nvSpPr>
        <p:spPr/>
        <p:txBody>
          <a:bodyPr/>
          <a:lstStyle/>
          <a:p>
            <a:fld id="{3A4F6043-7A67-491B-98BC-F933DED7226D}" type="slidenum">
              <a:rPr lang="en-US" smtClean="0"/>
              <a:pPr/>
              <a:t>11</a:t>
            </a:fld>
            <a:endParaRPr lang="en-US" dirty="0"/>
          </a:p>
        </p:txBody>
      </p:sp>
    </p:spTree>
    <p:extLst>
      <p:ext uri="{BB962C8B-B14F-4D97-AF65-F5344CB8AC3E}">
        <p14:creationId xmlns:p14="http://schemas.microsoft.com/office/powerpoint/2010/main" val="2407116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7B13-46E6-F914-24A7-A458F0A98A1D}"/>
              </a:ext>
            </a:extLst>
          </p:cNvPr>
          <p:cNvSpPr>
            <a:spLocks noGrp="1"/>
          </p:cNvSpPr>
          <p:nvPr>
            <p:ph type="title"/>
          </p:nvPr>
        </p:nvSpPr>
        <p:spPr/>
        <p:txBody>
          <a:bodyPr/>
          <a:lstStyle/>
          <a:p>
            <a:r>
              <a:rPr lang="en-US" dirty="0"/>
              <a:t>Cognitive Behavior Therapy</a:t>
            </a:r>
          </a:p>
        </p:txBody>
      </p:sp>
      <p:sp>
        <p:nvSpPr>
          <p:cNvPr id="3" name="Content Placeholder 2">
            <a:extLst>
              <a:ext uri="{FF2B5EF4-FFF2-40B4-BE49-F238E27FC236}">
                <a16:creationId xmlns:a16="http://schemas.microsoft.com/office/drawing/2014/main" id="{C53E1EB5-FDC6-97E4-0E0A-2055A4CFEEEC}"/>
              </a:ext>
            </a:extLst>
          </p:cNvPr>
          <p:cNvSpPr>
            <a:spLocks noGrp="1"/>
          </p:cNvSpPr>
          <p:nvPr>
            <p:ph idx="1"/>
          </p:nvPr>
        </p:nvSpPr>
        <p:spPr>
          <a:xfrm>
            <a:off x="420624" y="1548222"/>
            <a:ext cx="11082528" cy="4667250"/>
          </a:xfrm>
        </p:spPr>
        <p:txBody>
          <a:bodyPr>
            <a:normAutofit fontScale="92500" lnSpcReduction="10000"/>
          </a:bodyPr>
          <a:lstStyle/>
          <a:p>
            <a:r>
              <a:rPr lang="en-US" dirty="0"/>
              <a:t>A therapy approach that focuses on the target behavior itself, the conditions that elicit and maintain it, and the factors that reinforce it</a:t>
            </a:r>
          </a:p>
          <a:p>
            <a:r>
              <a:rPr lang="en-US" dirty="0"/>
              <a:t>Can be implemented individually or in groups</a:t>
            </a:r>
          </a:p>
          <a:p>
            <a:r>
              <a:rPr lang="en-US" dirty="0"/>
              <a:t>First steps often involve self-monitoring and determining any discriminative stimuli</a:t>
            </a:r>
          </a:p>
          <a:p>
            <a:pPr lvl="1"/>
            <a:r>
              <a:rPr lang="en-US" dirty="0"/>
              <a:t>Ex: After monitoring your behavior for a few weeks, you realize the caramel-scented candles make you crave coffee</a:t>
            </a:r>
          </a:p>
          <a:p>
            <a:r>
              <a:rPr lang="en-US" dirty="0"/>
              <a:t>The second step typically involves removing any discriminative stimuli that you can</a:t>
            </a:r>
          </a:p>
          <a:p>
            <a:pPr lvl="1"/>
            <a:r>
              <a:rPr lang="en-US" dirty="0"/>
              <a:t>Ex: Throwing away wine glasses</a:t>
            </a:r>
          </a:p>
          <a:p>
            <a:r>
              <a:rPr lang="en-US" dirty="0"/>
              <a:t>The long-term goal of CBT is promoting self-control and cognitive restructuring to change behavior</a:t>
            </a:r>
          </a:p>
          <a:p>
            <a:pPr lvl="1"/>
            <a:r>
              <a:rPr lang="en-US" dirty="0"/>
              <a:t>Ex: shift from “I can’t get through today’s stress without a smoke” to “I can process these feelings on my own without relying on nicotine”</a:t>
            </a:r>
          </a:p>
        </p:txBody>
      </p:sp>
      <p:sp>
        <p:nvSpPr>
          <p:cNvPr id="4" name="Slide Number Placeholder 3">
            <a:extLst>
              <a:ext uri="{FF2B5EF4-FFF2-40B4-BE49-F238E27FC236}">
                <a16:creationId xmlns:a16="http://schemas.microsoft.com/office/drawing/2014/main" id="{695FE8D6-4484-EB2C-1389-8B7C9FDE96B4}"/>
              </a:ext>
            </a:extLst>
          </p:cNvPr>
          <p:cNvSpPr>
            <a:spLocks noGrp="1"/>
          </p:cNvSpPr>
          <p:nvPr>
            <p:ph type="sldNum" sz="quarter" idx="12"/>
          </p:nvPr>
        </p:nvSpPr>
        <p:spPr/>
        <p:txBody>
          <a:bodyPr/>
          <a:lstStyle/>
          <a:p>
            <a:fld id="{3A4F6043-7A67-491B-98BC-F933DED7226D}" type="slidenum">
              <a:rPr lang="en-US" smtClean="0"/>
              <a:pPr/>
              <a:t>12</a:t>
            </a:fld>
            <a:endParaRPr lang="en-US" dirty="0"/>
          </a:p>
        </p:txBody>
      </p:sp>
    </p:spTree>
    <p:extLst>
      <p:ext uri="{BB962C8B-B14F-4D97-AF65-F5344CB8AC3E}">
        <p14:creationId xmlns:p14="http://schemas.microsoft.com/office/powerpoint/2010/main" val="1095615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D6799D-4A30-4426-B1D1-73A16A53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 name="Rectangle 12">
            <a:extLst>
              <a:ext uri="{FF2B5EF4-FFF2-40B4-BE49-F238E27FC236}">
                <a16:creationId xmlns:a16="http://schemas.microsoft.com/office/drawing/2014/main" id="{18D53964-75DB-47FC-995E-A11B07A07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F01D54AB-1B89-42B2-90D1-A01C9152C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4E96E-13FC-51DA-DB56-0FDCE075CBE6}"/>
              </a:ext>
            </a:extLst>
          </p:cNvPr>
          <p:cNvSpPr>
            <a:spLocks noGrp="1"/>
          </p:cNvSpPr>
          <p:nvPr>
            <p:ph type="title"/>
          </p:nvPr>
        </p:nvSpPr>
        <p:spPr>
          <a:xfrm>
            <a:off x="422897" y="302859"/>
            <a:ext cx="10067013" cy="1258813"/>
          </a:xfrm>
        </p:spPr>
        <p:txBody>
          <a:bodyPr anchor="b">
            <a:normAutofit/>
          </a:bodyPr>
          <a:lstStyle/>
          <a:p>
            <a:r>
              <a:rPr lang="en-US" sz="4800" dirty="0"/>
              <a:t>Therapist-Led Interviews and Training</a:t>
            </a:r>
          </a:p>
        </p:txBody>
      </p:sp>
      <p:sp>
        <p:nvSpPr>
          <p:cNvPr id="4" name="Slide Number Placeholder 3">
            <a:extLst>
              <a:ext uri="{FF2B5EF4-FFF2-40B4-BE49-F238E27FC236}">
                <a16:creationId xmlns:a16="http://schemas.microsoft.com/office/drawing/2014/main" id="{A9905993-CE8F-6E12-C097-86472FB41F26}"/>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13</a:t>
            </a:fld>
            <a:endParaRPr lang="en-US"/>
          </a:p>
        </p:txBody>
      </p:sp>
      <p:sp>
        <p:nvSpPr>
          <p:cNvPr id="3" name="Content Placeholder 2">
            <a:extLst>
              <a:ext uri="{FF2B5EF4-FFF2-40B4-BE49-F238E27FC236}">
                <a16:creationId xmlns:a16="http://schemas.microsoft.com/office/drawing/2014/main" id="{B1229F55-D03C-A15F-B48E-03BC071C4A57}"/>
              </a:ext>
            </a:extLst>
          </p:cNvPr>
          <p:cNvSpPr>
            <a:spLocks noGrp="1"/>
          </p:cNvSpPr>
          <p:nvPr>
            <p:ph idx="1"/>
          </p:nvPr>
        </p:nvSpPr>
        <p:spPr>
          <a:xfrm>
            <a:off x="422897" y="1575866"/>
            <a:ext cx="7858071" cy="4661861"/>
          </a:xfrm>
        </p:spPr>
        <p:txBody>
          <a:bodyPr>
            <a:normAutofit/>
          </a:bodyPr>
          <a:lstStyle/>
          <a:p>
            <a:pPr>
              <a:lnSpc>
                <a:spcPct val="100000"/>
              </a:lnSpc>
            </a:pPr>
            <a:r>
              <a:rPr lang="en-US" sz="2800" dirty="0"/>
              <a:t>Motivational interviewing</a:t>
            </a:r>
          </a:p>
          <a:p>
            <a:pPr lvl="1">
              <a:lnSpc>
                <a:spcPct val="100000"/>
              </a:lnSpc>
            </a:pPr>
            <a:r>
              <a:rPr lang="en-US" sz="2800" dirty="0"/>
              <a:t>Note: goal is to let the patient discuss their feelings and planned changes</a:t>
            </a:r>
          </a:p>
          <a:p>
            <a:pPr>
              <a:lnSpc>
                <a:spcPct val="100000"/>
              </a:lnSpc>
            </a:pPr>
            <a:r>
              <a:rPr lang="en-US" sz="2800" dirty="0"/>
              <a:t>Behavioral assignments</a:t>
            </a:r>
          </a:p>
          <a:p>
            <a:pPr lvl="1">
              <a:lnSpc>
                <a:spcPct val="100000"/>
              </a:lnSpc>
            </a:pPr>
            <a:r>
              <a:rPr lang="en-US" sz="2800" dirty="0"/>
              <a:t>Ex: behavior tracker</a:t>
            </a:r>
          </a:p>
          <a:p>
            <a:pPr>
              <a:lnSpc>
                <a:spcPct val="100000"/>
              </a:lnSpc>
            </a:pPr>
            <a:r>
              <a:rPr lang="en-US" sz="2800" dirty="0"/>
              <a:t>Social skills training</a:t>
            </a:r>
          </a:p>
          <a:p>
            <a:pPr>
              <a:lnSpc>
                <a:spcPct val="100000"/>
              </a:lnSpc>
            </a:pPr>
            <a:r>
              <a:rPr lang="en-US" sz="2800" dirty="0"/>
              <a:t>Assertiveness training</a:t>
            </a:r>
          </a:p>
          <a:p>
            <a:pPr>
              <a:lnSpc>
                <a:spcPct val="100000"/>
              </a:lnSpc>
            </a:pPr>
            <a:r>
              <a:rPr lang="en-US" sz="2800" dirty="0"/>
              <a:t>Relaxation training</a:t>
            </a:r>
          </a:p>
          <a:p>
            <a:pPr lvl="1">
              <a:lnSpc>
                <a:spcPct val="100000"/>
              </a:lnSpc>
            </a:pPr>
            <a:r>
              <a:rPr lang="en-US" sz="2800" dirty="0"/>
              <a:t>Ex: square breathing; grounding</a:t>
            </a:r>
          </a:p>
        </p:txBody>
      </p:sp>
      <p:cxnSp>
        <p:nvCxnSpPr>
          <p:cNvPr id="17" name="Straight Connector 16">
            <a:extLst>
              <a:ext uri="{FF2B5EF4-FFF2-40B4-BE49-F238E27FC236}">
                <a16:creationId xmlns:a16="http://schemas.microsoft.com/office/drawing/2014/main" id="{E986B129-4161-4F17-B0F0-C5532551D3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1455C73-3A5E-4FE8-8383-DD667D9A62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9712DE8-94E0-4F45-81D9-37AF7A32F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109854" y="685796"/>
            <a:ext cx="5391685" cy="5492009"/>
          </a:xfrm>
          <a:prstGeom prst="rect">
            <a:avLst/>
          </a:prstGeom>
          <a:solidFill>
            <a:schemeClr val="accent1">
              <a:alpha val="20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8" name="Graphic 7">
            <a:extLst>
              <a:ext uri="{FF2B5EF4-FFF2-40B4-BE49-F238E27FC236}">
                <a16:creationId xmlns:a16="http://schemas.microsoft.com/office/drawing/2014/main" id="{26EF5B67-2FA5-6328-DF2D-AE003C41AFE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52981" y="1432822"/>
            <a:ext cx="3714532" cy="3714532"/>
          </a:xfrm>
          <a:prstGeom prst="rect">
            <a:avLst/>
          </a:prstGeom>
        </p:spPr>
      </p:pic>
    </p:spTree>
    <p:extLst>
      <p:ext uri="{BB962C8B-B14F-4D97-AF65-F5344CB8AC3E}">
        <p14:creationId xmlns:p14="http://schemas.microsoft.com/office/powerpoint/2010/main" val="3292518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3AD25-1DFD-848B-8D7D-F30CD38E9654}"/>
              </a:ext>
            </a:extLst>
          </p:cNvPr>
          <p:cNvSpPr>
            <a:spLocks noGrp="1"/>
          </p:cNvSpPr>
          <p:nvPr>
            <p:ph type="title"/>
          </p:nvPr>
        </p:nvSpPr>
        <p:spPr/>
        <p:txBody>
          <a:bodyPr/>
          <a:lstStyle/>
          <a:p>
            <a:r>
              <a:rPr lang="en-US" dirty="0"/>
              <a:t>Implementation Intentions</a:t>
            </a:r>
          </a:p>
        </p:txBody>
      </p:sp>
      <p:sp>
        <p:nvSpPr>
          <p:cNvPr id="3" name="Content Placeholder 2">
            <a:extLst>
              <a:ext uri="{FF2B5EF4-FFF2-40B4-BE49-F238E27FC236}">
                <a16:creationId xmlns:a16="http://schemas.microsoft.com/office/drawing/2014/main" id="{A5B243FB-AD58-DFF2-E823-54EA29EE8819}"/>
              </a:ext>
            </a:extLst>
          </p:cNvPr>
          <p:cNvSpPr>
            <a:spLocks noGrp="1"/>
          </p:cNvSpPr>
          <p:nvPr>
            <p:ph idx="1"/>
          </p:nvPr>
        </p:nvSpPr>
        <p:spPr/>
        <p:txBody>
          <a:bodyPr/>
          <a:lstStyle/>
          <a:p>
            <a:r>
              <a:rPr lang="en-US" dirty="0"/>
              <a:t>When a person desires to practice a health behavior, it can be achieved by making a simple coherent plan that links critical situations or environmental cues to goal-directed responses</a:t>
            </a:r>
          </a:p>
          <a:p>
            <a:r>
              <a:rPr lang="en-US" dirty="0"/>
              <a:t>By forming an implementation intention, a person can delegate the control of goal-directed responses to situational cues</a:t>
            </a:r>
          </a:p>
          <a:p>
            <a:pPr lvl="1"/>
            <a:r>
              <a:rPr lang="en-US" dirty="0"/>
              <a:t>Ex: “When I go to the beach, I will put on sunscreen”</a:t>
            </a:r>
          </a:p>
        </p:txBody>
      </p:sp>
      <p:sp>
        <p:nvSpPr>
          <p:cNvPr id="4" name="Slide Number Placeholder 3">
            <a:extLst>
              <a:ext uri="{FF2B5EF4-FFF2-40B4-BE49-F238E27FC236}">
                <a16:creationId xmlns:a16="http://schemas.microsoft.com/office/drawing/2014/main" id="{9369E1BB-DFB3-8F56-E443-B82B5EC3C4E6}"/>
              </a:ext>
            </a:extLst>
          </p:cNvPr>
          <p:cNvSpPr>
            <a:spLocks noGrp="1"/>
          </p:cNvSpPr>
          <p:nvPr>
            <p:ph type="sldNum" sz="quarter" idx="12"/>
          </p:nvPr>
        </p:nvSpPr>
        <p:spPr/>
        <p:txBody>
          <a:bodyPr/>
          <a:lstStyle/>
          <a:p>
            <a:fld id="{3A4F6043-7A67-491B-98BC-F933DED7226D}" type="slidenum">
              <a:rPr lang="en-US" smtClean="0"/>
              <a:pPr/>
              <a:t>14</a:t>
            </a:fld>
            <a:endParaRPr lang="en-US" dirty="0"/>
          </a:p>
        </p:txBody>
      </p:sp>
    </p:spTree>
    <p:extLst>
      <p:ext uri="{BB962C8B-B14F-4D97-AF65-F5344CB8AC3E}">
        <p14:creationId xmlns:p14="http://schemas.microsoft.com/office/powerpoint/2010/main" val="3308907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F9286D4-7AB4-4607-B491-39A595357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C5547980-FC15-420A-AB09-867110FD6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DB5A9F3F-CEFA-48C9-BA7B-BD2EBBC71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9736C-13DE-05B3-05EC-64847B6B5242}"/>
              </a:ext>
            </a:extLst>
          </p:cNvPr>
          <p:cNvSpPr>
            <a:spLocks noGrp="1"/>
          </p:cNvSpPr>
          <p:nvPr>
            <p:ph type="title"/>
          </p:nvPr>
        </p:nvSpPr>
        <p:spPr>
          <a:xfrm>
            <a:off x="7221688" y="948519"/>
            <a:ext cx="4185360" cy="4976179"/>
          </a:xfrm>
        </p:spPr>
        <p:txBody>
          <a:bodyPr>
            <a:normAutofit/>
          </a:bodyPr>
          <a:lstStyle/>
          <a:p>
            <a:r>
              <a:rPr lang="en-US" dirty="0"/>
              <a:t>Self-Reinforcement</a:t>
            </a:r>
          </a:p>
        </p:txBody>
      </p:sp>
      <p:sp>
        <p:nvSpPr>
          <p:cNvPr id="4" name="Slide Number Placeholder 3">
            <a:extLst>
              <a:ext uri="{FF2B5EF4-FFF2-40B4-BE49-F238E27FC236}">
                <a16:creationId xmlns:a16="http://schemas.microsoft.com/office/drawing/2014/main" id="{D9325073-C831-B690-8F0B-344EB054D2E6}"/>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15</a:t>
            </a:fld>
            <a:endParaRPr lang="en-US"/>
          </a:p>
        </p:txBody>
      </p:sp>
      <p:cxnSp>
        <p:nvCxnSpPr>
          <p:cNvPr id="16" name="Vertical Connector">
            <a:extLst>
              <a:ext uri="{FF2B5EF4-FFF2-40B4-BE49-F238E27FC236}">
                <a16:creationId xmlns:a16="http://schemas.microsoft.com/office/drawing/2014/main" id="{5EF257B4-536F-43F8-B592-C5C82EC9D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C267A879-D70E-4568-868D-00157FAC4A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1D80857B-78F2-4AB6-FC82-3B90CAA3F4B8}"/>
              </a:ext>
            </a:extLst>
          </p:cNvPr>
          <p:cNvGraphicFramePr>
            <a:graphicFrameLocks noGrp="1"/>
          </p:cNvGraphicFramePr>
          <p:nvPr>
            <p:ph idx="1"/>
            <p:extLst>
              <p:ext uri="{D42A27DB-BD31-4B8C-83A1-F6EECF244321}">
                <p14:modId xmlns:p14="http://schemas.microsoft.com/office/powerpoint/2010/main" val="3570169913"/>
              </p:ext>
            </p:extLst>
          </p:nvPr>
        </p:nvGraphicFramePr>
        <p:xfrm>
          <a:off x="248140" y="753026"/>
          <a:ext cx="6635260" cy="53813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3492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02D10-10CD-BCE7-4768-1FF338206CEC}"/>
              </a:ext>
            </a:extLst>
          </p:cNvPr>
          <p:cNvSpPr>
            <a:spLocks noGrp="1"/>
          </p:cNvSpPr>
          <p:nvPr>
            <p:ph type="title"/>
          </p:nvPr>
        </p:nvSpPr>
        <p:spPr/>
        <p:txBody>
          <a:bodyPr/>
          <a:lstStyle/>
          <a:p>
            <a:r>
              <a:rPr lang="en-US" dirty="0"/>
              <a:t>Educational and Emotional Appeals</a:t>
            </a:r>
          </a:p>
        </p:txBody>
      </p:sp>
      <p:sp>
        <p:nvSpPr>
          <p:cNvPr id="4" name="Slide Number Placeholder 3">
            <a:extLst>
              <a:ext uri="{FF2B5EF4-FFF2-40B4-BE49-F238E27FC236}">
                <a16:creationId xmlns:a16="http://schemas.microsoft.com/office/drawing/2014/main" id="{3CCAAFF5-A9AB-4A74-D1E5-E3B395A324FE}"/>
              </a:ext>
            </a:extLst>
          </p:cNvPr>
          <p:cNvSpPr>
            <a:spLocks noGrp="1"/>
          </p:cNvSpPr>
          <p:nvPr>
            <p:ph type="sldNum" sz="quarter" idx="12"/>
          </p:nvPr>
        </p:nvSpPr>
        <p:spPr/>
        <p:txBody>
          <a:bodyPr/>
          <a:lstStyle/>
          <a:p>
            <a:fld id="{3A4F6043-7A67-491B-98BC-F933DED7226D}" type="slidenum">
              <a:rPr lang="en-US" smtClean="0"/>
              <a:pPr/>
              <a:t>16</a:t>
            </a:fld>
            <a:endParaRPr lang="en-US" dirty="0"/>
          </a:p>
        </p:txBody>
      </p:sp>
      <p:pic>
        <p:nvPicPr>
          <p:cNvPr id="1026" name="Picture 2" descr="A three-panel infographic discusses health risks of overweight and obesity, weight management strategies, and encourages assessing weight for better health. It features orange and black text, simple human and bicycle icons, and highlights that losing just 10% of current body weight can reduce health risks.">
            <a:extLst>
              <a:ext uri="{FF2B5EF4-FFF2-40B4-BE49-F238E27FC236}">
                <a16:creationId xmlns:a16="http://schemas.microsoft.com/office/drawing/2014/main" id="{1C2AC890-932E-F0CE-B436-ECD2FE2222B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420688" y="1931987"/>
            <a:ext cx="5181600" cy="39941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hotograph-based public health advertisement featuring a former smoker sharing a personal cancer diagnosis story to discourage smoking. Text highlights Christine's age, diagnosis, and health changes, with a call to action and CDC contact information for quitting smoking. The advertisement includes a healthy picture of Christine, and a more recent picture of Christine, with a portion of her jaw missing from surgery">
            <a:extLst>
              <a:ext uri="{FF2B5EF4-FFF2-40B4-BE49-F238E27FC236}">
                <a16:creationId xmlns:a16="http://schemas.microsoft.com/office/drawing/2014/main" id="{7B475E87-711A-2469-EAED-6666727D6D6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943990" y="1825625"/>
            <a:ext cx="2804583" cy="420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594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2ABB-2C3D-4105-2C9C-26B4F3411232}"/>
              </a:ext>
            </a:extLst>
          </p:cNvPr>
          <p:cNvSpPr>
            <a:spLocks noGrp="1"/>
          </p:cNvSpPr>
          <p:nvPr>
            <p:ph type="title"/>
          </p:nvPr>
        </p:nvSpPr>
        <p:spPr/>
        <p:txBody>
          <a:bodyPr/>
          <a:lstStyle/>
          <a:p>
            <a:r>
              <a:rPr lang="en-US" dirty="0"/>
              <a:t>Social Engineering</a:t>
            </a:r>
          </a:p>
        </p:txBody>
      </p:sp>
      <p:sp>
        <p:nvSpPr>
          <p:cNvPr id="3" name="Content Placeholder 2">
            <a:extLst>
              <a:ext uri="{FF2B5EF4-FFF2-40B4-BE49-F238E27FC236}">
                <a16:creationId xmlns:a16="http://schemas.microsoft.com/office/drawing/2014/main" id="{6F63B771-CDF9-8DF8-0E95-6E3F90F17A16}"/>
              </a:ext>
            </a:extLst>
          </p:cNvPr>
          <p:cNvSpPr>
            <a:spLocks noGrp="1"/>
          </p:cNvSpPr>
          <p:nvPr>
            <p:ph idx="1"/>
          </p:nvPr>
        </p:nvSpPr>
        <p:spPr/>
        <p:txBody>
          <a:bodyPr/>
          <a:lstStyle/>
          <a:p>
            <a:r>
              <a:rPr lang="en-US" dirty="0"/>
              <a:t>An approach where the environment is modified to affect people’s abilities to practice a particular behavior</a:t>
            </a:r>
          </a:p>
          <a:p>
            <a:r>
              <a:rPr lang="en-US" dirty="0"/>
              <a:t>Often implemented at an over-sight level</a:t>
            </a:r>
          </a:p>
          <a:p>
            <a:pPr lvl="1"/>
            <a:r>
              <a:rPr lang="en-US" dirty="0"/>
              <a:t>Ex: schools requiring a certain amount of exercise; a government requiring a certain series of vaccines; drinking age laws</a:t>
            </a:r>
          </a:p>
        </p:txBody>
      </p:sp>
      <p:sp>
        <p:nvSpPr>
          <p:cNvPr id="4" name="Slide Number Placeholder 3">
            <a:extLst>
              <a:ext uri="{FF2B5EF4-FFF2-40B4-BE49-F238E27FC236}">
                <a16:creationId xmlns:a16="http://schemas.microsoft.com/office/drawing/2014/main" id="{FA05DFA6-2C29-A4DE-BD63-40E86E4125EA}"/>
              </a:ext>
            </a:extLst>
          </p:cNvPr>
          <p:cNvSpPr>
            <a:spLocks noGrp="1"/>
          </p:cNvSpPr>
          <p:nvPr>
            <p:ph type="sldNum" sz="quarter" idx="12"/>
          </p:nvPr>
        </p:nvSpPr>
        <p:spPr/>
        <p:txBody>
          <a:bodyPr/>
          <a:lstStyle/>
          <a:p>
            <a:fld id="{3A4F6043-7A67-491B-98BC-F933DED7226D}" type="slidenum">
              <a:rPr lang="en-US" smtClean="0"/>
              <a:pPr/>
              <a:t>17</a:t>
            </a:fld>
            <a:endParaRPr lang="en-US" dirty="0"/>
          </a:p>
        </p:txBody>
      </p:sp>
    </p:spTree>
    <p:extLst>
      <p:ext uri="{BB962C8B-B14F-4D97-AF65-F5344CB8AC3E}">
        <p14:creationId xmlns:p14="http://schemas.microsoft.com/office/powerpoint/2010/main" val="3743489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D46C8-CA71-22D3-30E0-8E5998F54A34}"/>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A5D2253B-FB93-E04C-D402-5386076FBFF6}"/>
              </a:ext>
            </a:extLst>
          </p:cNvPr>
          <p:cNvSpPr>
            <a:spLocks noGrp="1"/>
          </p:cNvSpPr>
          <p:nvPr>
            <p:ph idx="1"/>
          </p:nvPr>
        </p:nvSpPr>
        <p:spPr/>
        <p:txBody>
          <a:bodyPr>
            <a:normAutofit/>
          </a:bodyPr>
          <a:lstStyle/>
          <a:p>
            <a:pPr>
              <a:spcBef>
                <a:spcPts val="0"/>
              </a:spcBef>
            </a:pPr>
            <a:r>
              <a:rPr lang="en-US" sz="6600" dirty="0"/>
              <a:t>Relapse</a:t>
            </a:r>
          </a:p>
        </p:txBody>
      </p:sp>
      <p:sp>
        <p:nvSpPr>
          <p:cNvPr id="7" name="Slide Number Placeholder 6">
            <a:extLst>
              <a:ext uri="{FF2B5EF4-FFF2-40B4-BE49-F238E27FC236}">
                <a16:creationId xmlns:a16="http://schemas.microsoft.com/office/drawing/2014/main" id="{C876C932-FD7D-E075-4CB3-0BAC891E94DB}"/>
              </a:ext>
            </a:extLst>
          </p:cNvPr>
          <p:cNvSpPr>
            <a:spLocks noGrp="1"/>
          </p:cNvSpPr>
          <p:nvPr>
            <p:ph type="sldNum" sz="quarter" idx="4"/>
          </p:nvPr>
        </p:nvSpPr>
        <p:spPr/>
        <p:txBody>
          <a:bodyPr/>
          <a:lstStyle/>
          <a:p>
            <a:fld id="{3A4F6043-7A67-491B-98BC-F933DED7226D}" type="slidenum">
              <a:rPr lang="en-US" smtClean="0"/>
              <a:pPr/>
              <a:t>18</a:t>
            </a:fld>
            <a:endParaRPr lang="en-US" dirty="0"/>
          </a:p>
        </p:txBody>
      </p:sp>
    </p:spTree>
    <p:extLst>
      <p:ext uri="{BB962C8B-B14F-4D97-AF65-F5344CB8AC3E}">
        <p14:creationId xmlns:p14="http://schemas.microsoft.com/office/powerpoint/2010/main" val="286252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F9286D4-7AB4-4607-B491-39A595357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Background Gray Rectangle">
            <a:extLst>
              <a:ext uri="{FF2B5EF4-FFF2-40B4-BE49-F238E27FC236}">
                <a16:creationId xmlns:a16="http://schemas.microsoft.com/office/drawing/2014/main" id="{C5547980-FC15-420A-AB09-867110FD6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White Rectangle">
            <a:extLst>
              <a:ext uri="{FF2B5EF4-FFF2-40B4-BE49-F238E27FC236}">
                <a16:creationId xmlns:a16="http://schemas.microsoft.com/office/drawing/2014/main" id="{DB5A9F3F-CEFA-48C9-BA7B-BD2EBBC71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8B1095-A877-6A1C-5E2A-660FAC39BF30}"/>
              </a:ext>
            </a:extLst>
          </p:cNvPr>
          <p:cNvSpPr>
            <a:spLocks noGrp="1"/>
          </p:cNvSpPr>
          <p:nvPr>
            <p:ph type="title"/>
          </p:nvPr>
        </p:nvSpPr>
        <p:spPr>
          <a:xfrm>
            <a:off x="9246742" y="948519"/>
            <a:ext cx="2160306" cy="4976179"/>
          </a:xfrm>
        </p:spPr>
        <p:txBody>
          <a:bodyPr>
            <a:normAutofit/>
          </a:bodyPr>
          <a:lstStyle/>
          <a:p>
            <a:r>
              <a:rPr lang="en-US" dirty="0"/>
              <a:t>Relapse</a:t>
            </a:r>
          </a:p>
        </p:txBody>
      </p:sp>
      <p:sp>
        <p:nvSpPr>
          <p:cNvPr id="4" name="Slide Number Placeholder 3">
            <a:extLst>
              <a:ext uri="{FF2B5EF4-FFF2-40B4-BE49-F238E27FC236}">
                <a16:creationId xmlns:a16="http://schemas.microsoft.com/office/drawing/2014/main" id="{E69ABF9D-0BA6-5F95-12F4-9109CC97969C}"/>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19</a:t>
            </a:fld>
            <a:endParaRPr lang="en-US"/>
          </a:p>
        </p:txBody>
      </p:sp>
      <p:cxnSp>
        <p:nvCxnSpPr>
          <p:cNvPr id="29" name="Vertical Connector">
            <a:extLst>
              <a:ext uri="{FF2B5EF4-FFF2-40B4-BE49-F238E27FC236}">
                <a16:creationId xmlns:a16="http://schemas.microsoft.com/office/drawing/2014/main" id="{5EF257B4-536F-43F8-B592-C5C82EC9D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Horizontal Connector 2">
            <a:extLst>
              <a:ext uri="{FF2B5EF4-FFF2-40B4-BE49-F238E27FC236}">
                <a16:creationId xmlns:a16="http://schemas.microsoft.com/office/drawing/2014/main" id="{C267A879-D70E-4568-868D-00157FAC4A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A13FA192-A184-3995-1FB6-F291E0CB0027}"/>
              </a:ext>
            </a:extLst>
          </p:cNvPr>
          <p:cNvGraphicFramePr>
            <a:graphicFrameLocks noGrp="1"/>
          </p:cNvGraphicFramePr>
          <p:nvPr>
            <p:ph idx="1"/>
            <p:extLst>
              <p:ext uri="{D42A27DB-BD31-4B8C-83A1-F6EECF244321}">
                <p14:modId xmlns:p14="http://schemas.microsoft.com/office/powerpoint/2010/main" val="3895590306"/>
              </p:ext>
            </p:extLst>
          </p:nvPr>
        </p:nvGraphicFramePr>
        <p:xfrm>
          <a:off x="248139" y="753026"/>
          <a:ext cx="8166395" cy="53813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7099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88B3F-4704-DFF4-4D1D-9341FEF4B18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655DE4D-9CF8-162D-93A1-461AE6B7969C}"/>
              </a:ext>
            </a:extLst>
          </p:cNvPr>
          <p:cNvSpPr>
            <a:spLocks noGrp="1"/>
          </p:cNvSpPr>
          <p:nvPr>
            <p:ph idx="1"/>
          </p:nvPr>
        </p:nvSpPr>
        <p:spPr/>
        <p:txBody>
          <a:bodyPr>
            <a:normAutofit/>
          </a:bodyPr>
          <a:lstStyle/>
          <a:p>
            <a:pPr>
              <a:spcBef>
                <a:spcPts val="0"/>
              </a:spcBef>
            </a:pPr>
            <a:r>
              <a:rPr lang="en-US" sz="6600" dirty="0"/>
              <a:t>Venues for Change</a:t>
            </a:r>
          </a:p>
        </p:txBody>
      </p:sp>
      <p:sp>
        <p:nvSpPr>
          <p:cNvPr id="7" name="Slide Number Placeholder 6">
            <a:extLst>
              <a:ext uri="{FF2B5EF4-FFF2-40B4-BE49-F238E27FC236}">
                <a16:creationId xmlns:a16="http://schemas.microsoft.com/office/drawing/2014/main" id="{07E68BE0-C1D6-0D12-266F-FF8536D21570}"/>
              </a:ext>
            </a:extLst>
          </p:cNvPr>
          <p:cNvSpPr>
            <a:spLocks noGrp="1"/>
          </p:cNvSpPr>
          <p:nvPr>
            <p:ph type="sldNum" sz="quarter" idx="4"/>
          </p:nvPr>
        </p:nvSpPr>
        <p:spPr/>
        <p:txBody>
          <a:bodyPr/>
          <a:lstStyle/>
          <a:p>
            <a:fld id="{3A4F6043-7A67-491B-98BC-F933DED7226D}" type="slidenum">
              <a:rPr lang="en-US" smtClean="0"/>
              <a:pPr/>
              <a:t>20</a:t>
            </a:fld>
            <a:endParaRPr lang="en-US" dirty="0"/>
          </a:p>
        </p:txBody>
      </p:sp>
    </p:spTree>
    <p:extLst>
      <p:ext uri="{BB962C8B-B14F-4D97-AF65-F5344CB8AC3E}">
        <p14:creationId xmlns:p14="http://schemas.microsoft.com/office/powerpoint/2010/main" val="2159105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8A3AEA-8067-474F-940E-BD5B58D88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1B7729-D974-88C0-7602-D56CE22A884F}"/>
              </a:ext>
            </a:extLst>
          </p:cNvPr>
          <p:cNvSpPr>
            <a:spLocks noGrp="1"/>
          </p:cNvSpPr>
          <p:nvPr>
            <p:ph type="title"/>
          </p:nvPr>
        </p:nvSpPr>
        <p:spPr>
          <a:xfrm>
            <a:off x="422144" y="940910"/>
            <a:ext cx="5069451" cy="4976179"/>
          </a:xfrm>
        </p:spPr>
        <p:txBody>
          <a:bodyPr>
            <a:normAutofit/>
          </a:bodyPr>
          <a:lstStyle/>
          <a:p>
            <a:r>
              <a:rPr lang="en-US" dirty="0"/>
              <a:t>Venues for Behavior Change</a:t>
            </a:r>
          </a:p>
        </p:txBody>
      </p:sp>
      <p:sp>
        <p:nvSpPr>
          <p:cNvPr id="4" name="Slide Number Placeholder 3">
            <a:extLst>
              <a:ext uri="{FF2B5EF4-FFF2-40B4-BE49-F238E27FC236}">
                <a16:creationId xmlns:a16="http://schemas.microsoft.com/office/drawing/2014/main" id="{6590A98E-DEB6-D783-DC0B-62179DEC83AC}"/>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21</a:t>
            </a:fld>
            <a:endParaRPr lang="en-US"/>
          </a:p>
        </p:txBody>
      </p:sp>
      <p:cxnSp>
        <p:nvCxnSpPr>
          <p:cNvPr id="16"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247E1779-BEF0-795D-0C32-9B0D82DBE553}"/>
              </a:ext>
            </a:extLst>
          </p:cNvPr>
          <p:cNvGraphicFramePr>
            <a:graphicFrameLocks noGrp="1"/>
          </p:cNvGraphicFramePr>
          <p:nvPr>
            <p:ph idx="1"/>
            <p:extLst>
              <p:ext uri="{D42A27DB-BD31-4B8C-83A1-F6EECF244321}">
                <p14:modId xmlns:p14="http://schemas.microsoft.com/office/powerpoint/2010/main" val="3017819183"/>
              </p:ext>
            </p:extLst>
          </p:nvPr>
        </p:nvGraphicFramePr>
        <p:xfrm>
          <a:off x="5766179" y="805218"/>
          <a:ext cx="5710451" cy="5329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7202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3CBDC-4864-2765-8F1A-149161368BF2}"/>
              </a:ext>
            </a:extLst>
          </p:cNvPr>
          <p:cNvSpPr>
            <a:spLocks noGrp="1"/>
          </p:cNvSpPr>
          <p:nvPr>
            <p:ph type="title"/>
          </p:nvPr>
        </p:nvSpPr>
        <p:spPr/>
        <p:txBody>
          <a:bodyPr/>
          <a:lstStyle/>
          <a:p>
            <a:r>
              <a:rPr lang="en-US" dirty="0"/>
              <a:t>Behavior Change Paper</a:t>
            </a:r>
          </a:p>
        </p:txBody>
      </p:sp>
      <p:sp>
        <p:nvSpPr>
          <p:cNvPr id="3" name="Content Placeholder 2">
            <a:extLst>
              <a:ext uri="{FF2B5EF4-FFF2-40B4-BE49-F238E27FC236}">
                <a16:creationId xmlns:a16="http://schemas.microsoft.com/office/drawing/2014/main" id="{57C024DA-200B-E0A5-ABEC-15578A45E653}"/>
              </a:ext>
            </a:extLst>
          </p:cNvPr>
          <p:cNvSpPr>
            <a:spLocks noGrp="1"/>
          </p:cNvSpPr>
          <p:nvPr>
            <p:ph idx="1"/>
          </p:nvPr>
        </p:nvSpPr>
        <p:spPr/>
        <p:txBody>
          <a:bodyPr/>
          <a:lstStyle/>
          <a:p>
            <a:r>
              <a:rPr lang="en-US" dirty="0"/>
              <a:t>For the first paper, you will be trying to change your own behavior. While we will go over the rubric in detail on Friday, the process will include:</a:t>
            </a:r>
          </a:p>
          <a:p>
            <a:r>
              <a:rPr lang="en-US" dirty="0"/>
              <a:t>Determining what behavior you want to change</a:t>
            </a:r>
          </a:p>
          <a:p>
            <a:r>
              <a:rPr lang="en-US" dirty="0"/>
              <a:t>Setting a goal and background research</a:t>
            </a:r>
          </a:p>
          <a:p>
            <a:r>
              <a:rPr lang="en-US" dirty="0"/>
              <a:t>Measuring your behavior for 1 week</a:t>
            </a:r>
          </a:p>
          <a:p>
            <a:r>
              <a:rPr lang="en-US" dirty="0"/>
              <a:t>Writing a paper on your plan and results</a:t>
            </a:r>
          </a:p>
        </p:txBody>
      </p:sp>
      <p:sp>
        <p:nvSpPr>
          <p:cNvPr id="4" name="Slide Number Placeholder 3">
            <a:extLst>
              <a:ext uri="{FF2B5EF4-FFF2-40B4-BE49-F238E27FC236}">
                <a16:creationId xmlns:a16="http://schemas.microsoft.com/office/drawing/2014/main" id="{4C94440C-7256-1582-9A64-21DA64A7F09E}"/>
              </a:ext>
            </a:extLst>
          </p:cNvPr>
          <p:cNvSpPr>
            <a:spLocks noGrp="1"/>
          </p:cNvSpPr>
          <p:nvPr>
            <p:ph type="sldNum" sz="quarter" idx="12"/>
          </p:nvPr>
        </p:nvSpPr>
        <p:spPr/>
        <p:txBody>
          <a:bodyPr/>
          <a:lstStyle/>
          <a:p>
            <a:fld id="{3A4F6043-7A67-491B-98BC-F933DED7226D}" type="slidenum">
              <a:rPr lang="en-US" smtClean="0"/>
              <a:pPr/>
              <a:t>22</a:t>
            </a:fld>
            <a:endParaRPr lang="en-US" dirty="0"/>
          </a:p>
        </p:txBody>
      </p:sp>
    </p:spTree>
    <p:extLst>
      <p:ext uri="{BB962C8B-B14F-4D97-AF65-F5344CB8AC3E}">
        <p14:creationId xmlns:p14="http://schemas.microsoft.com/office/powerpoint/2010/main" val="1541937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B60B3-5C72-0BF0-2214-1EDF696F09B9}"/>
              </a:ext>
            </a:extLst>
          </p:cNvPr>
          <p:cNvSpPr>
            <a:spLocks noGrp="1"/>
          </p:cNvSpPr>
          <p:nvPr>
            <p:ph type="title"/>
          </p:nvPr>
        </p:nvSpPr>
        <p:spPr/>
        <p:txBody>
          <a:bodyPr/>
          <a:lstStyle/>
          <a:p>
            <a:r>
              <a:rPr lang="en-US" dirty="0"/>
              <a:t>Next time on PSY 440…</a:t>
            </a:r>
          </a:p>
        </p:txBody>
      </p:sp>
      <p:sp>
        <p:nvSpPr>
          <p:cNvPr id="6" name="Text Placeholder 5">
            <a:extLst>
              <a:ext uri="{FF2B5EF4-FFF2-40B4-BE49-F238E27FC236}">
                <a16:creationId xmlns:a16="http://schemas.microsoft.com/office/drawing/2014/main" id="{2CC80FD3-1002-27F1-9A53-B812E1F9CFB6}"/>
              </a:ext>
            </a:extLst>
          </p:cNvPr>
          <p:cNvSpPr>
            <a:spLocks noGrp="1"/>
          </p:cNvSpPr>
          <p:nvPr>
            <p:ph type="body" idx="1"/>
          </p:nvPr>
        </p:nvSpPr>
        <p:spPr/>
        <p:txBody>
          <a:bodyPr/>
          <a:lstStyle/>
          <a:p>
            <a:r>
              <a:rPr lang="en-US" dirty="0"/>
              <a:t>Before Next Class:</a:t>
            </a:r>
          </a:p>
        </p:txBody>
      </p:sp>
      <p:sp>
        <p:nvSpPr>
          <p:cNvPr id="7" name="Content Placeholder 6">
            <a:extLst>
              <a:ext uri="{FF2B5EF4-FFF2-40B4-BE49-F238E27FC236}">
                <a16:creationId xmlns:a16="http://schemas.microsoft.com/office/drawing/2014/main" id="{BDE661C5-7DB9-7445-1D52-D1334BF5614A}"/>
              </a:ext>
            </a:extLst>
          </p:cNvPr>
          <p:cNvSpPr>
            <a:spLocks noGrp="1"/>
          </p:cNvSpPr>
          <p:nvPr>
            <p:ph sz="half" idx="2"/>
          </p:nvPr>
        </p:nvSpPr>
        <p:spPr/>
        <p:txBody>
          <a:bodyPr>
            <a:normAutofit/>
          </a:bodyPr>
          <a:lstStyle/>
          <a:p>
            <a:r>
              <a:rPr lang="en-US" dirty="0"/>
              <a:t>Complete today’s activity (the journal prompt)</a:t>
            </a:r>
          </a:p>
          <a:p>
            <a:pPr lvl="1"/>
            <a:r>
              <a:rPr lang="en-US" dirty="0"/>
              <a:t>Due TOMORROW at 11:59pm</a:t>
            </a:r>
          </a:p>
          <a:p>
            <a:r>
              <a:rPr lang="en-US" dirty="0"/>
              <a:t>Read </a:t>
            </a:r>
            <a:r>
              <a:rPr lang="en-US" dirty="0" err="1"/>
              <a:t>Ogbeiwi</a:t>
            </a:r>
            <a:r>
              <a:rPr lang="en-US" dirty="0"/>
              <a:t>, 2021 (if you haven’t yet)</a:t>
            </a:r>
          </a:p>
        </p:txBody>
      </p:sp>
      <p:sp>
        <p:nvSpPr>
          <p:cNvPr id="8" name="Text Placeholder 7">
            <a:extLst>
              <a:ext uri="{FF2B5EF4-FFF2-40B4-BE49-F238E27FC236}">
                <a16:creationId xmlns:a16="http://schemas.microsoft.com/office/drawing/2014/main" id="{FC1C67F9-0306-21A3-D08E-D74ED338AF0F}"/>
              </a:ext>
            </a:extLst>
          </p:cNvPr>
          <p:cNvSpPr>
            <a:spLocks noGrp="1"/>
          </p:cNvSpPr>
          <p:nvPr>
            <p:ph type="body" sz="quarter" idx="3"/>
          </p:nvPr>
        </p:nvSpPr>
        <p:spPr/>
        <p:txBody>
          <a:bodyPr/>
          <a:lstStyle/>
          <a:p>
            <a:r>
              <a:rPr lang="en-US" dirty="0"/>
              <a:t>In Our Next Class:</a:t>
            </a:r>
          </a:p>
        </p:txBody>
      </p:sp>
      <p:sp>
        <p:nvSpPr>
          <p:cNvPr id="9" name="Content Placeholder 8">
            <a:extLst>
              <a:ext uri="{FF2B5EF4-FFF2-40B4-BE49-F238E27FC236}">
                <a16:creationId xmlns:a16="http://schemas.microsoft.com/office/drawing/2014/main" id="{9565046A-8F72-1A8E-4A38-C84067A8AF69}"/>
              </a:ext>
            </a:extLst>
          </p:cNvPr>
          <p:cNvSpPr>
            <a:spLocks noGrp="1"/>
          </p:cNvSpPr>
          <p:nvPr>
            <p:ph sz="quarter" idx="4"/>
          </p:nvPr>
        </p:nvSpPr>
        <p:spPr/>
        <p:txBody>
          <a:bodyPr>
            <a:normAutofit/>
          </a:bodyPr>
          <a:lstStyle/>
          <a:p>
            <a:r>
              <a:rPr lang="en-US" dirty="0"/>
              <a:t>Class activity/ introduction to behavior change paper</a:t>
            </a:r>
          </a:p>
        </p:txBody>
      </p:sp>
      <p:sp>
        <p:nvSpPr>
          <p:cNvPr id="4" name="Slide Number Placeholder 3">
            <a:extLst>
              <a:ext uri="{FF2B5EF4-FFF2-40B4-BE49-F238E27FC236}">
                <a16:creationId xmlns:a16="http://schemas.microsoft.com/office/drawing/2014/main" id="{485C7C62-A2E1-D0E6-6AA0-E0225DAC1A9D}"/>
              </a:ext>
            </a:extLst>
          </p:cNvPr>
          <p:cNvSpPr>
            <a:spLocks noGrp="1"/>
          </p:cNvSpPr>
          <p:nvPr>
            <p:ph type="sldNum" sz="quarter" idx="12"/>
          </p:nvPr>
        </p:nvSpPr>
        <p:spPr/>
        <p:txBody>
          <a:bodyPr/>
          <a:lstStyle/>
          <a:p>
            <a:fld id="{3A4F6043-7A67-491B-98BC-F933DED7226D}" type="slidenum">
              <a:rPr lang="en-US" smtClean="0"/>
              <a:pPr/>
              <a:t>23</a:t>
            </a:fld>
            <a:endParaRPr lang="en-US" dirty="0"/>
          </a:p>
        </p:txBody>
      </p:sp>
    </p:spTree>
    <p:extLst>
      <p:ext uri="{BB962C8B-B14F-4D97-AF65-F5344CB8AC3E}">
        <p14:creationId xmlns:p14="http://schemas.microsoft.com/office/powerpoint/2010/main" val="647258095"/>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665E41-66EB-401D-940D-8E7024721B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465</TotalTime>
  <Words>967</Words>
  <Application>Microsoft Office PowerPoint</Application>
  <PresentationFormat>Widescreen</PresentationFormat>
  <Paragraphs>132</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Dante</vt:lpstr>
      <vt:lpstr>Dante (Headings)2</vt:lpstr>
      <vt:lpstr>Helvetica Neue Medium</vt:lpstr>
      <vt:lpstr>Wingdings 2</vt:lpstr>
      <vt:lpstr>OffsetVTI</vt:lpstr>
      <vt:lpstr>Chapter 3- Health Behaviors</vt:lpstr>
      <vt:lpstr>Agenda</vt:lpstr>
      <vt:lpstr>Introductory  Terminology</vt:lpstr>
      <vt:lpstr>Factors Impacting Health</vt:lpstr>
      <vt:lpstr>What could make health behaviors change (for better or for worse) over time?</vt:lpstr>
      <vt:lpstr>PowerPoint Presentation</vt:lpstr>
      <vt:lpstr>Health Belief Model</vt:lpstr>
      <vt:lpstr>Theory of Planned Behavior</vt:lpstr>
      <vt:lpstr>Self-Determination Theory</vt:lpstr>
      <vt:lpstr>Transtheoretical Model of Behavior Change</vt:lpstr>
      <vt:lpstr>PowerPoint Presentation</vt:lpstr>
      <vt:lpstr>Cognitive Behavior Therapy</vt:lpstr>
      <vt:lpstr>Therapist-Led Interviews and Training</vt:lpstr>
      <vt:lpstr>Implementation Intentions</vt:lpstr>
      <vt:lpstr>Self-Reinforcement</vt:lpstr>
      <vt:lpstr>Educational and Emotional Appeals</vt:lpstr>
      <vt:lpstr>Social Engineering</vt:lpstr>
      <vt:lpstr>PowerPoint Presentation</vt:lpstr>
      <vt:lpstr>Relapse</vt:lpstr>
      <vt:lpstr>PowerPoint Presentation</vt:lpstr>
      <vt:lpstr>Venues for Behavior Change</vt:lpstr>
      <vt:lpstr>Behavior Change Paper</vt:lpstr>
      <vt:lpstr>Next time on PSY 440…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14</cp:revision>
  <dcterms:created xsi:type="dcterms:W3CDTF">2025-09-03T03:01:23Z</dcterms:created>
  <dcterms:modified xsi:type="dcterms:W3CDTF">2026-01-28T17:39:33Z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